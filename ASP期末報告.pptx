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90" r:id="rId2"/>
    <p:sldId id="300" r:id="rId3"/>
    <p:sldId id="281" r:id="rId4"/>
    <p:sldId id="314" r:id="rId5"/>
    <p:sldId id="315" r:id="rId6"/>
    <p:sldId id="316" r:id="rId7"/>
    <p:sldId id="307" r:id="rId8"/>
    <p:sldId id="312" r:id="rId9"/>
    <p:sldId id="317" r:id="rId10"/>
    <p:sldId id="318" r:id="rId11"/>
    <p:sldId id="320" r:id="rId12"/>
    <p:sldId id="321" r:id="rId13"/>
    <p:sldId id="322" r:id="rId14"/>
    <p:sldId id="323" r:id="rId15"/>
    <p:sldId id="324" r:id="rId16"/>
    <p:sldId id="308" r:id="rId17"/>
    <p:sldId id="319" r:id="rId18"/>
    <p:sldId id="326" r:id="rId19"/>
    <p:sldId id="328" r:id="rId20"/>
    <p:sldId id="327" r:id="rId21"/>
    <p:sldId id="329" r:id="rId22"/>
    <p:sldId id="331" r:id="rId23"/>
    <p:sldId id="309" r:id="rId24"/>
    <p:sldId id="325" r:id="rId25"/>
    <p:sldId id="313" r:id="rId26"/>
  </p:sldIdLst>
  <p:sldSz cx="9144000" cy="5143500" type="screen16x9"/>
  <p:notesSz cx="6858000" cy="9144000"/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136">
          <p15:clr>
            <a:srgbClr val="A4A3A4"/>
          </p15:clr>
        </p15:guide>
        <p15:guide id="2" orient="horz" pos="3208">
          <p15:clr>
            <a:srgbClr val="A4A3A4"/>
          </p15:clr>
        </p15:guide>
        <p15:guide id="3" pos="2880">
          <p15:clr>
            <a:srgbClr val="A4A3A4"/>
          </p15:clr>
        </p15:guide>
        <p15:guide id="4" pos="5624">
          <p15:clr>
            <a:srgbClr val="A4A3A4"/>
          </p15:clr>
        </p15:guide>
        <p15:guide id="5" orient="horz" pos="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F2F5"/>
    <a:srgbClr val="304371"/>
    <a:srgbClr val="F4F5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46" d="100"/>
          <a:sy n="146" d="100"/>
        </p:scale>
        <p:origin x="630" y="114"/>
      </p:cViewPr>
      <p:guideLst>
        <p:guide pos="136"/>
        <p:guide orient="horz" pos="3208"/>
        <p:guide pos="2880"/>
        <p:guide pos="5624"/>
        <p:guide orient="horz" pos="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2024/5/31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49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0191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2782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8147154" y="105427"/>
            <a:ext cx="819654" cy="692361"/>
            <a:chOff x="2992437" y="0"/>
            <a:chExt cx="2543175" cy="2148217"/>
          </a:xfrm>
          <a:solidFill>
            <a:srgbClr val="304371"/>
          </a:solidFill>
        </p:grpSpPr>
        <p:grpSp>
          <p:nvGrpSpPr>
            <p:cNvPr id="8" name="组合 7"/>
            <p:cNvGrpSpPr/>
            <p:nvPr/>
          </p:nvGrpSpPr>
          <p:grpSpPr>
            <a:xfrm>
              <a:off x="2992437" y="1183017"/>
              <a:ext cx="2543175" cy="965200"/>
              <a:chOff x="3297238" y="2879725"/>
              <a:chExt cx="2543175" cy="965200"/>
            </a:xfrm>
            <a:grpFill/>
          </p:grpSpPr>
          <p:sp>
            <p:nvSpPr>
              <p:cNvPr id="20" name="Freeform 5"/>
              <p:cNvSpPr/>
              <p:nvPr/>
            </p:nvSpPr>
            <p:spPr bwMode="auto">
              <a:xfrm>
                <a:off x="3303588" y="2997200"/>
                <a:ext cx="573088" cy="647700"/>
              </a:xfrm>
              <a:custGeom>
                <a:avLst/>
                <a:gdLst>
                  <a:gd name="T0" fmla="*/ 139 w 152"/>
                  <a:gd name="T1" fmla="*/ 70 h 172"/>
                  <a:gd name="T2" fmla="*/ 120 w 152"/>
                  <a:gd name="T3" fmla="*/ 78 h 172"/>
                  <a:gd name="T4" fmla="*/ 130 w 152"/>
                  <a:gd name="T5" fmla="*/ 91 h 172"/>
                  <a:gd name="T6" fmla="*/ 124 w 152"/>
                  <a:gd name="T7" fmla="*/ 118 h 172"/>
                  <a:gd name="T8" fmla="*/ 136 w 152"/>
                  <a:gd name="T9" fmla="*/ 123 h 172"/>
                  <a:gd name="T10" fmla="*/ 140 w 152"/>
                  <a:gd name="T11" fmla="*/ 137 h 172"/>
                  <a:gd name="T12" fmla="*/ 139 w 152"/>
                  <a:gd name="T13" fmla="*/ 155 h 172"/>
                  <a:gd name="T14" fmla="*/ 119 w 152"/>
                  <a:gd name="T15" fmla="*/ 149 h 172"/>
                  <a:gd name="T16" fmla="*/ 94 w 152"/>
                  <a:gd name="T17" fmla="*/ 136 h 172"/>
                  <a:gd name="T18" fmla="*/ 73 w 152"/>
                  <a:gd name="T19" fmla="*/ 134 h 172"/>
                  <a:gd name="T20" fmla="*/ 69 w 152"/>
                  <a:gd name="T21" fmla="*/ 118 h 172"/>
                  <a:gd name="T22" fmla="*/ 93 w 152"/>
                  <a:gd name="T23" fmla="*/ 110 h 172"/>
                  <a:gd name="T24" fmla="*/ 105 w 152"/>
                  <a:gd name="T25" fmla="*/ 106 h 172"/>
                  <a:gd name="T26" fmla="*/ 110 w 152"/>
                  <a:gd name="T27" fmla="*/ 100 h 172"/>
                  <a:gd name="T28" fmla="*/ 98 w 152"/>
                  <a:gd name="T29" fmla="*/ 100 h 172"/>
                  <a:gd name="T30" fmla="*/ 86 w 152"/>
                  <a:gd name="T31" fmla="*/ 108 h 172"/>
                  <a:gd name="T32" fmla="*/ 81 w 152"/>
                  <a:gd name="T33" fmla="*/ 89 h 172"/>
                  <a:gd name="T34" fmla="*/ 100 w 152"/>
                  <a:gd name="T35" fmla="*/ 72 h 172"/>
                  <a:gd name="T36" fmla="*/ 123 w 152"/>
                  <a:gd name="T37" fmla="*/ 60 h 172"/>
                  <a:gd name="T38" fmla="*/ 110 w 152"/>
                  <a:gd name="T39" fmla="*/ 55 h 172"/>
                  <a:gd name="T40" fmla="*/ 90 w 152"/>
                  <a:gd name="T41" fmla="*/ 70 h 172"/>
                  <a:gd name="T42" fmla="*/ 79 w 152"/>
                  <a:gd name="T43" fmla="*/ 80 h 172"/>
                  <a:gd name="T44" fmla="*/ 67 w 152"/>
                  <a:gd name="T45" fmla="*/ 71 h 172"/>
                  <a:gd name="T46" fmla="*/ 73 w 152"/>
                  <a:gd name="T47" fmla="*/ 58 h 172"/>
                  <a:gd name="T48" fmla="*/ 87 w 152"/>
                  <a:gd name="T49" fmla="*/ 38 h 172"/>
                  <a:gd name="T50" fmla="*/ 91 w 152"/>
                  <a:gd name="T51" fmla="*/ 27 h 172"/>
                  <a:gd name="T52" fmla="*/ 80 w 152"/>
                  <a:gd name="T53" fmla="*/ 31 h 172"/>
                  <a:gd name="T54" fmla="*/ 59 w 152"/>
                  <a:gd name="T55" fmla="*/ 37 h 172"/>
                  <a:gd name="T56" fmla="*/ 53 w 152"/>
                  <a:gd name="T57" fmla="*/ 59 h 172"/>
                  <a:gd name="T58" fmla="*/ 49 w 152"/>
                  <a:gd name="T59" fmla="*/ 76 h 172"/>
                  <a:gd name="T60" fmla="*/ 43 w 152"/>
                  <a:gd name="T61" fmla="*/ 92 h 172"/>
                  <a:gd name="T62" fmla="*/ 40 w 152"/>
                  <a:gd name="T63" fmla="*/ 102 h 172"/>
                  <a:gd name="T64" fmla="*/ 36 w 152"/>
                  <a:gd name="T65" fmla="*/ 117 h 172"/>
                  <a:gd name="T66" fmla="*/ 32 w 152"/>
                  <a:gd name="T67" fmla="*/ 128 h 172"/>
                  <a:gd name="T68" fmla="*/ 21 w 152"/>
                  <a:gd name="T69" fmla="*/ 154 h 172"/>
                  <a:gd name="T70" fmla="*/ 12 w 152"/>
                  <a:gd name="T71" fmla="*/ 167 h 172"/>
                  <a:gd name="T72" fmla="*/ 0 w 152"/>
                  <a:gd name="T73" fmla="*/ 164 h 172"/>
                  <a:gd name="T74" fmla="*/ 11 w 152"/>
                  <a:gd name="T75" fmla="*/ 138 h 172"/>
                  <a:gd name="T76" fmla="*/ 18 w 152"/>
                  <a:gd name="T77" fmla="*/ 119 h 172"/>
                  <a:gd name="T78" fmla="*/ 24 w 152"/>
                  <a:gd name="T79" fmla="*/ 101 h 172"/>
                  <a:gd name="T80" fmla="*/ 27 w 152"/>
                  <a:gd name="T81" fmla="*/ 91 h 172"/>
                  <a:gd name="T82" fmla="*/ 31 w 152"/>
                  <a:gd name="T83" fmla="*/ 75 h 172"/>
                  <a:gd name="T84" fmla="*/ 37 w 152"/>
                  <a:gd name="T85" fmla="*/ 47 h 172"/>
                  <a:gd name="T86" fmla="*/ 42 w 152"/>
                  <a:gd name="T87" fmla="*/ 29 h 172"/>
                  <a:gd name="T88" fmla="*/ 61 w 152"/>
                  <a:gd name="T89" fmla="*/ 19 h 172"/>
                  <a:gd name="T90" fmla="*/ 79 w 152"/>
                  <a:gd name="T91" fmla="*/ 9 h 172"/>
                  <a:gd name="T92" fmla="*/ 93 w 152"/>
                  <a:gd name="T93" fmla="*/ 7 h 172"/>
                  <a:gd name="T94" fmla="*/ 104 w 152"/>
                  <a:gd name="T95" fmla="*/ 2 h 172"/>
                  <a:gd name="T96" fmla="*/ 119 w 152"/>
                  <a:gd name="T97" fmla="*/ 3 h 172"/>
                  <a:gd name="T98" fmla="*/ 132 w 152"/>
                  <a:gd name="T99" fmla="*/ 2 h 172"/>
                  <a:gd name="T100" fmla="*/ 129 w 152"/>
                  <a:gd name="T101" fmla="*/ 14 h 172"/>
                  <a:gd name="T102" fmla="*/ 112 w 152"/>
                  <a:gd name="T103" fmla="*/ 34 h 172"/>
                  <a:gd name="T104" fmla="*/ 123 w 152"/>
                  <a:gd name="T105" fmla="*/ 33 h 172"/>
                  <a:gd name="T106" fmla="*/ 150 w 152"/>
                  <a:gd name="T107" fmla="*/ 42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52" h="172">
                    <a:moveTo>
                      <a:pt x="151" y="50"/>
                    </a:moveTo>
                    <a:cubicBezTo>
                      <a:pt x="151" y="53"/>
                      <a:pt x="150" y="56"/>
                      <a:pt x="149" y="60"/>
                    </a:cubicBezTo>
                    <a:cubicBezTo>
                      <a:pt x="149" y="60"/>
                      <a:pt x="149" y="61"/>
                      <a:pt x="149" y="61"/>
                    </a:cubicBezTo>
                    <a:cubicBezTo>
                      <a:pt x="148" y="62"/>
                      <a:pt x="148" y="62"/>
                      <a:pt x="148" y="63"/>
                    </a:cubicBezTo>
                    <a:cubicBezTo>
                      <a:pt x="147" y="64"/>
                      <a:pt x="147" y="65"/>
                      <a:pt x="146" y="66"/>
                    </a:cubicBezTo>
                    <a:cubicBezTo>
                      <a:pt x="145" y="67"/>
                      <a:pt x="141" y="70"/>
                      <a:pt x="139" y="70"/>
                    </a:cubicBezTo>
                    <a:cubicBezTo>
                      <a:pt x="139" y="70"/>
                      <a:pt x="138" y="71"/>
                      <a:pt x="138" y="71"/>
                    </a:cubicBezTo>
                    <a:cubicBezTo>
                      <a:pt x="136" y="71"/>
                      <a:pt x="134" y="71"/>
                      <a:pt x="132" y="72"/>
                    </a:cubicBezTo>
                    <a:cubicBezTo>
                      <a:pt x="130" y="72"/>
                      <a:pt x="129" y="72"/>
                      <a:pt x="128" y="72"/>
                    </a:cubicBezTo>
                    <a:cubicBezTo>
                      <a:pt x="127" y="73"/>
                      <a:pt x="125" y="73"/>
                      <a:pt x="124" y="74"/>
                    </a:cubicBezTo>
                    <a:cubicBezTo>
                      <a:pt x="123" y="75"/>
                      <a:pt x="122" y="76"/>
                      <a:pt x="121" y="77"/>
                    </a:cubicBezTo>
                    <a:cubicBezTo>
                      <a:pt x="120" y="77"/>
                      <a:pt x="120" y="77"/>
                      <a:pt x="120" y="78"/>
                    </a:cubicBezTo>
                    <a:cubicBezTo>
                      <a:pt x="119" y="79"/>
                      <a:pt x="116" y="80"/>
                      <a:pt x="117" y="83"/>
                    </a:cubicBezTo>
                    <a:cubicBezTo>
                      <a:pt x="118" y="83"/>
                      <a:pt x="118" y="83"/>
                      <a:pt x="118" y="84"/>
                    </a:cubicBezTo>
                    <a:cubicBezTo>
                      <a:pt x="119" y="84"/>
                      <a:pt x="120" y="85"/>
                      <a:pt x="121" y="85"/>
                    </a:cubicBezTo>
                    <a:cubicBezTo>
                      <a:pt x="121" y="85"/>
                      <a:pt x="121" y="85"/>
                      <a:pt x="122" y="86"/>
                    </a:cubicBezTo>
                    <a:cubicBezTo>
                      <a:pt x="123" y="86"/>
                      <a:pt x="125" y="87"/>
                      <a:pt x="128" y="89"/>
                    </a:cubicBezTo>
                    <a:cubicBezTo>
                      <a:pt x="129" y="90"/>
                      <a:pt x="129" y="91"/>
                      <a:pt x="130" y="91"/>
                    </a:cubicBezTo>
                    <a:cubicBezTo>
                      <a:pt x="130" y="92"/>
                      <a:pt x="130" y="93"/>
                      <a:pt x="131" y="95"/>
                    </a:cubicBezTo>
                    <a:cubicBezTo>
                      <a:pt x="131" y="98"/>
                      <a:pt x="131" y="102"/>
                      <a:pt x="131" y="106"/>
                    </a:cubicBezTo>
                    <a:cubicBezTo>
                      <a:pt x="130" y="106"/>
                      <a:pt x="130" y="106"/>
                      <a:pt x="130" y="107"/>
                    </a:cubicBezTo>
                    <a:cubicBezTo>
                      <a:pt x="130" y="107"/>
                      <a:pt x="130" y="108"/>
                      <a:pt x="130" y="109"/>
                    </a:cubicBezTo>
                    <a:cubicBezTo>
                      <a:pt x="129" y="110"/>
                      <a:pt x="128" y="111"/>
                      <a:pt x="127" y="113"/>
                    </a:cubicBezTo>
                    <a:cubicBezTo>
                      <a:pt x="126" y="114"/>
                      <a:pt x="125" y="116"/>
                      <a:pt x="124" y="118"/>
                    </a:cubicBezTo>
                    <a:cubicBezTo>
                      <a:pt x="124" y="118"/>
                      <a:pt x="123" y="118"/>
                      <a:pt x="123" y="119"/>
                    </a:cubicBezTo>
                    <a:cubicBezTo>
                      <a:pt x="124" y="120"/>
                      <a:pt x="126" y="119"/>
                      <a:pt x="128" y="120"/>
                    </a:cubicBezTo>
                    <a:cubicBezTo>
                      <a:pt x="128" y="120"/>
                      <a:pt x="129" y="120"/>
                      <a:pt x="130" y="120"/>
                    </a:cubicBezTo>
                    <a:cubicBezTo>
                      <a:pt x="131" y="121"/>
                      <a:pt x="132" y="121"/>
                      <a:pt x="132" y="121"/>
                    </a:cubicBezTo>
                    <a:cubicBezTo>
                      <a:pt x="134" y="122"/>
                      <a:pt x="133" y="122"/>
                      <a:pt x="134" y="122"/>
                    </a:cubicBezTo>
                    <a:cubicBezTo>
                      <a:pt x="135" y="123"/>
                      <a:pt x="135" y="123"/>
                      <a:pt x="136" y="123"/>
                    </a:cubicBezTo>
                    <a:cubicBezTo>
                      <a:pt x="136" y="124"/>
                      <a:pt x="137" y="124"/>
                      <a:pt x="138" y="124"/>
                    </a:cubicBezTo>
                    <a:cubicBezTo>
                      <a:pt x="138" y="125"/>
                      <a:pt x="139" y="126"/>
                      <a:pt x="139" y="127"/>
                    </a:cubicBezTo>
                    <a:cubicBezTo>
                      <a:pt x="139" y="127"/>
                      <a:pt x="140" y="128"/>
                      <a:pt x="140" y="129"/>
                    </a:cubicBezTo>
                    <a:cubicBezTo>
                      <a:pt x="140" y="130"/>
                      <a:pt x="140" y="130"/>
                      <a:pt x="141" y="131"/>
                    </a:cubicBezTo>
                    <a:cubicBezTo>
                      <a:pt x="140" y="132"/>
                      <a:pt x="140" y="133"/>
                      <a:pt x="140" y="134"/>
                    </a:cubicBezTo>
                    <a:cubicBezTo>
                      <a:pt x="140" y="135"/>
                      <a:pt x="140" y="136"/>
                      <a:pt x="140" y="137"/>
                    </a:cubicBezTo>
                    <a:cubicBezTo>
                      <a:pt x="140" y="138"/>
                      <a:pt x="140" y="139"/>
                      <a:pt x="141" y="139"/>
                    </a:cubicBezTo>
                    <a:cubicBezTo>
                      <a:pt x="141" y="140"/>
                      <a:pt x="141" y="141"/>
                      <a:pt x="141" y="142"/>
                    </a:cubicBezTo>
                    <a:cubicBezTo>
                      <a:pt x="141" y="143"/>
                      <a:pt x="141" y="144"/>
                      <a:pt x="142" y="146"/>
                    </a:cubicBezTo>
                    <a:cubicBezTo>
                      <a:pt x="142" y="146"/>
                      <a:pt x="142" y="149"/>
                      <a:pt x="141" y="150"/>
                    </a:cubicBezTo>
                    <a:cubicBezTo>
                      <a:pt x="141" y="151"/>
                      <a:pt x="141" y="152"/>
                      <a:pt x="140" y="153"/>
                    </a:cubicBezTo>
                    <a:cubicBezTo>
                      <a:pt x="140" y="154"/>
                      <a:pt x="139" y="154"/>
                      <a:pt x="139" y="155"/>
                    </a:cubicBezTo>
                    <a:cubicBezTo>
                      <a:pt x="139" y="155"/>
                      <a:pt x="139" y="156"/>
                      <a:pt x="139" y="156"/>
                    </a:cubicBezTo>
                    <a:cubicBezTo>
                      <a:pt x="138" y="157"/>
                      <a:pt x="138" y="158"/>
                      <a:pt x="138" y="159"/>
                    </a:cubicBezTo>
                    <a:cubicBezTo>
                      <a:pt x="137" y="159"/>
                      <a:pt x="135" y="160"/>
                      <a:pt x="135" y="160"/>
                    </a:cubicBezTo>
                    <a:cubicBezTo>
                      <a:pt x="134" y="160"/>
                      <a:pt x="133" y="159"/>
                      <a:pt x="132" y="159"/>
                    </a:cubicBezTo>
                    <a:cubicBezTo>
                      <a:pt x="129" y="158"/>
                      <a:pt x="128" y="156"/>
                      <a:pt x="127" y="155"/>
                    </a:cubicBezTo>
                    <a:cubicBezTo>
                      <a:pt x="124" y="153"/>
                      <a:pt x="121" y="150"/>
                      <a:pt x="119" y="149"/>
                    </a:cubicBezTo>
                    <a:cubicBezTo>
                      <a:pt x="119" y="149"/>
                      <a:pt x="118" y="149"/>
                      <a:pt x="118" y="148"/>
                    </a:cubicBezTo>
                    <a:cubicBezTo>
                      <a:pt x="117" y="148"/>
                      <a:pt x="115" y="148"/>
                      <a:pt x="114" y="147"/>
                    </a:cubicBezTo>
                    <a:cubicBezTo>
                      <a:pt x="111" y="146"/>
                      <a:pt x="111" y="145"/>
                      <a:pt x="109" y="144"/>
                    </a:cubicBezTo>
                    <a:cubicBezTo>
                      <a:pt x="106" y="142"/>
                      <a:pt x="106" y="141"/>
                      <a:pt x="103" y="139"/>
                    </a:cubicBezTo>
                    <a:cubicBezTo>
                      <a:pt x="103" y="139"/>
                      <a:pt x="102" y="138"/>
                      <a:pt x="101" y="138"/>
                    </a:cubicBezTo>
                    <a:cubicBezTo>
                      <a:pt x="100" y="137"/>
                      <a:pt x="95" y="136"/>
                      <a:pt x="94" y="136"/>
                    </a:cubicBezTo>
                    <a:cubicBezTo>
                      <a:pt x="93" y="137"/>
                      <a:pt x="89" y="136"/>
                      <a:pt x="88" y="137"/>
                    </a:cubicBezTo>
                    <a:cubicBezTo>
                      <a:pt x="86" y="137"/>
                      <a:pt x="85" y="138"/>
                      <a:pt x="84" y="138"/>
                    </a:cubicBezTo>
                    <a:cubicBezTo>
                      <a:pt x="83" y="138"/>
                      <a:pt x="82" y="139"/>
                      <a:pt x="82" y="139"/>
                    </a:cubicBezTo>
                    <a:cubicBezTo>
                      <a:pt x="80" y="140"/>
                      <a:pt x="81" y="140"/>
                      <a:pt x="79" y="140"/>
                    </a:cubicBezTo>
                    <a:cubicBezTo>
                      <a:pt x="78" y="140"/>
                      <a:pt x="77" y="139"/>
                      <a:pt x="77" y="139"/>
                    </a:cubicBezTo>
                    <a:cubicBezTo>
                      <a:pt x="73" y="137"/>
                      <a:pt x="74" y="135"/>
                      <a:pt x="73" y="134"/>
                    </a:cubicBezTo>
                    <a:cubicBezTo>
                      <a:pt x="73" y="130"/>
                      <a:pt x="76" y="129"/>
                      <a:pt x="78" y="127"/>
                    </a:cubicBezTo>
                    <a:cubicBezTo>
                      <a:pt x="77" y="126"/>
                      <a:pt x="76" y="126"/>
                      <a:pt x="76" y="125"/>
                    </a:cubicBezTo>
                    <a:cubicBezTo>
                      <a:pt x="75" y="125"/>
                      <a:pt x="75" y="125"/>
                      <a:pt x="74" y="125"/>
                    </a:cubicBezTo>
                    <a:cubicBezTo>
                      <a:pt x="74" y="124"/>
                      <a:pt x="69" y="123"/>
                      <a:pt x="69" y="123"/>
                    </a:cubicBezTo>
                    <a:cubicBezTo>
                      <a:pt x="69" y="122"/>
                      <a:pt x="69" y="121"/>
                      <a:pt x="69" y="121"/>
                    </a:cubicBezTo>
                    <a:cubicBezTo>
                      <a:pt x="69" y="120"/>
                      <a:pt x="69" y="119"/>
                      <a:pt x="69" y="118"/>
                    </a:cubicBezTo>
                    <a:cubicBezTo>
                      <a:pt x="71" y="115"/>
                      <a:pt x="75" y="114"/>
                      <a:pt x="77" y="112"/>
                    </a:cubicBezTo>
                    <a:cubicBezTo>
                      <a:pt x="78" y="111"/>
                      <a:pt x="83" y="110"/>
                      <a:pt x="83" y="110"/>
                    </a:cubicBezTo>
                    <a:cubicBezTo>
                      <a:pt x="85" y="110"/>
                      <a:pt x="85" y="110"/>
                      <a:pt x="86" y="110"/>
                    </a:cubicBezTo>
                    <a:cubicBezTo>
                      <a:pt x="86" y="110"/>
                      <a:pt x="87" y="110"/>
                      <a:pt x="88" y="110"/>
                    </a:cubicBezTo>
                    <a:cubicBezTo>
                      <a:pt x="89" y="110"/>
                      <a:pt x="91" y="110"/>
                      <a:pt x="92" y="110"/>
                    </a:cubicBezTo>
                    <a:cubicBezTo>
                      <a:pt x="92" y="110"/>
                      <a:pt x="92" y="110"/>
                      <a:pt x="93" y="110"/>
                    </a:cubicBezTo>
                    <a:cubicBezTo>
                      <a:pt x="93" y="110"/>
                      <a:pt x="94" y="110"/>
                      <a:pt x="95" y="110"/>
                    </a:cubicBezTo>
                    <a:cubicBezTo>
                      <a:pt x="95" y="110"/>
                      <a:pt x="96" y="110"/>
                      <a:pt x="96" y="110"/>
                    </a:cubicBezTo>
                    <a:cubicBezTo>
                      <a:pt x="96" y="110"/>
                      <a:pt x="97" y="109"/>
                      <a:pt x="98" y="109"/>
                    </a:cubicBezTo>
                    <a:cubicBezTo>
                      <a:pt x="99" y="108"/>
                      <a:pt x="100" y="107"/>
                      <a:pt x="101" y="107"/>
                    </a:cubicBezTo>
                    <a:cubicBezTo>
                      <a:pt x="102" y="106"/>
                      <a:pt x="102" y="106"/>
                      <a:pt x="103" y="106"/>
                    </a:cubicBezTo>
                    <a:cubicBezTo>
                      <a:pt x="104" y="106"/>
                      <a:pt x="105" y="106"/>
                      <a:pt x="105" y="106"/>
                    </a:cubicBezTo>
                    <a:cubicBezTo>
                      <a:pt x="105" y="106"/>
                      <a:pt x="105" y="106"/>
                      <a:pt x="106" y="106"/>
                    </a:cubicBezTo>
                    <a:cubicBezTo>
                      <a:pt x="106" y="106"/>
                      <a:pt x="107" y="106"/>
                      <a:pt x="107" y="106"/>
                    </a:cubicBezTo>
                    <a:cubicBezTo>
                      <a:pt x="108" y="105"/>
                      <a:pt x="109" y="105"/>
                      <a:pt x="109" y="104"/>
                    </a:cubicBezTo>
                    <a:cubicBezTo>
                      <a:pt x="109" y="104"/>
                      <a:pt x="110" y="103"/>
                      <a:pt x="110" y="102"/>
                    </a:cubicBezTo>
                    <a:cubicBezTo>
                      <a:pt x="110" y="102"/>
                      <a:pt x="110" y="101"/>
                      <a:pt x="110" y="100"/>
                    </a:cubicBezTo>
                    <a:cubicBezTo>
                      <a:pt x="110" y="100"/>
                      <a:pt x="110" y="100"/>
                      <a:pt x="110" y="100"/>
                    </a:cubicBezTo>
                    <a:cubicBezTo>
                      <a:pt x="110" y="99"/>
                      <a:pt x="109" y="99"/>
                      <a:pt x="109" y="98"/>
                    </a:cubicBezTo>
                    <a:cubicBezTo>
                      <a:pt x="108" y="98"/>
                      <a:pt x="107" y="97"/>
                      <a:pt x="107" y="97"/>
                    </a:cubicBezTo>
                    <a:cubicBezTo>
                      <a:pt x="106" y="97"/>
                      <a:pt x="106" y="97"/>
                      <a:pt x="105" y="97"/>
                    </a:cubicBezTo>
                    <a:cubicBezTo>
                      <a:pt x="105" y="97"/>
                      <a:pt x="103" y="97"/>
                      <a:pt x="103" y="97"/>
                    </a:cubicBezTo>
                    <a:cubicBezTo>
                      <a:pt x="102" y="98"/>
                      <a:pt x="102" y="99"/>
                      <a:pt x="101" y="99"/>
                    </a:cubicBezTo>
                    <a:cubicBezTo>
                      <a:pt x="99" y="99"/>
                      <a:pt x="99" y="100"/>
                      <a:pt x="98" y="100"/>
                    </a:cubicBezTo>
                    <a:cubicBezTo>
                      <a:pt x="97" y="100"/>
                      <a:pt x="96" y="100"/>
                      <a:pt x="96" y="100"/>
                    </a:cubicBezTo>
                    <a:cubicBezTo>
                      <a:pt x="95" y="101"/>
                      <a:pt x="94" y="101"/>
                      <a:pt x="94" y="102"/>
                    </a:cubicBezTo>
                    <a:cubicBezTo>
                      <a:pt x="94" y="102"/>
                      <a:pt x="94" y="102"/>
                      <a:pt x="94" y="102"/>
                    </a:cubicBezTo>
                    <a:cubicBezTo>
                      <a:pt x="93" y="103"/>
                      <a:pt x="92" y="104"/>
                      <a:pt x="92" y="105"/>
                    </a:cubicBezTo>
                    <a:cubicBezTo>
                      <a:pt x="91" y="106"/>
                      <a:pt x="90" y="106"/>
                      <a:pt x="89" y="107"/>
                    </a:cubicBezTo>
                    <a:cubicBezTo>
                      <a:pt x="88" y="107"/>
                      <a:pt x="87" y="107"/>
                      <a:pt x="86" y="108"/>
                    </a:cubicBezTo>
                    <a:cubicBezTo>
                      <a:pt x="84" y="108"/>
                      <a:pt x="82" y="108"/>
                      <a:pt x="80" y="108"/>
                    </a:cubicBezTo>
                    <a:cubicBezTo>
                      <a:pt x="79" y="107"/>
                      <a:pt x="79" y="107"/>
                      <a:pt x="78" y="107"/>
                    </a:cubicBezTo>
                    <a:cubicBezTo>
                      <a:pt x="77" y="106"/>
                      <a:pt x="76" y="105"/>
                      <a:pt x="76" y="103"/>
                    </a:cubicBezTo>
                    <a:cubicBezTo>
                      <a:pt x="75" y="102"/>
                      <a:pt x="75" y="101"/>
                      <a:pt x="75" y="100"/>
                    </a:cubicBezTo>
                    <a:cubicBezTo>
                      <a:pt x="75" y="100"/>
                      <a:pt x="76" y="96"/>
                      <a:pt x="76" y="95"/>
                    </a:cubicBezTo>
                    <a:cubicBezTo>
                      <a:pt x="78" y="92"/>
                      <a:pt x="79" y="91"/>
                      <a:pt x="81" y="89"/>
                    </a:cubicBezTo>
                    <a:cubicBezTo>
                      <a:pt x="84" y="85"/>
                      <a:pt x="87" y="80"/>
                      <a:pt x="90" y="77"/>
                    </a:cubicBezTo>
                    <a:cubicBezTo>
                      <a:pt x="90" y="77"/>
                      <a:pt x="91" y="77"/>
                      <a:pt x="91" y="77"/>
                    </a:cubicBezTo>
                    <a:cubicBezTo>
                      <a:pt x="92" y="76"/>
                      <a:pt x="92" y="76"/>
                      <a:pt x="93" y="75"/>
                    </a:cubicBezTo>
                    <a:cubicBezTo>
                      <a:pt x="94" y="75"/>
                      <a:pt x="95" y="75"/>
                      <a:pt x="96" y="74"/>
                    </a:cubicBezTo>
                    <a:cubicBezTo>
                      <a:pt x="97" y="73"/>
                      <a:pt x="99" y="73"/>
                      <a:pt x="100" y="72"/>
                    </a:cubicBezTo>
                    <a:cubicBezTo>
                      <a:pt x="100" y="72"/>
                      <a:pt x="100" y="72"/>
                      <a:pt x="100" y="72"/>
                    </a:cubicBezTo>
                    <a:cubicBezTo>
                      <a:pt x="103" y="69"/>
                      <a:pt x="105" y="66"/>
                      <a:pt x="108" y="62"/>
                    </a:cubicBezTo>
                    <a:cubicBezTo>
                      <a:pt x="108" y="62"/>
                      <a:pt x="109" y="62"/>
                      <a:pt x="109" y="62"/>
                    </a:cubicBezTo>
                    <a:cubicBezTo>
                      <a:pt x="110" y="61"/>
                      <a:pt x="111" y="61"/>
                      <a:pt x="112" y="61"/>
                    </a:cubicBezTo>
                    <a:cubicBezTo>
                      <a:pt x="112" y="61"/>
                      <a:pt x="114" y="61"/>
                      <a:pt x="116" y="61"/>
                    </a:cubicBezTo>
                    <a:cubicBezTo>
                      <a:pt x="117" y="61"/>
                      <a:pt x="118" y="61"/>
                      <a:pt x="120" y="61"/>
                    </a:cubicBezTo>
                    <a:cubicBezTo>
                      <a:pt x="120" y="61"/>
                      <a:pt x="122" y="61"/>
                      <a:pt x="123" y="60"/>
                    </a:cubicBezTo>
                    <a:cubicBezTo>
                      <a:pt x="123" y="60"/>
                      <a:pt x="124" y="59"/>
                      <a:pt x="124" y="59"/>
                    </a:cubicBezTo>
                    <a:cubicBezTo>
                      <a:pt x="124" y="58"/>
                      <a:pt x="123" y="57"/>
                      <a:pt x="124" y="57"/>
                    </a:cubicBezTo>
                    <a:cubicBezTo>
                      <a:pt x="123" y="56"/>
                      <a:pt x="123" y="55"/>
                      <a:pt x="123" y="55"/>
                    </a:cubicBezTo>
                    <a:cubicBezTo>
                      <a:pt x="122" y="55"/>
                      <a:pt x="120" y="55"/>
                      <a:pt x="119" y="55"/>
                    </a:cubicBezTo>
                    <a:cubicBezTo>
                      <a:pt x="119" y="54"/>
                      <a:pt x="119" y="54"/>
                      <a:pt x="119" y="54"/>
                    </a:cubicBezTo>
                    <a:cubicBezTo>
                      <a:pt x="116" y="54"/>
                      <a:pt x="110" y="54"/>
                      <a:pt x="110" y="55"/>
                    </a:cubicBezTo>
                    <a:cubicBezTo>
                      <a:pt x="107" y="55"/>
                      <a:pt x="102" y="57"/>
                      <a:pt x="101" y="58"/>
                    </a:cubicBezTo>
                    <a:cubicBezTo>
                      <a:pt x="99" y="58"/>
                      <a:pt x="97" y="62"/>
                      <a:pt x="96" y="62"/>
                    </a:cubicBezTo>
                    <a:cubicBezTo>
                      <a:pt x="95" y="63"/>
                      <a:pt x="94" y="64"/>
                      <a:pt x="93" y="65"/>
                    </a:cubicBezTo>
                    <a:cubicBezTo>
                      <a:pt x="93" y="66"/>
                      <a:pt x="92" y="66"/>
                      <a:pt x="92" y="67"/>
                    </a:cubicBezTo>
                    <a:cubicBezTo>
                      <a:pt x="92" y="67"/>
                      <a:pt x="92" y="67"/>
                      <a:pt x="92" y="67"/>
                    </a:cubicBezTo>
                    <a:cubicBezTo>
                      <a:pt x="91" y="68"/>
                      <a:pt x="90" y="69"/>
                      <a:pt x="90" y="70"/>
                    </a:cubicBezTo>
                    <a:cubicBezTo>
                      <a:pt x="90" y="70"/>
                      <a:pt x="89" y="70"/>
                      <a:pt x="89" y="70"/>
                    </a:cubicBezTo>
                    <a:cubicBezTo>
                      <a:pt x="89" y="70"/>
                      <a:pt x="89" y="70"/>
                      <a:pt x="89" y="71"/>
                    </a:cubicBezTo>
                    <a:cubicBezTo>
                      <a:pt x="89" y="71"/>
                      <a:pt x="89" y="71"/>
                      <a:pt x="89" y="71"/>
                    </a:cubicBezTo>
                    <a:cubicBezTo>
                      <a:pt x="88" y="71"/>
                      <a:pt x="88" y="71"/>
                      <a:pt x="88" y="72"/>
                    </a:cubicBezTo>
                    <a:cubicBezTo>
                      <a:pt x="86" y="74"/>
                      <a:pt x="84" y="76"/>
                      <a:pt x="82" y="78"/>
                    </a:cubicBezTo>
                    <a:cubicBezTo>
                      <a:pt x="81" y="79"/>
                      <a:pt x="80" y="79"/>
                      <a:pt x="79" y="80"/>
                    </a:cubicBezTo>
                    <a:cubicBezTo>
                      <a:pt x="78" y="80"/>
                      <a:pt x="78" y="80"/>
                      <a:pt x="77" y="81"/>
                    </a:cubicBezTo>
                    <a:cubicBezTo>
                      <a:pt x="74" y="81"/>
                      <a:pt x="72" y="79"/>
                      <a:pt x="71" y="79"/>
                    </a:cubicBezTo>
                    <a:cubicBezTo>
                      <a:pt x="71" y="78"/>
                      <a:pt x="70" y="78"/>
                      <a:pt x="70" y="78"/>
                    </a:cubicBezTo>
                    <a:cubicBezTo>
                      <a:pt x="70" y="77"/>
                      <a:pt x="69" y="77"/>
                      <a:pt x="69" y="76"/>
                    </a:cubicBezTo>
                    <a:cubicBezTo>
                      <a:pt x="69" y="76"/>
                      <a:pt x="69" y="75"/>
                      <a:pt x="68" y="75"/>
                    </a:cubicBezTo>
                    <a:cubicBezTo>
                      <a:pt x="68" y="74"/>
                      <a:pt x="67" y="72"/>
                      <a:pt x="67" y="71"/>
                    </a:cubicBezTo>
                    <a:cubicBezTo>
                      <a:pt x="67" y="70"/>
                      <a:pt x="67" y="66"/>
                      <a:pt x="68" y="65"/>
                    </a:cubicBezTo>
                    <a:cubicBezTo>
                      <a:pt x="68" y="64"/>
                      <a:pt x="69" y="63"/>
                      <a:pt x="69" y="63"/>
                    </a:cubicBezTo>
                    <a:cubicBezTo>
                      <a:pt x="69" y="62"/>
                      <a:pt x="70" y="62"/>
                      <a:pt x="70" y="61"/>
                    </a:cubicBezTo>
                    <a:cubicBezTo>
                      <a:pt x="70" y="61"/>
                      <a:pt x="71" y="61"/>
                      <a:pt x="71" y="60"/>
                    </a:cubicBezTo>
                    <a:cubicBezTo>
                      <a:pt x="71" y="60"/>
                      <a:pt x="72" y="60"/>
                      <a:pt x="72" y="60"/>
                    </a:cubicBezTo>
                    <a:cubicBezTo>
                      <a:pt x="72" y="59"/>
                      <a:pt x="73" y="59"/>
                      <a:pt x="73" y="58"/>
                    </a:cubicBezTo>
                    <a:cubicBezTo>
                      <a:pt x="74" y="57"/>
                      <a:pt x="75" y="57"/>
                      <a:pt x="76" y="55"/>
                    </a:cubicBezTo>
                    <a:cubicBezTo>
                      <a:pt x="76" y="54"/>
                      <a:pt x="78" y="54"/>
                      <a:pt x="79" y="52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81" y="49"/>
                      <a:pt x="82" y="47"/>
                      <a:pt x="84" y="45"/>
                    </a:cubicBezTo>
                    <a:cubicBezTo>
                      <a:pt x="85" y="43"/>
                      <a:pt x="87" y="39"/>
                      <a:pt x="87" y="38"/>
                    </a:cubicBezTo>
                    <a:cubicBezTo>
                      <a:pt x="88" y="37"/>
                      <a:pt x="88" y="37"/>
                      <a:pt x="88" y="36"/>
                    </a:cubicBezTo>
                    <a:cubicBezTo>
                      <a:pt x="88" y="34"/>
                      <a:pt x="91" y="33"/>
                      <a:pt x="92" y="33"/>
                    </a:cubicBezTo>
                    <a:cubicBezTo>
                      <a:pt x="93" y="32"/>
                      <a:pt x="93" y="31"/>
                      <a:pt x="94" y="30"/>
                    </a:cubicBezTo>
                    <a:cubicBezTo>
                      <a:pt x="94" y="30"/>
                      <a:pt x="94" y="30"/>
                      <a:pt x="94" y="30"/>
                    </a:cubicBezTo>
                    <a:cubicBezTo>
                      <a:pt x="97" y="27"/>
                      <a:pt x="95" y="29"/>
                      <a:pt x="94" y="27"/>
                    </a:cubicBezTo>
                    <a:cubicBezTo>
                      <a:pt x="94" y="26"/>
                      <a:pt x="91" y="27"/>
                      <a:pt x="91" y="27"/>
                    </a:cubicBezTo>
                    <a:cubicBezTo>
                      <a:pt x="90" y="28"/>
                      <a:pt x="88" y="27"/>
                      <a:pt x="87" y="28"/>
                    </a:cubicBezTo>
                    <a:cubicBezTo>
                      <a:pt x="86" y="28"/>
                      <a:pt x="87" y="28"/>
                      <a:pt x="86" y="29"/>
                    </a:cubicBezTo>
                    <a:cubicBezTo>
                      <a:pt x="85" y="29"/>
                      <a:pt x="84" y="29"/>
                      <a:pt x="84" y="29"/>
                    </a:cubicBezTo>
                    <a:cubicBezTo>
                      <a:pt x="83" y="29"/>
                      <a:pt x="83" y="30"/>
                      <a:pt x="83" y="30"/>
                    </a:cubicBezTo>
                    <a:cubicBezTo>
                      <a:pt x="82" y="30"/>
                      <a:pt x="82" y="30"/>
                      <a:pt x="81" y="30"/>
                    </a:cubicBezTo>
                    <a:cubicBezTo>
                      <a:pt x="80" y="30"/>
                      <a:pt x="80" y="31"/>
                      <a:pt x="80" y="31"/>
                    </a:cubicBezTo>
                    <a:cubicBezTo>
                      <a:pt x="78" y="31"/>
                      <a:pt x="77" y="32"/>
                      <a:pt x="76" y="32"/>
                    </a:cubicBezTo>
                    <a:cubicBezTo>
                      <a:pt x="75" y="32"/>
                      <a:pt x="75" y="33"/>
                      <a:pt x="75" y="33"/>
                    </a:cubicBezTo>
                    <a:cubicBezTo>
                      <a:pt x="73" y="33"/>
                      <a:pt x="72" y="34"/>
                      <a:pt x="72" y="35"/>
                    </a:cubicBezTo>
                    <a:cubicBezTo>
                      <a:pt x="69" y="35"/>
                      <a:pt x="69" y="36"/>
                      <a:pt x="66" y="37"/>
                    </a:cubicBezTo>
                    <a:cubicBezTo>
                      <a:pt x="65" y="38"/>
                      <a:pt x="65" y="38"/>
                      <a:pt x="64" y="38"/>
                    </a:cubicBezTo>
                    <a:cubicBezTo>
                      <a:pt x="63" y="38"/>
                      <a:pt x="60" y="38"/>
                      <a:pt x="59" y="37"/>
                    </a:cubicBezTo>
                    <a:cubicBezTo>
                      <a:pt x="59" y="38"/>
                      <a:pt x="58" y="40"/>
                      <a:pt x="58" y="41"/>
                    </a:cubicBezTo>
                    <a:cubicBezTo>
                      <a:pt x="58" y="43"/>
                      <a:pt x="57" y="45"/>
                      <a:pt x="57" y="47"/>
                    </a:cubicBezTo>
                    <a:cubicBezTo>
                      <a:pt x="57" y="48"/>
                      <a:pt x="56" y="49"/>
                      <a:pt x="56" y="50"/>
                    </a:cubicBezTo>
                    <a:cubicBezTo>
                      <a:pt x="55" y="51"/>
                      <a:pt x="55" y="53"/>
                      <a:pt x="55" y="54"/>
                    </a:cubicBezTo>
                    <a:cubicBezTo>
                      <a:pt x="54" y="55"/>
                      <a:pt x="54" y="56"/>
                      <a:pt x="54" y="58"/>
                    </a:cubicBezTo>
                    <a:cubicBezTo>
                      <a:pt x="54" y="58"/>
                      <a:pt x="53" y="59"/>
                      <a:pt x="53" y="59"/>
                    </a:cubicBezTo>
                    <a:cubicBezTo>
                      <a:pt x="53" y="59"/>
                      <a:pt x="53" y="60"/>
                      <a:pt x="53" y="61"/>
                    </a:cubicBezTo>
                    <a:cubicBezTo>
                      <a:pt x="52" y="62"/>
                      <a:pt x="51" y="64"/>
                      <a:pt x="51" y="66"/>
                    </a:cubicBezTo>
                    <a:cubicBezTo>
                      <a:pt x="51" y="67"/>
                      <a:pt x="50" y="68"/>
                      <a:pt x="50" y="69"/>
                    </a:cubicBezTo>
                    <a:cubicBezTo>
                      <a:pt x="50" y="70"/>
                      <a:pt x="50" y="70"/>
                      <a:pt x="50" y="70"/>
                    </a:cubicBezTo>
                    <a:cubicBezTo>
                      <a:pt x="49" y="71"/>
                      <a:pt x="49" y="72"/>
                      <a:pt x="49" y="73"/>
                    </a:cubicBezTo>
                    <a:cubicBezTo>
                      <a:pt x="49" y="74"/>
                      <a:pt x="49" y="75"/>
                      <a:pt x="49" y="76"/>
                    </a:cubicBezTo>
                    <a:cubicBezTo>
                      <a:pt x="48" y="76"/>
                      <a:pt x="48" y="77"/>
                      <a:pt x="48" y="78"/>
                    </a:cubicBezTo>
                    <a:cubicBezTo>
                      <a:pt x="47" y="80"/>
                      <a:pt x="46" y="81"/>
                      <a:pt x="46" y="83"/>
                    </a:cubicBezTo>
                    <a:cubicBezTo>
                      <a:pt x="46" y="83"/>
                      <a:pt x="46" y="84"/>
                      <a:pt x="46" y="84"/>
                    </a:cubicBezTo>
                    <a:cubicBezTo>
                      <a:pt x="45" y="84"/>
                      <a:pt x="45" y="85"/>
                      <a:pt x="45" y="85"/>
                    </a:cubicBezTo>
                    <a:cubicBezTo>
                      <a:pt x="44" y="87"/>
                      <a:pt x="44" y="89"/>
                      <a:pt x="43" y="91"/>
                    </a:cubicBezTo>
                    <a:cubicBezTo>
                      <a:pt x="43" y="91"/>
                      <a:pt x="43" y="92"/>
                      <a:pt x="43" y="92"/>
                    </a:cubicBezTo>
                    <a:cubicBezTo>
                      <a:pt x="43" y="93"/>
                      <a:pt x="43" y="94"/>
                      <a:pt x="42" y="95"/>
                    </a:cubicBezTo>
                    <a:cubicBezTo>
                      <a:pt x="42" y="95"/>
                      <a:pt x="42" y="95"/>
                      <a:pt x="42" y="96"/>
                    </a:cubicBezTo>
                    <a:cubicBezTo>
                      <a:pt x="42" y="96"/>
                      <a:pt x="42" y="97"/>
                      <a:pt x="42" y="98"/>
                    </a:cubicBezTo>
                    <a:cubicBezTo>
                      <a:pt x="41" y="98"/>
                      <a:pt x="41" y="98"/>
                      <a:pt x="41" y="98"/>
                    </a:cubicBezTo>
                    <a:cubicBezTo>
                      <a:pt x="41" y="99"/>
                      <a:pt x="41" y="100"/>
                      <a:pt x="41" y="101"/>
                    </a:cubicBezTo>
                    <a:cubicBezTo>
                      <a:pt x="40" y="102"/>
                      <a:pt x="40" y="102"/>
                      <a:pt x="40" y="102"/>
                    </a:cubicBezTo>
                    <a:cubicBezTo>
                      <a:pt x="40" y="103"/>
                      <a:pt x="40" y="103"/>
                      <a:pt x="40" y="104"/>
                    </a:cubicBezTo>
                    <a:cubicBezTo>
                      <a:pt x="40" y="104"/>
                      <a:pt x="39" y="104"/>
                      <a:pt x="39" y="104"/>
                    </a:cubicBezTo>
                    <a:cubicBezTo>
                      <a:pt x="39" y="105"/>
                      <a:pt x="39" y="106"/>
                      <a:pt x="38" y="108"/>
                    </a:cubicBezTo>
                    <a:cubicBezTo>
                      <a:pt x="38" y="108"/>
                      <a:pt x="38" y="110"/>
                      <a:pt x="38" y="111"/>
                    </a:cubicBezTo>
                    <a:cubicBezTo>
                      <a:pt x="37" y="111"/>
                      <a:pt x="37" y="113"/>
                      <a:pt x="37" y="114"/>
                    </a:cubicBezTo>
                    <a:cubicBezTo>
                      <a:pt x="36" y="115"/>
                      <a:pt x="36" y="115"/>
                      <a:pt x="36" y="117"/>
                    </a:cubicBezTo>
                    <a:cubicBezTo>
                      <a:pt x="35" y="117"/>
                      <a:pt x="35" y="118"/>
                      <a:pt x="35" y="119"/>
                    </a:cubicBezTo>
                    <a:cubicBezTo>
                      <a:pt x="35" y="120"/>
                      <a:pt x="34" y="121"/>
                      <a:pt x="34" y="121"/>
                    </a:cubicBezTo>
                    <a:cubicBezTo>
                      <a:pt x="34" y="122"/>
                      <a:pt x="34" y="122"/>
                      <a:pt x="34" y="122"/>
                    </a:cubicBezTo>
                    <a:cubicBezTo>
                      <a:pt x="34" y="122"/>
                      <a:pt x="34" y="123"/>
                      <a:pt x="34" y="123"/>
                    </a:cubicBezTo>
                    <a:cubicBezTo>
                      <a:pt x="33" y="123"/>
                      <a:pt x="33" y="124"/>
                      <a:pt x="33" y="124"/>
                    </a:cubicBezTo>
                    <a:cubicBezTo>
                      <a:pt x="33" y="125"/>
                      <a:pt x="32" y="127"/>
                      <a:pt x="32" y="128"/>
                    </a:cubicBezTo>
                    <a:cubicBezTo>
                      <a:pt x="31" y="129"/>
                      <a:pt x="31" y="130"/>
                      <a:pt x="31" y="130"/>
                    </a:cubicBezTo>
                    <a:cubicBezTo>
                      <a:pt x="30" y="131"/>
                      <a:pt x="30" y="131"/>
                      <a:pt x="30" y="131"/>
                    </a:cubicBezTo>
                    <a:cubicBezTo>
                      <a:pt x="29" y="133"/>
                      <a:pt x="28" y="136"/>
                      <a:pt x="28" y="138"/>
                    </a:cubicBezTo>
                    <a:cubicBezTo>
                      <a:pt x="25" y="143"/>
                      <a:pt x="26" y="145"/>
                      <a:pt x="23" y="149"/>
                    </a:cubicBezTo>
                    <a:cubicBezTo>
                      <a:pt x="23" y="150"/>
                      <a:pt x="21" y="153"/>
                      <a:pt x="21" y="154"/>
                    </a:cubicBezTo>
                    <a:cubicBezTo>
                      <a:pt x="21" y="154"/>
                      <a:pt x="21" y="154"/>
                      <a:pt x="21" y="154"/>
                    </a:cubicBezTo>
                    <a:cubicBezTo>
                      <a:pt x="20" y="156"/>
                      <a:pt x="19" y="157"/>
                      <a:pt x="18" y="158"/>
                    </a:cubicBezTo>
                    <a:cubicBezTo>
                      <a:pt x="17" y="158"/>
                      <a:pt x="17" y="159"/>
                      <a:pt x="16" y="160"/>
                    </a:cubicBezTo>
                    <a:cubicBezTo>
                      <a:pt x="16" y="160"/>
                      <a:pt x="16" y="161"/>
                      <a:pt x="16" y="161"/>
                    </a:cubicBezTo>
                    <a:cubicBezTo>
                      <a:pt x="15" y="161"/>
                      <a:pt x="15" y="161"/>
                      <a:pt x="15" y="162"/>
                    </a:cubicBezTo>
                    <a:cubicBezTo>
                      <a:pt x="15" y="162"/>
                      <a:pt x="15" y="162"/>
                      <a:pt x="15" y="162"/>
                    </a:cubicBezTo>
                    <a:cubicBezTo>
                      <a:pt x="14" y="164"/>
                      <a:pt x="13" y="165"/>
                      <a:pt x="12" y="167"/>
                    </a:cubicBezTo>
                    <a:cubicBezTo>
                      <a:pt x="11" y="167"/>
                      <a:pt x="11" y="168"/>
                      <a:pt x="10" y="168"/>
                    </a:cubicBezTo>
                    <a:cubicBezTo>
                      <a:pt x="9" y="169"/>
                      <a:pt x="9" y="169"/>
                      <a:pt x="9" y="170"/>
                    </a:cubicBezTo>
                    <a:cubicBezTo>
                      <a:pt x="8" y="170"/>
                      <a:pt x="7" y="171"/>
                      <a:pt x="6" y="172"/>
                    </a:cubicBezTo>
                    <a:cubicBezTo>
                      <a:pt x="5" y="171"/>
                      <a:pt x="5" y="172"/>
                      <a:pt x="4" y="171"/>
                    </a:cubicBezTo>
                    <a:cubicBezTo>
                      <a:pt x="2" y="170"/>
                      <a:pt x="1" y="167"/>
                      <a:pt x="1" y="165"/>
                    </a:cubicBezTo>
                    <a:cubicBezTo>
                      <a:pt x="1" y="165"/>
                      <a:pt x="0" y="164"/>
                      <a:pt x="0" y="164"/>
                    </a:cubicBezTo>
                    <a:cubicBezTo>
                      <a:pt x="0" y="162"/>
                      <a:pt x="0" y="161"/>
                      <a:pt x="0" y="160"/>
                    </a:cubicBezTo>
                    <a:cubicBezTo>
                      <a:pt x="0" y="159"/>
                      <a:pt x="1" y="159"/>
                      <a:pt x="1" y="157"/>
                    </a:cubicBezTo>
                    <a:cubicBezTo>
                      <a:pt x="2" y="157"/>
                      <a:pt x="2" y="155"/>
                      <a:pt x="3" y="155"/>
                    </a:cubicBezTo>
                    <a:cubicBezTo>
                      <a:pt x="4" y="153"/>
                      <a:pt x="5" y="150"/>
                      <a:pt x="7" y="149"/>
                    </a:cubicBezTo>
                    <a:cubicBezTo>
                      <a:pt x="8" y="146"/>
                      <a:pt x="10" y="142"/>
                      <a:pt x="11" y="139"/>
                    </a:cubicBezTo>
                    <a:cubicBezTo>
                      <a:pt x="11" y="139"/>
                      <a:pt x="11" y="138"/>
                      <a:pt x="11" y="138"/>
                    </a:cubicBezTo>
                    <a:cubicBezTo>
                      <a:pt x="12" y="136"/>
                      <a:pt x="12" y="135"/>
                      <a:pt x="12" y="134"/>
                    </a:cubicBezTo>
                    <a:cubicBezTo>
                      <a:pt x="13" y="132"/>
                      <a:pt x="13" y="131"/>
                      <a:pt x="14" y="129"/>
                    </a:cubicBezTo>
                    <a:cubicBezTo>
                      <a:pt x="14" y="127"/>
                      <a:pt x="15" y="125"/>
                      <a:pt x="15" y="125"/>
                    </a:cubicBezTo>
                    <a:cubicBezTo>
                      <a:pt x="15" y="124"/>
                      <a:pt x="16" y="123"/>
                      <a:pt x="16" y="123"/>
                    </a:cubicBezTo>
                    <a:cubicBezTo>
                      <a:pt x="16" y="122"/>
                      <a:pt x="16" y="122"/>
                      <a:pt x="16" y="122"/>
                    </a:cubicBezTo>
                    <a:cubicBezTo>
                      <a:pt x="17" y="121"/>
                      <a:pt x="17" y="120"/>
                      <a:pt x="18" y="119"/>
                    </a:cubicBezTo>
                    <a:cubicBezTo>
                      <a:pt x="18" y="118"/>
                      <a:pt x="18" y="116"/>
                      <a:pt x="19" y="115"/>
                    </a:cubicBezTo>
                    <a:cubicBezTo>
                      <a:pt x="19" y="114"/>
                      <a:pt x="19" y="114"/>
                      <a:pt x="19" y="113"/>
                    </a:cubicBezTo>
                    <a:cubicBezTo>
                      <a:pt x="20" y="113"/>
                      <a:pt x="20" y="113"/>
                      <a:pt x="20" y="112"/>
                    </a:cubicBezTo>
                    <a:cubicBezTo>
                      <a:pt x="20" y="111"/>
                      <a:pt x="21" y="110"/>
                      <a:pt x="21" y="110"/>
                    </a:cubicBezTo>
                    <a:cubicBezTo>
                      <a:pt x="21" y="108"/>
                      <a:pt x="22" y="106"/>
                      <a:pt x="23" y="105"/>
                    </a:cubicBezTo>
                    <a:cubicBezTo>
                      <a:pt x="23" y="104"/>
                      <a:pt x="24" y="102"/>
                      <a:pt x="24" y="101"/>
                    </a:cubicBezTo>
                    <a:cubicBezTo>
                      <a:pt x="24" y="101"/>
                      <a:pt x="24" y="100"/>
                      <a:pt x="25" y="99"/>
                    </a:cubicBezTo>
                    <a:cubicBezTo>
                      <a:pt x="25" y="99"/>
                      <a:pt x="25" y="98"/>
                      <a:pt x="25" y="98"/>
                    </a:cubicBezTo>
                    <a:cubicBezTo>
                      <a:pt x="25" y="97"/>
                      <a:pt x="26" y="96"/>
                      <a:pt x="26" y="95"/>
                    </a:cubicBezTo>
                    <a:cubicBezTo>
                      <a:pt x="26" y="95"/>
                      <a:pt x="26" y="95"/>
                      <a:pt x="26" y="95"/>
                    </a:cubicBezTo>
                    <a:cubicBezTo>
                      <a:pt x="26" y="94"/>
                      <a:pt x="26" y="93"/>
                      <a:pt x="26" y="93"/>
                    </a:cubicBezTo>
                    <a:cubicBezTo>
                      <a:pt x="27" y="92"/>
                      <a:pt x="27" y="92"/>
                      <a:pt x="27" y="91"/>
                    </a:cubicBezTo>
                    <a:cubicBezTo>
                      <a:pt x="27" y="88"/>
                      <a:pt x="28" y="86"/>
                      <a:pt x="28" y="84"/>
                    </a:cubicBezTo>
                    <a:cubicBezTo>
                      <a:pt x="28" y="83"/>
                      <a:pt x="29" y="83"/>
                      <a:pt x="29" y="83"/>
                    </a:cubicBezTo>
                    <a:cubicBezTo>
                      <a:pt x="29" y="82"/>
                      <a:pt x="29" y="81"/>
                      <a:pt x="29" y="80"/>
                    </a:cubicBezTo>
                    <a:cubicBezTo>
                      <a:pt x="30" y="79"/>
                      <a:pt x="30" y="79"/>
                      <a:pt x="30" y="78"/>
                    </a:cubicBezTo>
                    <a:cubicBezTo>
                      <a:pt x="30" y="77"/>
                      <a:pt x="30" y="77"/>
                      <a:pt x="30" y="76"/>
                    </a:cubicBezTo>
                    <a:cubicBezTo>
                      <a:pt x="31" y="76"/>
                      <a:pt x="31" y="76"/>
                      <a:pt x="31" y="75"/>
                    </a:cubicBezTo>
                    <a:cubicBezTo>
                      <a:pt x="32" y="73"/>
                      <a:pt x="32" y="72"/>
                      <a:pt x="33" y="70"/>
                    </a:cubicBezTo>
                    <a:cubicBezTo>
                      <a:pt x="33" y="70"/>
                      <a:pt x="33" y="70"/>
                      <a:pt x="33" y="69"/>
                    </a:cubicBezTo>
                    <a:cubicBezTo>
                      <a:pt x="33" y="68"/>
                      <a:pt x="34" y="66"/>
                      <a:pt x="35" y="65"/>
                    </a:cubicBezTo>
                    <a:cubicBezTo>
                      <a:pt x="35" y="63"/>
                      <a:pt x="35" y="62"/>
                      <a:pt x="35" y="61"/>
                    </a:cubicBezTo>
                    <a:cubicBezTo>
                      <a:pt x="35" y="58"/>
                      <a:pt x="36" y="56"/>
                      <a:pt x="36" y="53"/>
                    </a:cubicBezTo>
                    <a:cubicBezTo>
                      <a:pt x="36" y="50"/>
                      <a:pt x="36" y="48"/>
                      <a:pt x="37" y="47"/>
                    </a:cubicBezTo>
                    <a:cubicBezTo>
                      <a:pt x="37" y="44"/>
                      <a:pt x="37" y="41"/>
                      <a:pt x="38" y="39"/>
                    </a:cubicBezTo>
                    <a:cubicBezTo>
                      <a:pt x="38" y="38"/>
                      <a:pt x="38" y="38"/>
                      <a:pt x="39" y="37"/>
                    </a:cubicBezTo>
                    <a:cubicBezTo>
                      <a:pt x="39" y="36"/>
                      <a:pt x="39" y="36"/>
                      <a:pt x="39" y="36"/>
                    </a:cubicBezTo>
                    <a:cubicBezTo>
                      <a:pt x="39" y="35"/>
                      <a:pt x="39" y="34"/>
                      <a:pt x="40" y="34"/>
                    </a:cubicBezTo>
                    <a:cubicBezTo>
                      <a:pt x="40" y="33"/>
                      <a:pt x="40" y="33"/>
                      <a:pt x="41" y="33"/>
                    </a:cubicBezTo>
                    <a:cubicBezTo>
                      <a:pt x="41" y="31"/>
                      <a:pt x="42" y="30"/>
                      <a:pt x="42" y="29"/>
                    </a:cubicBezTo>
                    <a:cubicBezTo>
                      <a:pt x="42" y="29"/>
                      <a:pt x="42" y="29"/>
                      <a:pt x="43" y="28"/>
                    </a:cubicBezTo>
                    <a:cubicBezTo>
                      <a:pt x="44" y="27"/>
                      <a:pt x="44" y="26"/>
                      <a:pt x="46" y="25"/>
                    </a:cubicBezTo>
                    <a:cubicBezTo>
                      <a:pt x="46" y="24"/>
                      <a:pt x="49" y="24"/>
                      <a:pt x="49" y="23"/>
                    </a:cubicBezTo>
                    <a:cubicBezTo>
                      <a:pt x="51" y="23"/>
                      <a:pt x="55" y="24"/>
                      <a:pt x="55" y="24"/>
                    </a:cubicBezTo>
                    <a:cubicBezTo>
                      <a:pt x="55" y="23"/>
                      <a:pt x="57" y="22"/>
                      <a:pt x="57" y="21"/>
                    </a:cubicBezTo>
                    <a:cubicBezTo>
                      <a:pt x="59" y="19"/>
                      <a:pt x="59" y="20"/>
                      <a:pt x="61" y="19"/>
                    </a:cubicBezTo>
                    <a:cubicBezTo>
                      <a:pt x="61" y="19"/>
                      <a:pt x="62" y="19"/>
                      <a:pt x="62" y="19"/>
                    </a:cubicBezTo>
                    <a:cubicBezTo>
                      <a:pt x="62" y="18"/>
                      <a:pt x="62" y="18"/>
                      <a:pt x="62" y="18"/>
                    </a:cubicBezTo>
                    <a:cubicBezTo>
                      <a:pt x="63" y="17"/>
                      <a:pt x="66" y="16"/>
                      <a:pt x="67" y="16"/>
                    </a:cubicBezTo>
                    <a:cubicBezTo>
                      <a:pt x="68" y="15"/>
                      <a:pt x="69" y="14"/>
                      <a:pt x="70" y="14"/>
                    </a:cubicBezTo>
                    <a:cubicBezTo>
                      <a:pt x="71" y="13"/>
                      <a:pt x="73" y="11"/>
                      <a:pt x="74" y="11"/>
                    </a:cubicBezTo>
                    <a:cubicBezTo>
                      <a:pt x="75" y="10"/>
                      <a:pt x="78" y="9"/>
                      <a:pt x="79" y="9"/>
                    </a:cubicBezTo>
                    <a:cubicBezTo>
                      <a:pt x="79" y="9"/>
                      <a:pt x="83" y="8"/>
                      <a:pt x="82" y="8"/>
                    </a:cubicBezTo>
                    <a:cubicBezTo>
                      <a:pt x="83" y="8"/>
                      <a:pt x="83" y="8"/>
                      <a:pt x="84" y="8"/>
                    </a:cubicBezTo>
                    <a:cubicBezTo>
                      <a:pt x="85" y="8"/>
                      <a:pt x="86" y="8"/>
                      <a:pt x="87" y="8"/>
                    </a:cubicBezTo>
                    <a:cubicBezTo>
                      <a:pt x="87" y="8"/>
                      <a:pt x="88" y="8"/>
                      <a:pt x="89" y="8"/>
                    </a:cubicBezTo>
                    <a:cubicBezTo>
                      <a:pt x="90" y="8"/>
                      <a:pt x="90" y="8"/>
                      <a:pt x="91" y="7"/>
                    </a:cubicBezTo>
                    <a:cubicBezTo>
                      <a:pt x="92" y="7"/>
                      <a:pt x="93" y="7"/>
                      <a:pt x="93" y="7"/>
                    </a:cubicBezTo>
                    <a:cubicBezTo>
                      <a:pt x="94" y="6"/>
                      <a:pt x="94" y="6"/>
                      <a:pt x="95" y="6"/>
                    </a:cubicBezTo>
                    <a:cubicBezTo>
                      <a:pt x="95" y="5"/>
                      <a:pt x="96" y="5"/>
                      <a:pt x="96" y="5"/>
                    </a:cubicBezTo>
                    <a:cubicBezTo>
                      <a:pt x="97" y="5"/>
                      <a:pt x="97" y="4"/>
                      <a:pt x="97" y="4"/>
                    </a:cubicBezTo>
                    <a:cubicBezTo>
                      <a:pt x="98" y="4"/>
                      <a:pt x="98" y="4"/>
                      <a:pt x="98" y="4"/>
                    </a:cubicBezTo>
                    <a:cubicBezTo>
                      <a:pt x="99" y="3"/>
                      <a:pt x="100" y="3"/>
                      <a:pt x="101" y="2"/>
                    </a:cubicBezTo>
                    <a:cubicBezTo>
                      <a:pt x="102" y="2"/>
                      <a:pt x="103" y="2"/>
                      <a:pt x="104" y="2"/>
                    </a:cubicBezTo>
                    <a:cubicBezTo>
                      <a:pt x="105" y="2"/>
                      <a:pt x="107" y="3"/>
                      <a:pt x="109" y="3"/>
                    </a:cubicBezTo>
                    <a:cubicBezTo>
                      <a:pt x="110" y="3"/>
                      <a:pt x="111" y="4"/>
                      <a:pt x="111" y="4"/>
                    </a:cubicBezTo>
                    <a:cubicBezTo>
                      <a:pt x="112" y="4"/>
                      <a:pt x="113" y="4"/>
                      <a:pt x="114" y="4"/>
                    </a:cubicBezTo>
                    <a:cubicBezTo>
                      <a:pt x="114" y="4"/>
                      <a:pt x="115" y="3"/>
                      <a:pt x="116" y="3"/>
                    </a:cubicBezTo>
                    <a:cubicBezTo>
                      <a:pt x="116" y="3"/>
                      <a:pt x="117" y="4"/>
                      <a:pt x="117" y="4"/>
                    </a:cubicBezTo>
                    <a:cubicBezTo>
                      <a:pt x="117" y="3"/>
                      <a:pt x="118" y="3"/>
                      <a:pt x="119" y="3"/>
                    </a:cubicBezTo>
                    <a:cubicBezTo>
                      <a:pt x="120" y="3"/>
                      <a:pt x="121" y="3"/>
                      <a:pt x="121" y="3"/>
                    </a:cubicBezTo>
                    <a:cubicBezTo>
                      <a:pt x="122" y="3"/>
                      <a:pt x="122" y="3"/>
                      <a:pt x="122" y="3"/>
                    </a:cubicBezTo>
                    <a:cubicBezTo>
                      <a:pt x="122" y="2"/>
                      <a:pt x="122" y="2"/>
                      <a:pt x="123" y="2"/>
                    </a:cubicBezTo>
                    <a:cubicBezTo>
                      <a:pt x="123" y="2"/>
                      <a:pt x="124" y="2"/>
                      <a:pt x="124" y="2"/>
                    </a:cubicBezTo>
                    <a:cubicBezTo>
                      <a:pt x="127" y="1"/>
                      <a:pt x="129" y="0"/>
                      <a:pt x="130" y="0"/>
                    </a:cubicBezTo>
                    <a:cubicBezTo>
                      <a:pt x="131" y="1"/>
                      <a:pt x="132" y="1"/>
                      <a:pt x="132" y="2"/>
                    </a:cubicBezTo>
                    <a:cubicBezTo>
                      <a:pt x="132" y="2"/>
                      <a:pt x="132" y="3"/>
                      <a:pt x="131" y="3"/>
                    </a:cubicBezTo>
                    <a:cubicBezTo>
                      <a:pt x="131" y="4"/>
                      <a:pt x="131" y="4"/>
                      <a:pt x="131" y="5"/>
                    </a:cubicBezTo>
                    <a:cubicBezTo>
                      <a:pt x="131" y="5"/>
                      <a:pt x="131" y="5"/>
                      <a:pt x="132" y="6"/>
                    </a:cubicBezTo>
                    <a:cubicBezTo>
                      <a:pt x="132" y="7"/>
                      <a:pt x="132" y="8"/>
                      <a:pt x="131" y="9"/>
                    </a:cubicBezTo>
                    <a:cubicBezTo>
                      <a:pt x="131" y="10"/>
                      <a:pt x="131" y="11"/>
                      <a:pt x="130" y="11"/>
                    </a:cubicBezTo>
                    <a:cubicBezTo>
                      <a:pt x="130" y="12"/>
                      <a:pt x="130" y="13"/>
                      <a:pt x="129" y="14"/>
                    </a:cubicBezTo>
                    <a:cubicBezTo>
                      <a:pt x="128" y="15"/>
                      <a:pt x="128" y="16"/>
                      <a:pt x="127" y="17"/>
                    </a:cubicBezTo>
                    <a:cubicBezTo>
                      <a:pt x="127" y="17"/>
                      <a:pt x="126" y="18"/>
                      <a:pt x="126" y="18"/>
                    </a:cubicBezTo>
                    <a:cubicBezTo>
                      <a:pt x="125" y="18"/>
                      <a:pt x="125" y="19"/>
                      <a:pt x="124" y="19"/>
                    </a:cubicBezTo>
                    <a:cubicBezTo>
                      <a:pt x="124" y="20"/>
                      <a:pt x="123" y="20"/>
                      <a:pt x="123" y="21"/>
                    </a:cubicBezTo>
                    <a:cubicBezTo>
                      <a:pt x="121" y="23"/>
                      <a:pt x="118" y="26"/>
                      <a:pt x="116" y="28"/>
                    </a:cubicBezTo>
                    <a:cubicBezTo>
                      <a:pt x="115" y="29"/>
                      <a:pt x="113" y="33"/>
                      <a:pt x="112" y="34"/>
                    </a:cubicBezTo>
                    <a:cubicBezTo>
                      <a:pt x="111" y="34"/>
                      <a:pt x="112" y="34"/>
                      <a:pt x="112" y="36"/>
                    </a:cubicBezTo>
                    <a:cubicBezTo>
                      <a:pt x="112" y="36"/>
                      <a:pt x="112" y="36"/>
                      <a:pt x="113" y="36"/>
                    </a:cubicBezTo>
                    <a:cubicBezTo>
                      <a:pt x="113" y="36"/>
                      <a:pt x="114" y="36"/>
                      <a:pt x="115" y="36"/>
                    </a:cubicBezTo>
                    <a:cubicBezTo>
                      <a:pt x="116" y="36"/>
                      <a:pt x="117" y="36"/>
                      <a:pt x="118" y="35"/>
                    </a:cubicBezTo>
                    <a:cubicBezTo>
                      <a:pt x="119" y="35"/>
                      <a:pt x="119" y="34"/>
                      <a:pt x="120" y="34"/>
                    </a:cubicBezTo>
                    <a:cubicBezTo>
                      <a:pt x="121" y="34"/>
                      <a:pt x="122" y="33"/>
                      <a:pt x="123" y="33"/>
                    </a:cubicBezTo>
                    <a:cubicBezTo>
                      <a:pt x="126" y="32"/>
                      <a:pt x="128" y="32"/>
                      <a:pt x="132" y="32"/>
                    </a:cubicBezTo>
                    <a:cubicBezTo>
                      <a:pt x="133" y="32"/>
                      <a:pt x="135" y="34"/>
                      <a:pt x="137" y="34"/>
                    </a:cubicBezTo>
                    <a:cubicBezTo>
                      <a:pt x="138" y="36"/>
                      <a:pt x="139" y="35"/>
                      <a:pt x="141" y="36"/>
                    </a:cubicBezTo>
                    <a:cubicBezTo>
                      <a:pt x="142" y="36"/>
                      <a:pt x="144" y="38"/>
                      <a:pt x="145" y="39"/>
                    </a:cubicBezTo>
                    <a:cubicBezTo>
                      <a:pt x="146" y="39"/>
                      <a:pt x="148" y="41"/>
                      <a:pt x="149" y="41"/>
                    </a:cubicBezTo>
                    <a:cubicBezTo>
                      <a:pt x="149" y="42"/>
                      <a:pt x="150" y="42"/>
                      <a:pt x="150" y="42"/>
                    </a:cubicBezTo>
                    <a:cubicBezTo>
                      <a:pt x="152" y="46"/>
                      <a:pt x="151" y="47"/>
                      <a:pt x="151" y="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1" name="Freeform 6"/>
              <p:cNvSpPr/>
              <p:nvPr/>
            </p:nvSpPr>
            <p:spPr bwMode="auto">
              <a:xfrm>
                <a:off x="4068763" y="3132138"/>
                <a:ext cx="161925" cy="384175"/>
              </a:xfrm>
              <a:custGeom>
                <a:avLst/>
                <a:gdLst>
                  <a:gd name="T0" fmla="*/ 4 w 43"/>
                  <a:gd name="T1" fmla="*/ 101 h 102"/>
                  <a:gd name="T2" fmla="*/ 2 w 43"/>
                  <a:gd name="T3" fmla="*/ 100 h 102"/>
                  <a:gd name="T4" fmla="*/ 1 w 43"/>
                  <a:gd name="T5" fmla="*/ 97 h 102"/>
                  <a:gd name="T6" fmla="*/ 1 w 43"/>
                  <a:gd name="T7" fmla="*/ 89 h 102"/>
                  <a:gd name="T8" fmla="*/ 4 w 43"/>
                  <a:gd name="T9" fmla="*/ 75 h 102"/>
                  <a:gd name="T10" fmla="*/ 9 w 43"/>
                  <a:gd name="T11" fmla="*/ 65 h 102"/>
                  <a:gd name="T12" fmla="*/ 15 w 43"/>
                  <a:gd name="T13" fmla="*/ 52 h 102"/>
                  <a:gd name="T14" fmla="*/ 17 w 43"/>
                  <a:gd name="T15" fmla="*/ 45 h 102"/>
                  <a:gd name="T16" fmla="*/ 16 w 43"/>
                  <a:gd name="T17" fmla="*/ 42 h 102"/>
                  <a:gd name="T18" fmla="*/ 15 w 43"/>
                  <a:gd name="T19" fmla="*/ 40 h 102"/>
                  <a:gd name="T20" fmla="*/ 13 w 43"/>
                  <a:gd name="T21" fmla="*/ 37 h 102"/>
                  <a:gd name="T22" fmla="*/ 13 w 43"/>
                  <a:gd name="T23" fmla="*/ 27 h 102"/>
                  <a:gd name="T24" fmla="*/ 13 w 43"/>
                  <a:gd name="T25" fmla="*/ 23 h 102"/>
                  <a:gd name="T26" fmla="*/ 15 w 43"/>
                  <a:gd name="T27" fmla="*/ 16 h 102"/>
                  <a:gd name="T28" fmla="*/ 16 w 43"/>
                  <a:gd name="T29" fmla="*/ 13 h 102"/>
                  <a:gd name="T30" fmla="*/ 17 w 43"/>
                  <a:gd name="T31" fmla="*/ 10 h 102"/>
                  <a:gd name="T32" fmla="*/ 19 w 43"/>
                  <a:gd name="T33" fmla="*/ 8 h 102"/>
                  <a:gd name="T34" fmla="*/ 20 w 43"/>
                  <a:gd name="T35" fmla="*/ 6 h 102"/>
                  <a:gd name="T36" fmla="*/ 24 w 43"/>
                  <a:gd name="T37" fmla="*/ 3 h 102"/>
                  <a:gd name="T38" fmla="*/ 29 w 43"/>
                  <a:gd name="T39" fmla="*/ 0 h 102"/>
                  <a:gd name="T40" fmla="*/ 34 w 43"/>
                  <a:gd name="T41" fmla="*/ 1 h 102"/>
                  <a:gd name="T42" fmla="*/ 39 w 43"/>
                  <a:gd name="T43" fmla="*/ 8 h 102"/>
                  <a:gd name="T44" fmla="*/ 42 w 43"/>
                  <a:gd name="T45" fmla="*/ 16 h 102"/>
                  <a:gd name="T46" fmla="*/ 42 w 43"/>
                  <a:gd name="T47" fmla="*/ 22 h 102"/>
                  <a:gd name="T48" fmla="*/ 39 w 43"/>
                  <a:gd name="T49" fmla="*/ 26 h 102"/>
                  <a:gd name="T50" fmla="*/ 35 w 43"/>
                  <a:gd name="T51" fmla="*/ 31 h 102"/>
                  <a:gd name="T52" fmla="*/ 34 w 43"/>
                  <a:gd name="T53" fmla="*/ 42 h 102"/>
                  <a:gd name="T54" fmla="*/ 32 w 43"/>
                  <a:gd name="T55" fmla="*/ 52 h 102"/>
                  <a:gd name="T56" fmla="*/ 31 w 43"/>
                  <a:gd name="T57" fmla="*/ 57 h 102"/>
                  <a:gd name="T58" fmla="*/ 30 w 43"/>
                  <a:gd name="T59" fmla="*/ 63 h 102"/>
                  <a:gd name="T60" fmla="*/ 26 w 43"/>
                  <a:gd name="T61" fmla="*/ 75 h 102"/>
                  <a:gd name="T62" fmla="*/ 25 w 43"/>
                  <a:gd name="T63" fmla="*/ 77 h 102"/>
                  <a:gd name="T64" fmla="*/ 21 w 43"/>
                  <a:gd name="T65" fmla="*/ 86 h 102"/>
                  <a:gd name="T66" fmla="*/ 6 w 43"/>
                  <a:gd name="T67" fmla="*/ 102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43" h="102">
                    <a:moveTo>
                      <a:pt x="6" y="102"/>
                    </a:moveTo>
                    <a:cubicBezTo>
                      <a:pt x="5" y="102"/>
                      <a:pt x="5" y="102"/>
                      <a:pt x="4" y="101"/>
                    </a:cubicBezTo>
                    <a:cubicBezTo>
                      <a:pt x="4" y="101"/>
                      <a:pt x="3" y="101"/>
                      <a:pt x="3" y="101"/>
                    </a:cubicBezTo>
                    <a:cubicBezTo>
                      <a:pt x="2" y="101"/>
                      <a:pt x="2" y="100"/>
                      <a:pt x="2" y="100"/>
                    </a:cubicBezTo>
                    <a:cubicBezTo>
                      <a:pt x="2" y="100"/>
                      <a:pt x="1" y="99"/>
                      <a:pt x="1" y="98"/>
                    </a:cubicBezTo>
                    <a:cubicBezTo>
                      <a:pt x="1" y="98"/>
                      <a:pt x="1" y="97"/>
                      <a:pt x="1" y="97"/>
                    </a:cubicBezTo>
                    <a:cubicBezTo>
                      <a:pt x="1" y="96"/>
                      <a:pt x="1" y="95"/>
                      <a:pt x="1" y="95"/>
                    </a:cubicBezTo>
                    <a:cubicBezTo>
                      <a:pt x="1" y="94"/>
                      <a:pt x="0" y="92"/>
                      <a:pt x="1" y="89"/>
                    </a:cubicBezTo>
                    <a:cubicBezTo>
                      <a:pt x="1" y="87"/>
                      <a:pt x="2" y="86"/>
                      <a:pt x="2" y="84"/>
                    </a:cubicBezTo>
                    <a:cubicBezTo>
                      <a:pt x="3" y="81"/>
                      <a:pt x="3" y="77"/>
                      <a:pt x="4" y="75"/>
                    </a:cubicBezTo>
                    <a:cubicBezTo>
                      <a:pt x="5" y="72"/>
                      <a:pt x="7" y="68"/>
                      <a:pt x="8" y="65"/>
                    </a:cubicBezTo>
                    <a:cubicBezTo>
                      <a:pt x="8" y="65"/>
                      <a:pt x="9" y="65"/>
                      <a:pt x="9" y="65"/>
                    </a:cubicBezTo>
                    <a:cubicBezTo>
                      <a:pt x="9" y="64"/>
                      <a:pt x="10" y="63"/>
                      <a:pt x="10" y="62"/>
                    </a:cubicBezTo>
                    <a:cubicBezTo>
                      <a:pt x="12" y="59"/>
                      <a:pt x="14" y="56"/>
                      <a:pt x="15" y="52"/>
                    </a:cubicBezTo>
                    <a:cubicBezTo>
                      <a:pt x="15" y="51"/>
                      <a:pt x="17" y="50"/>
                      <a:pt x="17" y="48"/>
                    </a:cubicBezTo>
                    <a:cubicBezTo>
                      <a:pt x="17" y="47"/>
                      <a:pt x="17" y="46"/>
                      <a:pt x="17" y="45"/>
                    </a:cubicBezTo>
                    <a:cubicBezTo>
                      <a:pt x="17" y="45"/>
                      <a:pt x="17" y="44"/>
                      <a:pt x="17" y="44"/>
                    </a:cubicBezTo>
                    <a:cubicBezTo>
                      <a:pt x="17" y="43"/>
                      <a:pt x="17" y="42"/>
                      <a:pt x="16" y="42"/>
                    </a:cubicBezTo>
                    <a:cubicBezTo>
                      <a:pt x="16" y="41"/>
                      <a:pt x="16" y="41"/>
                      <a:pt x="16" y="41"/>
                    </a:cubicBezTo>
                    <a:cubicBezTo>
                      <a:pt x="16" y="41"/>
                      <a:pt x="15" y="40"/>
                      <a:pt x="15" y="40"/>
                    </a:cubicBezTo>
                    <a:cubicBezTo>
                      <a:pt x="15" y="39"/>
                      <a:pt x="14" y="39"/>
                      <a:pt x="14" y="39"/>
                    </a:cubicBezTo>
                    <a:cubicBezTo>
                      <a:pt x="14" y="38"/>
                      <a:pt x="14" y="38"/>
                      <a:pt x="13" y="37"/>
                    </a:cubicBezTo>
                    <a:cubicBezTo>
                      <a:pt x="13" y="37"/>
                      <a:pt x="13" y="36"/>
                      <a:pt x="13" y="34"/>
                    </a:cubicBezTo>
                    <a:cubicBezTo>
                      <a:pt x="13" y="32"/>
                      <a:pt x="13" y="29"/>
                      <a:pt x="13" y="27"/>
                    </a:cubicBezTo>
                    <a:cubicBezTo>
                      <a:pt x="13" y="26"/>
                      <a:pt x="13" y="25"/>
                      <a:pt x="13" y="25"/>
                    </a:cubicBezTo>
                    <a:cubicBezTo>
                      <a:pt x="13" y="24"/>
                      <a:pt x="13" y="24"/>
                      <a:pt x="13" y="23"/>
                    </a:cubicBezTo>
                    <a:cubicBezTo>
                      <a:pt x="13" y="23"/>
                      <a:pt x="14" y="23"/>
                      <a:pt x="14" y="22"/>
                    </a:cubicBezTo>
                    <a:cubicBezTo>
                      <a:pt x="14" y="21"/>
                      <a:pt x="15" y="17"/>
                      <a:pt x="15" y="16"/>
                    </a:cubicBezTo>
                    <a:cubicBezTo>
                      <a:pt x="15" y="16"/>
                      <a:pt x="15" y="15"/>
                      <a:pt x="16" y="15"/>
                    </a:cubicBezTo>
                    <a:cubicBezTo>
                      <a:pt x="16" y="14"/>
                      <a:pt x="16" y="14"/>
                      <a:pt x="16" y="13"/>
                    </a:cubicBezTo>
                    <a:cubicBezTo>
                      <a:pt x="16" y="12"/>
                      <a:pt x="17" y="12"/>
                      <a:pt x="17" y="11"/>
                    </a:cubicBezTo>
                    <a:cubicBezTo>
                      <a:pt x="17" y="11"/>
                      <a:pt x="17" y="10"/>
                      <a:pt x="17" y="10"/>
                    </a:cubicBezTo>
                    <a:cubicBezTo>
                      <a:pt x="18" y="10"/>
                      <a:pt x="18" y="10"/>
                      <a:pt x="18" y="10"/>
                    </a:cubicBezTo>
                    <a:cubicBezTo>
                      <a:pt x="18" y="9"/>
                      <a:pt x="18" y="9"/>
                      <a:pt x="19" y="8"/>
                    </a:cubicBezTo>
                    <a:cubicBezTo>
                      <a:pt x="19" y="8"/>
                      <a:pt x="19" y="7"/>
                      <a:pt x="19" y="7"/>
                    </a:cubicBezTo>
                    <a:cubicBezTo>
                      <a:pt x="19" y="7"/>
                      <a:pt x="19" y="7"/>
                      <a:pt x="20" y="6"/>
                    </a:cubicBezTo>
                    <a:cubicBezTo>
                      <a:pt x="21" y="5"/>
                      <a:pt x="21" y="5"/>
                      <a:pt x="22" y="4"/>
                    </a:cubicBezTo>
                    <a:cubicBezTo>
                      <a:pt x="22" y="4"/>
                      <a:pt x="23" y="3"/>
                      <a:pt x="24" y="3"/>
                    </a:cubicBezTo>
                    <a:cubicBezTo>
                      <a:pt x="24" y="2"/>
                      <a:pt x="25" y="1"/>
                      <a:pt x="26" y="1"/>
                    </a:cubicBezTo>
                    <a:cubicBezTo>
                      <a:pt x="27" y="1"/>
                      <a:pt x="29" y="0"/>
                      <a:pt x="29" y="0"/>
                    </a:cubicBezTo>
                    <a:cubicBezTo>
                      <a:pt x="30" y="0"/>
                      <a:pt x="31" y="0"/>
                      <a:pt x="31" y="0"/>
                    </a:cubicBezTo>
                    <a:cubicBezTo>
                      <a:pt x="33" y="1"/>
                      <a:pt x="33" y="1"/>
                      <a:pt x="34" y="1"/>
                    </a:cubicBezTo>
                    <a:cubicBezTo>
                      <a:pt x="35" y="2"/>
                      <a:pt x="38" y="4"/>
                      <a:pt x="38" y="6"/>
                    </a:cubicBezTo>
                    <a:cubicBezTo>
                      <a:pt x="38" y="8"/>
                      <a:pt x="39" y="8"/>
                      <a:pt x="39" y="8"/>
                    </a:cubicBezTo>
                    <a:cubicBezTo>
                      <a:pt x="39" y="9"/>
                      <a:pt x="39" y="9"/>
                      <a:pt x="40" y="11"/>
                    </a:cubicBezTo>
                    <a:cubicBezTo>
                      <a:pt x="40" y="12"/>
                      <a:pt x="41" y="15"/>
                      <a:pt x="42" y="16"/>
                    </a:cubicBezTo>
                    <a:cubicBezTo>
                      <a:pt x="43" y="17"/>
                      <a:pt x="42" y="18"/>
                      <a:pt x="43" y="19"/>
                    </a:cubicBezTo>
                    <a:cubicBezTo>
                      <a:pt x="43" y="22"/>
                      <a:pt x="43" y="18"/>
                      <a:pt x="42" y="22"/>
                    </a:cubicBezTo>
                    <a:cubicBezTo>
                      <a:pt x="42" y="22"/>
                      <a:pt x="42" y="23"/>
                      <a:pt x="42" y="24"/>
                    </a:cubicBezTo>
                    <a:cubicBezTo>
                      <a:pt x="41" y="25"/>
                      <a:pt x="40" y="25"/>
                      <a:pt x="39" y="26"/>
                    </a:cubicBezTo>
                    <a:cubicBezTo>
                      <a:pt x="38" y="27"/>
                      <a:pt x="37" y="28"/>
                      <a:pt x="36" y="29"/>
                    </a:cubicBezTo>
                    <a:cubicBezTo>
                      <a:pt x="35" y="30"/>
                      <a:pt x="35" y="30"/>
                      <a:pt x="35" y="31"/>
                    </a:cubicBezTo>
                    <a:cubicBezTo>
                      <a:pt x="35" y="32"/>
                      <a:pt x="34" y="33"/>
                      <a:pt x="34" y="34"/>
                    </a:cubicBezTo>
                    <a:cubicBezTo>
                      <a:pt x="34" y="37"/>
                      <a:pt x="34" y="41"/>
                      <a:pt x="34" y="42"/>
                    </a:cubicBezTo>
                    <a:cubicBezTo>
                      <a:pt x="33" y="44"/>
                      <a:pt x="33" y="46"/>
                      <a:pt x="33" y="49"/>
                    </a:cubicBezTo>
                    <a:cubicBezTo>
                      <a:pt x="33" y="50"/>
                      <a:pt x="32" y="51"/>
                      <a:pt x="32" y="52"/>
                    </a:cubicBezTo>
                    <a:cubicBezTo>
                      <a:pt x="32" y="54"/>
                      <a:pt x="32" y="55"/>
                      <a:pt x="31" y="57"/>
                    </a:cubicBezTo>
                    <a:cubicBezTo>
                      <a:pt x="31" y="57"/>
                      <a:pt x="31" y="57"/>
                      <a:pt x="31" y="57"/>
                    </a:cubicBezTo>
                    <a:cubicBezTo>
                      <a:pt x="31" y="58"/>
                      <a:pt x="31" y="58"/>
                      <a:pt x="31" y="59"/>
                    </a:cubicBezTo>
                    <a:cubicBezTo>
                      <a:pt x="30" y="60"/>
                      <a:pt x="30" y="62"/>
                      <a:pt x="30" y="63"/>
                    </a:cubicBezTo>
                    <a:cubicBezTo>
                      <a:pt x="29" y="67"/>
                      <a:pt x="27" y="71"/>
                      <a:pt x="26" y="74"/>
                    </a:cubicBezTo>
                    <a:cubicBezTo>
                      <a:pt x="26" y="74"/>
                      <a:pt x="26" y="74"/>
                      <a:pt x="26" y="75"/>
                    </a:cubicBezTo>
                    <a:cubicBezTo>
                      <a:pt x="26" y="75"/>
                      <a:pt x="26" y="75"/>
                      <a:pt x="26" y="75"/>
                    </a:cubicBezTo>
                    <a:cubicBezTo>
                      <a:pt x="26" y="76"/>
                      <a:pt x="25" y="77"/>
                      <a:pt x="25" y="77"/>
                    </a:cubicBezTo>
                    <a:cubicBezTo>
                      <a:pt x="25" y="79"/>
                      <a:pt x="24" y="80"/>
                      <a:pt x="23" y="82"/>
                    </a:cubicBezTo>
                    <a:cubicBezTo>
                      <a:pt x="22" y="83"/>
                      <a:pt x="21" y="84"/>
                      <a:pt x="21" y="86"/>
                    </a:cubicBezTo>
                    <a:cubicBezTo>
                      <a:pt x="17" y="90"/>
                      <a:pt x="15" y="99"/>
                      <a:pt x="10" y="102"/>
                    </a:cubicBezTo>
                    <a:cubicBezTo>
                      <a:pt x="9" y="102"/>
                      <a:pt x="7" y="102"/>
                      <a:pt x="6" y="1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2" name="Freeform 7"/>
              <p:cNvSpPr/>
              <p:nvPr/>
            </p:nvSpPr>
            <p:spPr bwMode="auto">
              <a:xfrm>
                <a:off x="4254501" y="3016250"/>
                <a:ext cx="458788" cy="481013"/>
              </a:xfrm>
              <a:custGeom>
                <a:avLst/>
                <a:gdLst>
                  <a:gd name="T0" fmla="*/ 82 w 122"/>
                  <a:gd name="T1" fmla="*/ 4 h 128"/>
                  <a:gd name="T2" fmla="*/ 89 w 122"/>
                  <a:gd name="T3" fmla="*/ 10 h 128"/>
                  <a:gd name="T4" fmla="*/ 94 w 122"/>
                  <a:gd name="T5" fmla="*/ 15 h 128"/>
                  <a:gd name="T6" fmla="*/ 99 w 122"/>
                  <a:gd name="T7" fmla="*/ 19 h 128"/>
                  <a:gd name="T8" fmla="*/ 108 w 122"/>
                  <a:gd name="T9" fmla="*/ 28 h 128"/>
                  <a:gd name="T10" fmla="*/ 116 w 122"/>
                  <a:gd name="T11" fmla="*/ 36 h 128"/>
                  <a:gd name="T12" fmla="*/ 120 w 122"/>
                  <a:gd name="T13" fmla="*/ 42 h 128"/>
                  <a:gd name="T14" fmla="*/ 122 w 122"/>
                  <a:gd name="T15" fmla="*/ 60 h 128"/>
                  <a:gd name="T16" fmla="*/ 122 w 122"/>
                  <a:gd name="T17" fmla="*/ 68 h 128"/>
                  <a:gd name="T18" fmla="*/ 120 w 122"/>
                  <a:gd name="T19" fmla="*/ 79 h 128"/>
                  <a:gd name="T20" fmla="*/ 118 w 122"/>
                  <a:gd name="T21" fmla="*/ 87 h 128"/>
                  <a:gd name="T22" fmla="*/ 116 w 122"/>
                  <a:gd name="T23" fmla="*/ 96 h 128"/>
                  <a:gd name="T24" fmla="*/ 111 w 122"/>
                  <a:gd name="T25" fmla="*/ 108 h 128"/>
                  <a:gd name="T26" fmla="*/ 104 w 122"/>
                  <a:gd name="T27" fmla="*/ 114 h 128"/>
                  <a:gd name="T28" fmla="*/ 88 w 122"/>
                  <a:gd name="T29" fmla="*/ 125 h 128"/>
                  <a:gd name="T30" fmla="*/ 83 w 122"/>
                  <a:gd name="T31" fmla="*/ 128 h 128"/>
                  <a:gd name="T32" fmla="*/ 78 w 122"/>
                  <a:gd name="T33" fmla="*/ 128 h 128"/>
                  <a:gd name="T34" fmla="*/ 71 w 122"/>
                  <a:gd name="T35" fmla="*/ 124 h 128"/>
                  <a:gd name="T36" fmla="*/ 69 w 122"/>
                  <a:gd name="T37" fmla="*/ 118 h 128"/>
                  <a:gd name="T38" fmla="*/ 70 w 122"/>
                  <a:gd name="T39" fmla="*/ 115 h 128"/>
                  <a:gd name="T40" fmla="*/ 78 w 122"/>
                  <a:gd name="T41" fmla="*/ 107 h 128"/>
                  <a:gd name="T42" fmla="*/ 81 w 122"/>
                  <a:gd name="T43" fmla="*/ 105 h 128"/>
                  <a:gd name="T44" fmla="*/ 87 w 122"/>
                  <a:gd name="T45" fmla="*/ 101 h 128"/>
                  <a:gd name="T46" fmla="*/ 92 w 122"/>
                  <a:gd name="T47" fmla="*/ 93 h 128"/>
                  <a:gd name="T48" fmla="*/ 97 w 122"/>
                  <a:gd name="T49" fmla="*/ 78 h 128"/>
                  <a:gd name="T50" fmla="*/ 94 w 122"/>
                  <a:gd name="T51" fmla="*/ 48 h 128"/>
                  <a:gd name="T52" fmla="*/ 88 w 122"/>
                  <a:gd name="T53" fmla="*/ 41 h 128"/>
                  <a:gd name="T54" fmla="*/ 81 w 122"/>
                  <a:gd name="T55" fmla="*/ 34 h 128"/>
                  <a:gd name="T56" fmla="*/ 76 w 122"/>
                  <a:gd name="T57" fmla="*/ 29 h 128"/>
                  <a:gd name="T58" fmla="*/ 63 w 122"/>
                  <a:gd name="T59" fmla="*/ 25 h 128"/>
                  <a:gd name="T60" fmla="*/ 57 w 122"/>
                  <a:gd name="T61" fmla="*/ 27 h 128"/>
                  <a:gd name="T62" fmla="*/ 45 w 122"/>
                  <a:gd name="T63" fmla="*/ 34 h 128"/>
                  <a:gd name="T64" fmla="*/ 42 w 122"/>
                  <a:gd name="T65" fmla="*/ 36 h 128"/>
                  <a:gd name="T66" fmla="*/ 31 w 122"/>
                  <a:gd name="T67" fmla="*/ 45 h 128"/>
                  <a:gd name="T68" fmla="*/ 25 w 122"/>
                  <a:gd name="T69" fmla="*/ 48 h 128"/>
                  <a:gd name="T70" fmla="*/ 16 w 122"/>
                  <a:gd name="T71" fmla="*/ 49 h 128"/>
                  <a:gd name="T72" fmla="*/ 8 w 122"/>
                  <a:gd name="T73" fmla="*/ 46 h 128"/>
                  <a:gd name="T74" fmla="*/ 5 w 122"/>
                  <a:gd name="T75" fmla="*/ 44 h 128"/>
                  <a:gd name="T76" fmla="*/ 0 w 122"/>
                  <a:gd name="T77" fmla="*/ 36 h 128"/>
                  <a:gd name="T78" fmla="*/ 14 w 122"/>
                  <a:gd name="T79" fmla="*/ 23 h 128"/>
                  <a:gd name="T80" fmla="*/ 22 w 122"/>
                  <a:gd name="T81" fmla="*/ 23 h 128"/>
                  <a:gd name="T82" fmla="*/ 36 w 122"/>
                  <a:gd name="T83" fmla="*/ 16 h 128"/>
                  <a:gd name="T84" fmla="*/ 49 w 122"/>
                  <a:gd name="T85" fmla="*/ 9 h 128"/>
                  <a:gd name="T86" fmla="*/ 57 w 122"/>
                  <a:gd name="T87" fmla="*/ 5 h 128"/>
                  <a:gd name="T88" fmla="*/ 62 w 122"/>
                  <a:gd name="T89" fmla="*/ 2 h 128"/>
                  <a:gd name="T90" fmla="*/ 65 w 122"/>
                  <a:gd name="T91" fmla="*/ 1 h 128"/>
                  <a:gd name="T92" fmla="*/ 68 w 122"/>
                  <a:gd name="T93" fmla="*/ 1 h 128"/>
                  <a:gd name="T94" fmla="*/ 77 w 122"/>
                  <a:gd name="T95" fmla="*/ 1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22" h="128">
                    <a:moveTo>
                      <a:pt x="77" y="1"/>
                    </a:moveTo>
                    <a:cubicBezTo>
                      <a:pt x="78" y="1"/>
                      <a:pt x="79" y="3"/>
                      <a:pt x="81" y="3"/>
                    </a:cubicBezTo>
                    <a:cubicBezTo>
                      <a:pt x="82" y="3"/>
                      <a:pt x="81" y="4"/>
                      <a:pt x="82" y="4"/>
                    </a:cubicBezTo>
                    <a:cubicBezTo>
                      <a:pt x="83" y="5"/>
                      <a:pt x="84" y="6"/>
                      <a:pt x="85" y="6"/>
                    </a:cubicBezTo>
                    <a:cubicBezTo>
                      <a:pt x="86" y="7"/>
                      <a:pt x="86" y="7"/>
                      <a:pt x="87" y="8"/>
                    </a:cubicBezTo>
                    <a:cubicBezTo>
                      <a:pt x="88" y="8"/>
                      <a:pt x="88" y="8"/>
                      <a:pt x="89" y="10"/>
                    </a:cubicBezTo>
                    <a:cubicBezTo>
                      <a:pt x="90" y="11"/>
                      <a:pt x="91" y="11"/>
                      <a:pt x="92" y="12"/>
                    </a:cubicBezTo>
                    <a:cubicBezTo>
                      <a:pt x="92" y="12"/>
                      <a:pt x="93" y="13"/>
                      <a:pt x="94" y="14"/>
                    </a:cubicBezTo>
                    <a:cubicBezTo>
                      <a:pt x="94" y="14"/>
                      <a:pt x="94" y="14"/>
                      <a:pt x="94" y="15"/>
                    </a:cubicBezTo>
                    <a:cubicBezTo>
                      <a:pt x="95" y="15"/>
                      <a:pt x="95" y="15"/>
                      <a:pt x="96" y="16"/>
                    </a:cubicBezTo>
                    <a:cubicBezTo>
                      <a:pt x="96" y="16"/>
                      <a:pt x="96" y="16"/>
                      <a:pt x="96" y="17"/>
                    </a:cubicBezTo>
                    <a:cubicBezTo>
                      <a:pt x="97" y="17"/>
                      <a:pt x="98" y="18"/>
                      <a:pt x="99" y="19"/>
                    </a:cubicBezTo>
                    <a:cubicBezTo>
                      <a:pt x="100" y="20"/>
                      <a:pt x="100" y="21"/>
                      <a:pt x="102" y="22"/>
                    </a:cubicBezTo>
                    <a:cubicBezTo>
                      <a:pt x="103" y="23"/>
                      <a:pt x="104" y="24"/>
                      <a:pt x="105" y="25"/>
                    </a:cubicBezTo>
                    <a:cubicBezTo>
                      <a:pt x="106" y="25"/>
                      <a:pt x="107" y="27"/>
                      <a:pt x="108" y="28"/>
                    </a:cubicBezTo>
                    <a:cubicBezTo>
                      <a:pt x="109" y="29"/>
                      <a:pt x="110" y="30"/>
                      <a:pt x="111" y="32"/>
                    </a:cubicBezTo>
                    <a:cubicBezTo>
                      <a:pt x="112" y="32"/>
                      <a:pt x="113" y="33"/>
                      <a:pt x="114" y="34"/>
                    </a:cubicBezTo>
                    <a:cubicBezTo>
                      <a:pt x="114" y="35"/>
                      <a:pt x="115" y="35"/>
                      <a:pt x="116" y="36"/>
                    </a:cubicBezTo>
                    <a:cubicBezTo>
                      <a:pt x="116" y="37"/>
                      <a:pt x="117" y="37"/>
                      <a:pt x="117" y="38"/>
                    </a:cubicBezTo>
                    <a:cubicBezTo>
                      <a:pt x="117" y="38"/>
                      <a:pt x="118" y="39"/>
                      <a:pt x="118" y="39"/>
                    </a:cubicBezTo>
                    <a:cubicBezTo>
                      <a:pt x="119" y="40"/>
                      <a:pt x="119" y="41"/>
                      <a:pt x="120" y="42"/>
                    </a:cubicBezTo>
                    <a:cubicBezTo>
                      <a:pt x="121" y="43"/>
                      <a:pt x="121" y="45"/>
                      <a:pt x="122" y="46"/>
                    </a:cubicBezTo>
                    <a:cubicBezTo>
                      <a:pt x="122" y="48"/>
                      <a:pt x="122" y="49"/>
                      <a:pt x="122" y="50"/>
                    </a:cubicBezTo>
                    <a:cubicBezTo>
                      <a:pt x="122" y="53"/>
                      <a:pt x="122" y="57"/>
                      <a:pt x="122" y="60"/>
                    </a:cubicBezTo>
                    <a:cubicBezTo>
                      <a:pt x="122" y="60"/>
                      <a:pt x="122" y="61"/>
                      <a:pt x="122" y="62"/>
                    </a:cubicBezTo>
                    <a:cubicBezTo>
                      <a:pt x="122" y="63"/>
                      <a:pt x="122" y="64"/>
                      <a:pt x="122" y="66"/>
                    </a:cubicBezTo>
                    <a:cubicBezTo>
                      <a:pt x="122" y="67"/>
                      <a:pt x="122" y="67"/>
                      <a:pt x="122" y="68"/>
                    </a:cubicBezTo>
                    <a:cubicBezTo>
                      <a:pt x="121" y="69"/>
                      <a:pt x="121" y="70"/>
                      <a:pt x="121" y="72"/>
                    </a:cubicBezTo>
                    <a:cubicBezTo>
                      <a:pt x="120" y="74"/>
                      <a:pt x="120" y="75"/>
                      <a:pt x="120" y="77"/>
                    </a:cubicBezTo>
                    <a:cubicBezTo>
                      <a:pt x="120" y="78"/>
                      <a:pt x="120" y="78"/>
                      <a:pt x="120" y="79"/>
                    </a:cubicBezTo>
                    <a:cubicBezTo>
                      <a:pt x="120" y="79"/>
                      <a:pt x="120" y="80"/>
                      <a:pt x="120" y="81"/>
                    </a:cubicBezTo>
                    <a:cubicBezTo>
                      <a:pt x="119" y="81"/>
                      <a:pt x="119" y="82"/>
                      <a:pt x="119" y="82"/>
                    </a:cubicBezTo>
                    <a:cubicBezTo>
                      <a:pt x="119" y="84"/>
                      <a:pt x="119" y="86"/>
                      <a:pt x="118" y="87"/>
                    </a:cubicBezTo>
                    <a:cubicBezTo>
                      <a:pt x="118" y="87"/>
                      <a:pt x="118" y="88"/>
                      <a:pt x="118" y="88"/>
                    </a:cubicBezTo>
                    <a:cubicBezTo>
                      <a:pt x="118" y="90"/>
                      <a:pt x="118" y="91"/>
                      <a:pt x="117" y="93"/>
                    </a:cubicBezTo>
                    <a:cubicBezTo>
                      <a:pt x="117" y="94"/>
                      <a:pt x="117" y="95"/>
                      <a:pt x="116" y="96"/>
                    </a:cubicBezTo>
                    <a:cubicBezTo>
                      <a:pt x="116" y="97"/>
                      <a:pt x="116" y="98"/>
                      <a:pt x="116" y="99"/>
                    </a:cubicBezTo>
                    <a:cubicBezTo>
                      <a:pt x="115" y="100"/>
                      <a:pt x="114" y="102"/>
                      <a:pt x="114" y="103"/>
                    </a:cubicBezTo>
                    <a:cubicBezTo>
                      <a:pt x="113" y="105"/>
                      <a:pt x="112" y="106"/>
                      <a:pt x="111" y="108"/>
                    </a:cubicBezTo>
                    <a:cubicBezTo>
                      <a:pt x="111" y="108"/>
                      <a:pt x="110" y="109"/>
                      <a:pt x="110" y="110"/>
                    </a:cubicBezTo>
                    <a:cubicBezTo>
                      <a:pt x="107" y="112"/>
                      <a:pt x="107" y="112"/>
                      <a:pt x="105" y="114"/>
                    </a:cubicBezTo>
                    <a:cubicBezTo>
                      <a:pt x="104" y="114"/>
                      <a:pt x="104" y="114"/>
                      <a:pt x="104" y="114"/>
                    </a:cubicBezTo>
                    <a:cubicBezTo>
                      <a:pt x="103" y="114"/>
                      <a:pt x="99" y="118"/>
                      <a:pt x="97" y="119"/>
                    </a:cubicBezTo>
                    <a:cubicBezTo>
                      <a:pt x="95" y="121"/>
                      <a:pt x="92" y="121"/>
                      <a:pt x="91" y="123"/>
                    </a:cubicBezTo>
                    <a:cubicBezTo>
                      <a:pt x="89" y="124"/>
                      <a:pt x="89" y="124"/>
                      <a:pt x="88" y="125"/>
                    </a:cubicBezTo>
                    <a:cubicBezTo>
                      <a:pt x="87" y="125"/>
                      <a:pt x="87" y="126"/>
                      <a:pt x="87" y="126"/>
                    </a:cubicBezTo>
                    <a:cubicBezTo>
                      <a:pt x="87" y="126"/>
                      <a:pt x="85" y="127"/>
                      <a:pt x="85" y="128"/>
                    </a:cubicBezTo>
                    <a:cubicBezTo>
                      <a:pt x="84" y="128"/>
                      <a:pt x="83" y="128"/>
                      <a:pt x="83" y="128"/>
                    </a:cubicBezTo>
                    <a:cubicBezTo>
                      <a:pt x="83" y="128"/>
                      <a:pt x="82" y="128"/>
                      <a:pt x="82" y="128"/>
                    </a:cubicBezTo>
                    <a:cubicBezTo>
                      <a:pt x="81" y="128"/>
                      <a:pt x="80" y="128"/>
                      <a:pt x="80" y="128"/>
                    </a:cubicBezTo>
                    <a:cubicBezTo>
                      <a:pt x="79" y="128"/>
                      <a:pt x="78" y="128"/>
                      <a:pt x="78" y="128"/>
                    </a:cubicBezTo>
                    <a:cubicBezTo>
                      <a:pt x="76" y="128"/>
                      <a:pt x="76" y="127"/>
                      <a:pt x="74" y="127"/>
                    </a:cubicBezTo>
                    <a:cubicBezTo>
                      <a:pt x="73" y="127"/>
                      <a:pt x="72" y="126"/>
                      <a:pt x="71" y="125"/>
                    </a:cubicBezTo>
                    <a:cubicBezTo>
                      <a:pt x="71" y="124"/>
                      <a:pt x="71" y="124"/>
                      <a:pt x="71" y="124"/>
                    </a:cubicBezTo>
                    <a:cubicBezTo>
                      <a:pt x="69" y="124"/>
                      <a:pt x="70" y="123"/>
                      <a:pt x="70" y="122"/>
                    </a:cubicBezTo>
                    <a:cubicBezTo>
                      <a:pt x="70" y="122"/>
                      <a:pt x="70" y="121"/>
                      <a:pt x="70" y="121"/>
                    </a:cubicBezTo>
                    <a:cubicBezTo>
                      <a:pt x="70" y="119"/>
                      <a:pt x="69" y="119"/>
                      <a:pt x="69" y="118"/>
                    </a:cubicBezTo>
                    <a:cubicBezTo>
                      <a:pt x="69" y="118"/>
                      <a:pt x="69" y="118"/>
                      <a:pt x="69" y="117"/>
                    </a:cubicBezTo>
                    <a:cubicBezTo>
                      <a:pt x="69" y="117"/>
                      <a:pt x="69" y="117"/>
                      <a:pt x="70" y="116"/>
                    </a:cubicBezTo>
                    <a:cubicBezTo>
                      <a:pt x="70" y="116"/>
                      <a:pt x="70" y="115"/>
                      <a:pt x="70" y="115"/>
                    </a:cubicBezTo>
                    <a:cubicBezTo>
                      <a:pt x="71" y="114"/>
                      <a:pt x="71" y="113"/>
                      <a:pt x="72" y="112"/>
                    </a:cubicBezTo>
                    <a:cubicBezTo>
                      <a:pt x="73" y="110"/>
                      <a:pt x="75" y="110"/>
                      <a:pt x="76" y="108"/>
                    </a:cubicBezTo>
                    <a:cubicBezTo>
                      <a:pt x="77" y="108"/>
                      <a:pt x="77" y="107"/>
                      <a:pt x="78" y="107"/>
                    </a:cubicBezTo>
                    <a:cubicBezTo>
                      <a:pt x="79" y="106"/>
                      <a:pt x="79" y="106"/>
                      <a:pt x="80" y="106"/>
                    </a:cubicBezTo>
                    <a:cubicBezTo>
                      <a:pt x="80" y="106"/>
                      <a:pt x="80" y="105"/>
                      <a:pt x="80" y="105"/>
                    </a:cubicBezTo>
                    <a:cubicBezTo>
                      <a:pt x="81" y="105"/>
                      <a:pt x="81" y="105"/>
                      <a:pt x="81" y="105"/>
                    </a:cubicBezTo>
                    <a:cubicBezTo>
                      <a:pt x="82" y="104"/>
                      <a:pt x="82" y="104"/>
                      <a:pt x="83" y="104"/>
                    </a:cubicBezTo>
                    <a:cubicBezTo>
                      <a:pt x="83" y="104"/>
                      <a:pt x="84" y="103"/>
                      <a:pt x="84" y="103"/>
                    </a:cubicBezTo>
                    <a:cubicBezTo>
                      <a:pt x="85" y="102"/>
                      <a:pt x="86" y="102"/>
                      <a:pt x="87" y="101"/>
                    </a:cubicBezTo>
                    <a:cubicBezTo>
                      <a:pt x="87" y="100"/>
                      <a:pt x="88" y="99"/>
                      <a:pt x="89" y="99"/>
                    </a:cubicBezTo>
                    <a:cubicBezTo>
                      <a:pt x="89" y="98"/>
                      <a:pt x="89" y="98"/>
                      <a:pt x="89" y="98"/>
                    </a:cubicBezTo>
                    <a:cubicBezTo>
                      <a:pt x="90" y="96"/>
                      <a:pt x="92" y="95"/>
                      <a:pt x="92" y="93"/>
                    </a:cubicBezTo>
                    <a:cubicBezTo>
                      <a:pt x="93" y="90"/>
                      <a:pt x="95" y="88"/>
                      <a:pt x="96" y="84"/>
                    </a:cubicBezTo>
                    <a:cubicBezTo>
                      <a:pt x="96" y="84"/>
                      <a:pt x="96" y="83"/>
                      <a:pt x="96" y="83"/>
                    </a:cubicBezTo>
                    <a:cubicBezTo>
                      <a:pt x="96" y="81"/>
                      <a:pt x="97" y="80"/>
                      <a:pt x="97" y="78"/>
                    </a:cubicBezTo>
                    <a:cubicBezTo>
                      <a:pt x="98" y="77"/>
                      <a:pt x="98" y="76"/>
                      <a:pt x="98" y="75"/>
                    </a:cubicBezTo>
                    <a:cubicBezTo>
                      <a:pt x="99" y="68"/>
                      <a:pt x="101" y="63"/>
                      <a:pt x="98" y="55"/>
                    </a:cubicBezTo>
                    <a:cubicBezTo>
                      <a:pt x="97" y="52"/>
                      <a:pt x="96" y="51"/>
                      <a:pt x="94" y="48"/>
                    </a:cubicBezTo>
                    <a:cubicBezTo>
                      <a:pt x="93" y="47"/>
                      <a:pt x="92" y="46"/>
                      <a:pt x="91" y="44"/>
                    </a:cubicBezTo>
                    <a:cubicBezTo>
                      <a:pt x="90" y="43"/>
                      <a:pt x="90" y="42"/>
                      <a:pt x="89" y="42"/>
                    </a:cubicBezTo>
                    <a:cubicBezTo>
                      <a:pt x="89" y="41"/>
                      <a:pt x="89" y="41"/>
                      <a:pt x="88" y="41"/>
                    </a:cubicBezTo>
                    <a:cubicBezTo>
                      <a:pt x="88" y="40"/>
                      <a:pt x="87" y="40"/>
                      <a:pt x="87" y="40"/>
                    </a:cubicBezTo>
                    <a:cubicBezTo>
                      <a:pt x="84" y="38"/>
                      <a:pt x="84" y="36"/>
                      <a:pt x="82" y="35"/>
                    </a:cubicBezTo>
                    <a:cubicBezTo>
                      <a:pt x="82" y="34"/>
                      <a:pt x="81" y="34"/>
                      <a:pt x="81" y="34"/>
                    </a:cubicBezTo>
                    <a:cubicBezTo>
                      <a:pt x="81" y="33"/>
                      <a:pt x="81" y="33"/>
                      <a:pt x="81" y="33"/>
                    </a:cubicBezTo>
                    <a:cubicBezTo>
                      <a:pt x="79" y="32"/>
                      <a:pt x="78" y="30"/>
                      <a:pt x="78" y="29"/>
                    </a:cubicBezTo>
                    <a:cubicBezTo>
                      <a:pt x="77" y="29"/>
                      <a:pt x="76" y="29"/>
                      <a:pt x="76" y="29"/>
                    </a:cubicBezTo>
                    <a:cubicBezTo>
                      <a:pt x="75" y="28"/>
                      <a:pt x="74" y="27"/>
                      <a:pt x="73" y="27"/>
                    </a:cubicBezTo>
                    <a:cubicBezTo>
                      <a:pt x="72" y="26"/>
                      <a:pt x="72" y="25"/>
                      <a:pt x="71" y="25"/>
                    </a:cubicBezTo>
                    <a:cubicBezTo>
                      <a:pt x="69" y="24"/>
                      <a:pt x="65" y="24"/>
                      <a:pt x="63" y="25"/>
                    </a:cubicBezTo>
                    <a:cubicBezTo>
                      <a:pt x="62" y="25"/>
                      <a:pt x="59" y="26"/>
                      <a:pt x="59" y="26"/>
                    </a:cubicBezTo>
                    <a:cubicBezTo>
                      <a:pt x="58" y="26"/>
                      <a:pt x="58" y="26"/>
                      <a:pt x="58" y="27"/>
                    </a:cubicBezTo>
                    <a:cubicBezTo>
                      <a:pt x="58" y="27"/>
                      <a:pt x="57" y="27"/>
                      <a:pt x="57" y="27"/>
                    </a:cubicBezTo>
                    <a:cubicBezTo>
                      <a:pt x="56" y="28"/>
                      <a:pt x="55" y="28"/>
                      <a:pt x="55" y="28"/>
                    </a:cubicBezTo>
                    <a:cubicBezTo>
                      <a:pt x="54" y="29"/>
                      <a:pt x="51" y="30"/>
                      <a:pt x="50" y="31"/>
                    </a:cubicBezTo>
                    <a:cubicBezTo>
                      <a:pt x="48" y="32"/>
                      <a:pt x="47" y="32"/>
                      <a:pt x="45" y="34"/>
                    </a:cubicBezTo>
                    <a:cubicBezTo>
                      <a:pt x="45" y="34"/>
                      <a:pt x="44" y="34"/>
                      <a:pt x="44" y="34"/>
                    </a:cubicBezTo>
                    <a:cubicBezTo>
                      <a:pt x="44" y="34"/>
                      <a:pt x="43" y="35"/>
                      <a:pt x="42" y="35"/>
                    </a:cubicBezTo>
                    <a:cubicBezTo>
                      <a:pt x="42" y="35"/>
                      <a:pt x="42" y="35"/>
                      <a:pt x="42" y="36"/>
                    </a:cubicBezTo>
                    <a:cubicBezTo>
                      <a:pt x="39" y="38"/>
                      <a:pt x="36" y="39"/>
                      <a:pt x="34" y="42"/>
                    </a:cubicBezTo>
                    <a:cubicBezTo>
                      <a:pt x="34" y="42"/>
                      <a:pt x="33" y="43"/>
                      <a:pt x="32" y="43"/>
                    </a:cubicBezTo>
                    <a:cubicBezTo>
                      <a:pt x="32" y="44"/>
                      <a:pt x="31" y="44"/>
                      <a:pt x="31" y="45"/>
                    </a:cubicBezTo>
                    <a:cubicBezTo>
                      <a:pt x="30" y="46"/>
                      <a:pt x="29" y="46"/>
                      <a:pt x="28" y="47"/>
                    </a:cubicBezTo>
                    <a:cubicBezTo>
                      <a:pt x="27" y="47"/>
                      <a:pt x="27" y="47"/>
                      <a:pt x="27" y="48"/>
                    </a:cubicBezTo>
                    <a:cubicBezTo>
                      <a:pt x="26" y="48"/>
                      <a:pt x="25" y="48"/>
                      <a:pt x="25" y="48"/>
                    </a:cubicBezTo>
                    <a:cubicBezTo>
                      <a:pt x="24" y="48"/>
                      <a:pt x="22" y="49"/>
                      <a:pt x="21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18" y="49"/>
                      <a:pt x="16" y="49"/>
                      <a:pt x="16" y="49"/>
                    </a:cubicBezTo>
                    <a:cubicBezTo>
                      <a:pt x="15" y="48"/>
                      <a:pt x="15" y="49"/>
                      <a:pt x="14" y="48"/>
                    </a:cubicBezTo>
                    <a:cubicBezTo>
                      <a:pt x="12" y="47"/>
                      <a:pt x="12" y="47"/>
                      <a:pt x="10" y="47"/>
                    </a:cubicBezTo>
                    <a:cubicBezTo>
                      <a:pt x="10" y="46"/>
                      <a:pt x="9" y="46"/>
                      <a:pt x="8" y="46"/>
                    </a:cubicBezTo>
                    <a:cubicBezTo>
                      <a:pt x="8" y="46"/>
                      <a:pt x="7" y="45"/>
                      <a:pt x="7" y="45"/>
                    </a:cubicBezTo>
                    <a:cubicBezTo>
                      <a:pt x="7" y="45"/>
                      <a:pt x="7" y="45"/>
                      <a:pt x="7" y="45"/>
                    </a:cubicBezTo>
                    <a:cubicBezTo>
                      <a:pt x="7" y="45"/>
                      <a:pt x="5" y="44"/>
                      <a:pt x="5" y="44"/>
                    </a:cubicBezTo>
                    <a:cubicBezTo>
                      <a:pt x="4" y="42"/>
                      <a:pt x="3" y="43"/>
                      <a:pt x="2" y="42"/>
                    </a:cubicBezTo>
                    <a:cubicBezTo>
                      <a:pt x="2" y="40"/>
                      <a:pt x="1" y="41"/>
                      <a:pt x="1" y="40"/>
                    </a:cubicBezTo>
                    <a:cubicBezTo>
                      <a:pt x="1" y="38"/>
                      <a:pt x="0" y="37"/>
                      <a:pt x="0" y="36"/>
                    </a:cubicBezTo>
                    <a:cubicBezTo>
                      <a:pt x="0" y="31"/>
                      <a:pt x="1" y="28"/>
                      <a:pt x="3" y="26"/>
                    </a:cubicBezTo>
                    <a:cubicBezTo>
                      <a:pt x="5" y="24"/>
                      <a:pt x="6" y="23"/>
                      <a:pt x="10" y="23"/>
                    </a:cubicBezTo>
                    <a:cubicBezTo>
                      <a:pt x="11" y="23"/>
                      <a:pt x="13" y="23"/>
                      <a:pt x="14" y="23"/>
                    </a:cubicBezTo>
                    <a:cubicBezTo>
                      <a:pt x="15" y="23"/>
                      <a:pt x="15" y="23"/>
                      <a:pt x="16" y="23"/>
                    </a:cubicBezTo>
                    <a:cubicBezTo>
                      <a:pt x="18" y="24"/>
                      <a:pt x="19" y="24"/>
                      <a:pt x="20" y="24"/>
                    </a:cubicBezTo>
                    <a:cubicBezTo>
                      <a:pt x="20" y="24"/>
                      <a:pt x="21" y="24"/>
                      <a:pt x="22" y="23"/>
                    </a:cubicBezTo>
                    <a:cubicBezTo>
                      <a:pt x="23" y="22"/>
                      <a:pt x="25" y="22"/>
                      <a:pt x="26" y="22"/>
                    </a:cubicBezTo>
                    <a:cubicBezTo>
                      <a:pt x="27" y="21"/>
                      <a:pt x="28" y="20"/>
                      <a:pt x="30" y="20"/>
                    </a:cubicBezTo>
                    <a:cubicBezTo>
                      <a:pt x="31" y="18"/>
                      <a:pt x="34" y="18"/>
                      <a:pt x="36" y="16"/>
                    </a:cubicBezTo>
                    <a:cubicBezTo>
                      <a:pt x="36" y="16"/>
                      <a:pt x="36" y="16"/>
                      <a:pt x="37" y="16"/>
                    </a:cubicBezTo>
                    <a:cubicBezTo>
                      <a:pt x="37" y="16"/>
                      <a:pt x="37" y="16"/>
                      <a:pt x="37" y="15"/>
                    </a:cubicBezTo>
                    <a:cubicBezTo>
                      <a:pt x="41" y="13"/>
                      <a:pt x="45" y="11"/>
                      <a:pt x="49" y="9"/>
                    </a:cubicBezTo>
                    <a:cubicBezTo>
                      <a:pt x="50" y="8"/>
                      <a:pt x="52" y="7"/>
                      <a:pt x="53" y="6"/>
                    </a:cubicBezTo>
                    <a:cubicBezTo>
                      <a:pt x="54" y="6"/>
                      <a:pt x="54" y="6"/>
                      <a:pt x="55" y="6"/>
                    </a:cubicBezTo>
                    <a:cubicBezTo>
                      <a:pt x="56" y="6"/>
                      <a:pt x="56" y="5"/>
                      <a:pt x="57" y="5"/>
                    </a:cubicBezTo>
                    <a:cubicBezTo>
                      <a:pt x="58" y="4"/>
                      <a:pt x="58" y="4"/>
                      <a:pt x="60" y="4"/>
                    </a:cubicBezTo>
                    <a:cubicBezTo>
                      <a:pt x="60" y="3"/>
                      <a:pt x="61" y="3"/>
                      <a:pt x="61" y="3"/>
                    </a:cubicBezTo>
                    <a:cubicBezTo>
                      <a:pt x="62" y="3"/>
                      <a:pt x="62" y="2"/>
                      <a:pt x="62" y="2"/>
                    </a:cubicBezTo>
                    <a:cubicBezTo>
                      <a:pt x="63" y="2"/>
                      <a:pt x="63" y="2"/>
                      <a:pt x="64" y="2"/>
                    </a:cubicBezTo>
                    <a:cubicBezTo>
                      <a:pt x="64" y="2"/>
                      <a:pt x="64" y="1"/>
                      <a:pt x="64" y="1"/>
                    </a:cubicBezTo>
                    <a:cubicBezTo>
                      <a:pt x="65" y="1"/>
                      <a:pt x="65" y="1"/>
                      <a:pt x="65" y="1"/>
                    </a:cubicBezTo>
                    <a:cubicBezTo>
                      <a:pt x="65" y="1"/>
                      <a:pt x="65" y="1"/>
                      <a:pt x="66" y="1"/>
                    </a:cubicBezTo>
                    <a:cubicBezTo>
                      <a:pt x="66" y="1"/>
                      <a:pt x="66" y="1"/>
                      <a:pt x="67" y="1"/>
                    </a:cubicBezTo>
                    <a:cubicBezTo>
                      <a:pt x="67" y="1"/>
                      <a:pt x="67" y="1"/>
                      <a:pt x="68" y="1"/>
                    </a:cubicBezTo>
                    <a:cubicBezTo>
                      <a:pt x="68" y="0"/>
                      <a:pt x="68" y="1"/>
                      <a:pt x="69" y="1"/>
                    </a:cubicBezTo>
                    <a:cubicBezTo>
                      <a:pt x="69" y="1"/>
                      <a:pt x="71" y="0"/>
                      <a:pt x="73" y="0"/>
                    </a:cubicBezTo>
                    <a:cubicBezTo>
                      <a:pt x="74" y="0"/>
                      <a:pt x="76" y="1"/>
                      <a:pt x="77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3" name="Freeform 8"/>
              <p:cNvSpPr/>
              <p:nvPr/>
            </p:nvSpPr>
            <p:spPr bwMode="auto">
              <a:xfrm>
                <a:off x="5497513" y="3151188"/>
                <a:ext cx="241300" cy="433388"/>
              </a:xfrm>
              <a:custGeom>
                <a:avLst/>
                <a:gdLst>
                  <a:gd name="T0" fmla="*/ 20 w 64"/>
                  <a:gd name="T1" fmla="*/ 44 h 115"/>
                  <a:gd name="T2" fmla="*/ 20 w 64"/>
                  <a:gd name="T3" fmla="*/ 35 h 115"/>
                  <a:gd name="T4" fmla="*/ 22 w 64"/>
                  <a:gd name="T5" fmla="*/ 32 h 115"/>
                  <a:gd name="T6" fmla="*/ 22 w 64"/>
                  <a:gd name="T7" fmla="*/ 25 h 115"/>
                  <a:gd name="T8" fmla="*/ 15 w 64"/>
                  <a:gd name="T9" fmla="*/ 24 h 115"/>
                  <a:gd name="T10" fmla="*/ 9 w 64"/>
                  <a:gd name="T11" fmla="*/ 23 h 115"/>
                  <a:gd name="T12" fmla="*/ 2 w 64"/>
                  <a:gd name="T13" fmla="*/ 18 h 115"/>
                  <a:gd name="T14" fmla="*/ 0 w 64"/>
                  <a:gd name="T15" fmla="*/ 12 h 115"/>
                  <a:gd name="T16" fmla="*/ 1 w 64"/>
                  <a:gd name="T17" fmla="*/ 10 h 115"/>
                  <a:gd name="T18" fmla="*/ 10 w 64"/>
                  <a:gd name="T19" fmla="*/ 8 h 115"/>
                  <a:gd name="T20" fmla="*/ 14 w 64"/>
                  <a:gd name="T21" fmla="*/ 7 h 115"/>
                  <a:gd name="T22" fmla="*/ 20 w 64"/>
                  <a:gd name="T23" fmla="*/ 3 h 115"/>
                  <a:gd name="T24" fmla="*/ 27 w 64"/>
                  <a:gd name="T25" fmla="*/ 0 h 115"/>
                  <a:gd name="T26" fmla="*/ 35 w 64"/>
                  <a:gd name="T27" fmla="*/ 0 h 115"/>
                  <a:gd name="T28" fmla="*/ 42 w 64"/>
                  <a:gd name="T29" fmla="*/ 6 h 115"/>
                  <a:gd name="T30" fmla="*/ 46 w 64"/>
                  <a:gd name="T31" fmla="*/ 12 h 115"/>
                  <a:gd name="T32" fmla="*/ 46 w 64"/>
                  <a:gd name="T33" fmla="*/ 17 h 115"/>
                  <a:gd name="T34" fmla="*/ 45 w 64"/>
                  <a:gd name="T35" fmla="*/ 25 h 115"/>
                  <a:gd name="T36" fmla="*/ 41 w 64"/>
                  <a:gd name="T37" fmla="*/ 39 h 115"/>
                  <a:gd name="T38" fmla="*/ 40 w 64"/>
                  <a:gd name="T39" fmla="*/ 42 h 115"/>
                  <a:gd name="T40" fmla="*/ 41 w 64"/>
                  <a:gd name="T41" fmla="*/ 49 h 115"/>
                  <a:gd name="T42" fmla="*/ 50 w 64"/>
                  <a:gd name="T43" fmla="*/ 48 h 115"/>
                  <a:gd name="T44" fmla="*/ 55 w 64"/>
                  <a:gd name="T45" fmla="*/ 48 h 115"/>
                  <a:gd name="T46" fmla="*/ 62 w 64"/>
                  <a:gd name="T47" fmla="*/ 55 h 115"/>
                  <a:gd name="T48" fmla="*/ 64 w 64"/>
                  <a:gd name="T49" fmla="*/ 58 h 115"/>
                  <a:gd name="T50" fmla="*/ 63 w 64"/>
                  <a:gd name="T51" fmla="*/ 62 h 115"/>
                  <a:gd name="T52" fmla="*/ 61 w 64"/>
                  <a:gd name="T53" fmla="*/ 70 h 115"/>
                  <a:gd name="T54" fmla="*/ 62 w 64"/>
                  <a:gd name="T55" fmla="*/ 75 h 115"/>
                  <a:gd name="T56" fmla="*/ 60 w 64"/>
                  <a:gd name="T57" fmla="*/ 82 h 115"/>
                  <a:gd name="T58" fmla="*/ 56 w 64"/>
                  <a:gd name="T59" fmla="*/ 84 h 115"/>
                  <a:gd name="T60" fmla="*/ 50 w 64"/>
                  <a:gd name="T61" fmla="*/ 97 h 115"/>
                  <a:gd name="T62" fmla="*/ 49 w 64"/>
                  <a:gd name="T63" fmla="*/ 100 h 115"/>
                  <a:gd name="T64" fmla="*/ 47 w 64"/>
                  <a:gd name="T65" fmla="*/ 104 h 115"/>
                  <a:gd name="T66" fmla="*/ 43 w 64"/>
                  <a:gd name="T67" fmla="*/ 110 h 115"/>
                  <a:gd name="T68" fmla="*/ 38 w 64"/>
                  <a:gd name="T69" fmla="*/ 114 h 115"/>
                  <a:gd name="T70" fmla="*/ 31 w 64"/>
                  <a:gd name="T71" fmla="*/ 115 h 115"/>
                  <a:gd name="T72" fmla="*/ 26 w 64"/>
                  <a:gd name="T73" fmla="*/ 113 h 115"/>
                  <a:gd name="T74" fmla="*/ 20 w 64"/>
                  <a:gd name="T75" fmla="*/ 111 h 115"/>
                  <a:gd name="T76" fmla="*/ 17 w 64"/>
                  <a:gd name="T77" fmla="*/ 110 h 115"/>
                  <a:gd name="T78" fmla="*/ 15 w 64"/>
                  <a:gd name="T79" fmla="*/ 110 h 115"/>
                  <a:gd name="T80" fmla="*/ 7 w 64"/>
                  <a:gd name="T81" fmla="*/ 109 h 115"/>
                  <a:gd name="T82" fmla="*/ 5 w 64"/>
                  <a:gd name="T83" fmla="*/ 102 h 115"/>
                  <a:gd name="T84" fmla="*/ 8 w 64"/>
                  <a:gd name="T85" fmla="*/ 96 h 115"/>
                  <a:gd name="T86" fmla="*/ 15 w 64"/>
                  <a:gd name="T87" fmla="*/ 92 h 115"/>
                  <a:gd name="T88" fmla="*/ 21 w 64"/>
                  <a:gd name="T89" fmla="*/ 88 h 115"/>
                  <a:gd name="T90" fmla="*/ 24 w 64"/>
                  <a:gd name="T91" fmla="*/ 86 h 115"/>
                  <a:gd name="T92" fmla="*/ 24 w 64"/>
                  <a:gd name="T93" fmla="*/ 84 h 115"/>
                  <a:gd name="T94" fmla="*/ 20 w 64"/>
                  <a:gd name="T95" fmla="*/ 82 h 115"/>
                  <a:gd name="T96" fmla="*/ 18 w 64"/>
                  <a:gd name="T97" fmla="*/ 79 h 115"/>
                  <a:gd name="T98" fmla="*/ 13 w 64"/>
                  <a:gd name="T99" fmla="*/ 76 h 115"/>
                  <a:gd name="T100" fmla="*/ 9 w 64"/>
                  <a:gd name="T101" fmla="*/ 76 h 115"/>
                  <a:gd name="T102" fmla="*/ 6 w 64"/>
                  <a:gd name="T103" fmla="*/ 72 h 115"/>
                  <a:gd name="T104" fmla="*/ 6 w 64"/>
                  <a:gd name="T105" fmla="*/ 68 h 115"/>
                  <a:gd name="T106" fmla="*/ 9 w 64"/>
                  <a:gd name="T107" fmla="*/ 62 h 115"/>
                  <a:gd name="T108" fmla="*/ 10 w 64"/>
                  <a:gd name="T109" fmla="*/ 60 h 115"/>
                  <a:gd name="T110" fmla="*/ 14 w 64"/>
                  <a:gd name="T111" fmla="*/ 57 h 115"/>
                  <a:gd name="T112" fmla="*/ 21 w 64"/>
                  <a:gd name="T113" fmla="*/ 56 h 115"/>
                  <a:gd name="T114" fmla="*/ 21 w 64"/>
                  <a:gd name="T115" fmla="*/ 52 h 115"/>
                  <a:gd name="T116" fmla="*/ 20 w 64"/>
                  <a:gd name="T117" fmla="*/ 45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64" h="115">
                    <a:moveTo>
                      <a:pt x="20" y="45"/>
                    </a:moveTo>
                    <a:cubicBezTo>
                      <a:pt x="20" y="45"/>
                      <a:pt x="20" y="44"/>
                      <a:pt x="20" y="44"/>
                    </a:cubicBezTo>
                    <a:cubicBezTo>
                      <a:pt x="20" y="41"/>
                      <a:pt x="20" y="41"/>
                      <a:pt x="20" y="38"/>
                    </a:cubicBezTo>
                    <a:cubicBezTo>
                      <a:pt x="20" y="37"/>
                      <a:pt x="20" y="36"/>
                      <a:pt x="20" y="35"/>
                    </a:cubicBezTo>
                    <a:cubicBezTo>
                      <a:pt x="21" y="35"/>
                      <a:pt x="21" y="34"/>
                      <a:pt x="21" y="33"/>
                    </a:cubicBezTo>
                    <a:cubicBezTo>
                      <a:pt x="21" y="33"/>
                      <a:pt x="21" y="32"/>
                      <a:pt x="22" y="32"/>
                    </a:cubicBezTo>
                    <a:cubicBezTo>
                      <a:pt x="22" y="30"/>
                      <a:pt x="23" y="29"/>
                      <a:pt x="23" y="28"/>
                    </a:cubicBezTo>
                    <a:cubicBezTo>
                      <a:pt x="23" y="27"/>
                      <a:pt x="23" y="25"/>
                      <a:pt x="22" y="25"/>
                    </a:cubicBezTo>
                    <a:cubicBezTo>
                      <a:pt x="21" y="24"/>
                      <a:pt x="20" y="24"/>
                      <a:pt x="19" y="24"/>
                    </a:cubicBezTo>
                    <a:cubicBezTo>
                      <a:pt x="19" y="23"/>
                      <a:pt x="16" y="24"/>
                      <a:pt x="15" y="24"/>
                    </a:cubicBezTo>
                    <a:cubicBezTo>
                      <a:pt x="15" y="24"/>
                      <a:pt x="13" y="24"/>
                      <a:pt x="13" y="24"/>
                    </a:cubicBezTo>
                    <a:cubicBezTo>
                      <a:pt x="11" y="24"/>
                      <a:pt x="10" y="23"/>
                      <a:pt x="9" y="23"/>
                    </a:cubicBezTo>
                    <a:cubicBezTo>
                      <a:pt x="8" y="23"/>
                      <a:pt x="4" y="20"/>
                      <a:pt x="4" y="20"/>
                    </a:cubicBezTo>
                    <a:cubicBezTo>
                      <a:pt x="3" y="19"/>
                      <a:pt x="3" y="18"/>
                      <a:pt x="2" y="18"/>
                    </a:cubicBezTo>
                    <a:cubicBezTo>
                      <a:pt x="2" y="17"/>
                      <a:pt x="1" y="17"/>
                      <a:pt x="1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0" y="12"/>
                      <a:pt x="0" y="11"/>
                      <a:pt x="0" y="11"/>
                    </a:cubicBezTo>
                    <a:cubicBezTo>
                      <a:pt x="0" y="10"/>
                      <a:pt x="0" y="10"/>
                      <a:pt x="1" y="10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5" y="9"/>
                      <a:pt x="7" y="8"/>
                      <a:pt x="10" y="8"/>
                    </a:cubicBezTo>
                    <a:cubicBezTo>
                      <a:pt x="11" y="7"/>
                      <a:pt x="13" y="7"/>
                      <a:pt x="13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5" y="6"/>
                      <a:pt x="15" y="6"/>
                      <a:pt x="16" y="6"/>
                    </a:cubicBezTo>
                    <a:cubicBezTo>
                      <a:pt x="17" y="4"/>
                      <a:pt x="18" y="4"/>
                      <a:pt x="20" y="3"/>
                    </a:cubicBezTo>
                    <a:cubicBezTo>
                      <a:pt x="21" y="3"/>
                      <a:pt x="22" y="2"/>
                      <a:pt x="23" y="2"/>
                    </a:cubicBezTo>
                    <a:cubicBezTo>
                      <a:pt x="24" y="1"/>
                      <a:pt x="26" y="0"/>
                      <a:pt x="27" y="0"/>
                    </a:cubicBezTo>
                    <a:cubicBezTo>
                      <a:pt x="29" y="0"/>
                      <a:pt x="30" y="0"/>
                      <a:pt x="33" y="0"/>
                    </a:cubicBezTo>
                    <a:cubicBezTo>
                      <a:pt x="33" y="0"/>
                      <a:pt x="35" y="0"/>
                      <a:pt x="35" y="0"/>
                    </a:cubicBezTo>
                    <a:cubicBezTo>
                      <a:pt x="36" y="1"/>
                      <a:pt x="38" y="2"/>
                      <a:pt x="39" y="2"/>
                    </a:cubicBezTo>
                    <a:cubicBezTo>
                      <a:pt x="40" y="3"/>
                      <a:pt x="41" y="6"/>
                      <a:pt x="42" y="6"/>
                    </a:cubicBezTo>
                    <a:cubicBezTo>
                      <a:pt x="43" y="7"/>
                      <a:pt x="44" y="9"/>
                      <a:pt x="45" y="9"/>
                    </a:cubicBezTo>
                    <a:cubicBezTo>
                      <a:pt x="45" y="10"/>
                      <a:pt x="45" y="11"/>
                      <a:pt x="46" y="12"/>
                    </a:cubicBezTo>
                    <a:cubicBezTo>
                      <a:pt x="46" y="12"/>
                      <a:pt x="46" y="13"/>
                      <a:pt x="46" y="14"/>
                    </a:cubicBezTo>
                    <a:cubicBezTo>
                      <a:pt x="46" y="15"/>
                      <a:pt x="46" y="16"/>
                      <a:pt x="46" y="17"/>
                    </a:cubicBezTo>
                    <a:cubicBezTo>
                      <a:pt x="46" y="18"/>
                      <a:pt x="46" y="19"/>
                      <a:pt x="46" y="21"/>
                    </a:cubicBezTo>
                    <a:cubicBezTo>
                      <a:pt x="46" y="22"/>
                      <a:pt x="45" y="24"/>
                      <a:pt x="45" y="25"/>
                    </a:cubicBezTo>
                    <a:cubicBezTo>
                      <a:pt x="44" y="28"/>
                      <a:pt x="43" y="32"/>
                      <a:pt x="42" y="34"/>
                    </a:cubicBezTo>
                    <a:cubicBezTo>
                      <a:pt x="41" y="35"/>
                      <a:pt x="41" y="37"/>
                      <a:pt x="41" y="39"/>
                    </a:cubicBezTo>
                    <a:cubicBezTo>
                      <a:pt x="40" y="39"/>
                      <a:pt x="40" y="40"/>
                      <a:pt x="40" y="40"/>
                    </a:cubicBezTo>
                    <a:cubicBezTo>
                      <a:pt x="40" y="42"/>
                      <a:pt x="40" y="40"/>
                      <a:pt x="40" y="42"/>
                    </a:cubicBezTo>
                    <a:cubicBezTo>
                      <a:pt x="40" y="44"/>
                      <a:pt x="40" y="43"/>
                      <a:pt x="40" y="45"/>
                    </a:cubicBezTo>
                    <a:cubicBezTo>
                      <a:pt x="41" y="46"/>
                      <a:pt x="40" y="47"/>
                      <a:pt x="41" y="49"/>
                    </a:cubicBezTo>
                    <a:cubicBezTo>
                      <a:pt x="41" y="49"/>
                      <a:pt x="41" y="51"/>
                      <a:pt x="41" y="50"/>
                    </a:cubicBezTo>
                    <a:cubicBezTo>
                      <a:pt x="43" y="50"/>
                      <a:pt x="48" y="48"/>
                      <a:pt x="50" y="48"/>
                    </a:cubicBezTo>
                    <a:cubicBezTo>
                      <a:pt x="50" y="48"/>
                      <a:pt x="50" y="48"/>
                      <a:pt x="50" y="48"/>
                    </a:cubicBezTo>
                    <a:cubicBezTo>
                      <a:pt x="52" y="48"/>
                      <a:pt x="53" y="48"/>
                      <a:pt x="55" y="48"/>
                    </a:cubicBezTo>
                    <a:cubicBezTo>
                      <a:pt x="57" y="48"/>
                      <a:pt x="57" y="49"/>
                      <a:pt x="60" y="51"/>
                    </a:cubicBezTo>
                    <a:cubicBezTo>
                      <a:pt x="61" y="52"/>
                      <a:pt x="62" y="54"/>
                      <a:pt x="62" y="55"/>
                    </a:cubicBezTo>
                    <a:cubicBezTo>
                      <a:pt x="62" y="55"/>
                      <a:pt x="62" y="55"/>
                      <a:pt x="63" y="55"/>
                    </a:cubicBezTo>
                    <a:cubicBezTo>
                      <a:pt x="63" y="56"/>
                      <a:pt x="63" y="57"/>
                      <a:pt x="64" y="58"/>
                    </a:cubicBezTo>
                    <a:cubicBezTo>
                      <a:pt x="64" y="59"/>
                      <a:pt x="64" y="59"/>
                      <a:pt x="64" y="60"/>
                    </a:cubicBezTo>
                    <a:cubicBezTo>
                      <a:pt x="64" y="61"/>
                      <a:pt x="63" y="61"/>
                      <a:pt x="63" y="62"/>
                    </a:cubicBezTo>
                    <a:cubicBezTo>
                      <a:pt x="62" y="64"/>
                      <a:pt x="63" y="64"/>
                      <a:pt x="62" y="66"/>
                    </a:cubicBezTo>
                    <a:cubicBezTo>
                      <a:pt x="61" y="66"/>
                      <a:pt x="61" y="70"/>
                      <a:pt x="61" y="70"/>
                    </a:cubicBezTo>
                    <a:cubicBezTo>
                      <a:pt x="61" y="70"/>
                      <a:pt x="61" y="70"/>
                      <a:pt x="61" y="71"/>
                    </a:cubicBezTo>
                    <a:cubicBezTo>
                      <a:pt x="61" y="72"/>
                      <a:pt x="62" y="73"/>
                      <a:pt x="62" y="75"/>
                    </a:cubicBezTo>
                    <a:cubicBezTo>
                      <a:pt x="63" y="77"/>
                      <a:pt x="62" y="79"/>
                      <a:pt x="61" y="80"/>
                    </a:cubicBezTo>
                    <a:cubicBezTo>
                      <a:pt x="60" y="81"/>
                      <a:pt x="60" y="81"/>
                      <a:pt x="60" y="82"/>
                    </a:cubicBezTo>
                    <a:cubicBezTo>
                      <a:pt x="58" y="82"/>
                      <a:pt x="58" y="83"/>
                      <a:pt x="58" y="83"/>
                    </a:cubicBezTo>
                    <a:cubicBezTo>
                      <a:pt x="57" y="83"/>
                      <a:pt x="56" y="83"/>
                      <a:pt x="56" y="84"/>
                    </a:cubicBezTo>
                    <a:cubicBezTo>
                      <a:pt x="54" y="84"/>
                      <a:pt x="51" y="84"/>
                      <a:pt x="50" y="85"/>
                    </a:cubicBezTo>
                    <a:cubicBezTo>
                      <a:pt x="50" y="89"/>
                      <a:pt x="50" y="93"/>
                      <a:pt x="50" y="97"/>
                    </a:cubicBezTo>
                    <a:cubicBezTo>
                      <a:pt x="50" y="97"/>
                      <a:pt x="49" y="98"/>
                      <a:pt x="49" y="99"/>
                    </a:cubicBezTo>
                    <a:cubicBezTo>
                      <a:pt x="49" y="99"/>
                      <a:pt x="49" y="100"/>
                      <a:pt x="49" y="100"/>
                    </a:cubicBezTo>
                    <a:cubicBezTo>
                      <a:pt x="49" y="101"/>
                      <a:pt x="48" y="102"/>
                      <a:pt x="48" y="102"/>
                    </a:cubicBezTo>
                    <a:cubicBezTo>
                      <a:pt x="48" y="103"/>
                      <a:pt x="48" y="103"/>
                      <a:pt x="47" y="104"/>
                    </a:cubicBezTo>
                    <a:cubicBezTo>
                      <a:pt x="47" y="105"/>
                      <a:pt x="46" y="107"/>
                      <a:pt x="45" y="108"/>
                    </a:cubicBezTo>
                    <a:cubicBezTo>
                      <a:pt x="44" y="109"/>
                      <a:pt x="44" y="109"/>
                      <a:pt x="43" y="110"/>
                    </a:cubicBezTo>
                    <a:cubicBezTo>
                      <a:pt x="42" y="111"/>
                      <a:pt x="41" y="111"/>
                      <a:pt x="41" y="112"/>
                    </a:cubicBezTo>
                    <a:cubicBezTo>
                      <a:pt x="40" y="113"/>
                      <a:pt x="39" y="113"/>
                      <a:pt x="38" y="114"/>
                    </a:cubicBezTo>
                    <a:cubicBezTo>
                      <a:pt x="37" y="114"/>
                      <a:pt x="35" y="114"/>
                      <a:pt x="34" y="115"/>
                    </a:cubicBezTo>
                    <a:cubicBezTo>
                      <a:pt x="33" y="115"/>
                      <a:pt x="32" y="115"/>
                      <a:pt x="31" y="115"/>
                    </a:cubicBezTo>
                    <a:cubicBezTo>
                      <a:pt x="30" y="114"/>
                      <a:pt x="29" y="114"/>
                      <a:pt x="28" y="114"/>
                    </a:cubicBezTo>
                    <a:cubicBezTo>
                      <a:pt x="27" y="114"/>
                      <a:pt x="26" y="113"/>
                      <a:pt x="26" y="113"/>
                    </a:cubicBezTo>
                    <a:cubicBezTo>
                      <a:pt x="25" y="112"/>
                      <a:pt x="25" y="112"/>
                      <a:pt x="24" y="112"/>
                    </a:cubicBezTo>
                    <a:cubicBezTo>
                      <a:pt x="23" y="111"/>
                      <a:pt x="22" y="111"/>
                      <a:pt x="20" y="111"/>
                    </a:cubicBezTo>
                    <a:cubicBezTo>
                      <a:pt x="20" y="111"/>
                      <a:pt x="20" y="110"/>
                      <a:pt x="19" y="110"/>
                    </a:cubicBezTo>
                    <a:cubicBezTo>
                      <a:pt x="18" y="110"/>
                      <a:pt x="18" y="110"/>
                      <a:pt x="17" y="110"/>
                    </a:cubicBezTo>
                    <a:cubicBezTo>
                      <a:pt x="16" y="110"/>
                      <a:pt x="15" y="110"/>
                      <a:pt x="15" y="110"/>
                    </a:cubicBezTo>
                    <a:cubicBezTo>
                      <a:pt x="15" y="110"/>
                      <a:pt x="15" y="110"/>
                      <a:pt x="15" y="110"/>
                    </a:cubicBezTo>
                    <a:cubicBezTo>
                      <a:pt x="13" y="110"/>
                      <a:pt x="11" y="110"/>
                      <a:pt x="10" y="110"/>
                    </a:cubicBezTo>
                    <a:cubicBezTo>
                      <a:pt x="9" y="110"/>
                      <a:pt x="8" y="109"/>
                      <a:pt x="7" y="109"/>
                    </a:cubicBezTo>
                    <a:cubicBezTo>
                      <a:pt x="7" y="109"/>
                      <a:pt x="6" y="108"/>
                      <a:pt x="6" y="108"/>
                    </a:cubicBezTo>
                    <a:cubicBezTo>
                      <a:pt x="4" y="105"/>
                      <a:pt x="5" y="104"/>
                      <a:pt x="5" y="102"/>
                    </a:cubicBezTo>
                    <a:cubicBezTo>
                      <a:pt x="5" y="101"/>
                      <a:pt x="5" y="100"/>
                      <a:pt x="6" y="100"/>
                    </a:cubicBezTo>
                    <a:cubicBezTo>
                      <a:pt x="6" y="98"/>
                      <a:pt x="7" y="97"/>
                      <a:pt x="8" y="96"/>
                    </a:cubicBezTo>
                    <a:cubicBezTo>
                      <a:pt x="9" y="94"/>
                      <a:pt x="11" y="94"/>
                      <a:pt x="12" y="93"/>
                    </a:cubicBezTo>
                    <a:cubicBezTo>
                      <a:pt x="14" y="92"/>
                      <a:pt x="13" y="92"/>
                      <a:pt x="15" y="92"/>
                    </a:cubicBezTo>
                    <a:cubicBezTo>
                      <a:pt x="16" y="91"/>
                      <a:pt x="18" y="90"/>
                      <a:pt x="19" y="89"/>
                    </a:cubicBezTo>
                    <a:cubicBezTo>
                      <a:pt x="20" y="89"/>
                      <a:pt x="20" y="88"/>
                      <a:pt x="21" y="88"/>
                    </a:cubicBezTo>
                    <a:cubicBezTo>
                      <a:pt x="21" y="87"/>
                      <a:pt x="22" y="87"/>
                      <a:pt x="22" y="87"/>
                    </a:cubicBezTo>
                    <a:cubicBezTo>
                      <a:pt x="23" y="86"/>
                      <a:pt x="23" y="86"/>
                      <a:pt x="24" y="86"/>
                    </a:cubicBezTo>
                    <a:cubicBezTo>
                      <a:pt x="24" y="86"/>
                      <a:pt x="24" y="86"/>
                      <a:pt x="24" y="86"/>
                    </a:cubicBezTo>
                    <a:cubicBezTo>
                      <a:pt x="24" y="85"/>
                      <a:pt x="24" y="85"/>
                      <a:pt x="24" y="84"/>
                    </a:cubicBezTo>
                    <a:cubicBezTo>
                      <a:pt x="24" y="84"/>
                      <a:pt x="24" y="84"/>
                      <a:pt x="24" y="83"/>
                    </a:cubicBezTo>
                    <a:cubicBezTo>
                      <a:pt x="22" y="83"/>
                      <a:pt x="21" y="82"/>
                      <a:pt x="20" y="82"/>
                    </a:cubicBezTo>
                    <a:cubicBezTo>
                      <a:pt x="20" y="81"/>
                      <a:pt x="19" y="81"/>
                      <a:pt x="18" y="81"/>
                    </a:cubicBezTo>
                    <a:cubicBezTo>
                      <a:pt x="18" y="81"/>
                      <a:pt x="18" y="79"/>
                      <a:pt x="18" y="79"/>
                    </a:cubicBezTo>
                    <a:cubicBezTo>
                      <a:pt x="16" y="79"/>
                      <a:pt x="16" y="77"/>
                      <a:pt x="15" y="77"/>
                    </a:cubicBezTo>
                    <a:cubicBezTo>
                      <a:pt x="14" y="77"/>
                      <a:pt x="14" y="77"/>
                      <a:pt x="13" y="76"/>
                    </a:cubicBezTo>
                    <a:cubicBezTo>
                      <a:pt x="13" y="76"/>
                      <a:pt x="12" y="76"/>
                      <a:pt x="11" y="76"/>
                    </a:cubicBezTo>
                    <a:cubicBezTo>
                      <a:pt x="11" y="76"/>
                      <a:pt x="10" y="76"/>
                      <a:pt x="9" y="76"/>
                    </a:cubicBezTo>
                    <a:cubicBezTo>
                      <a:pt x="7" y="75"/>
                      <a:pt x="8" y="75"/>
                      <a:pt x="7" y="74"/>
                    </a:cubicBezTo>
                    <a:cubicBezTo>
                      <a:pt x="6" y="74"/>
                      <a:pt x="6" y="73"/>
                      <a:pt x="6" y="72"/>
                    </a:cubicBezTo>
                    <a:cubicBezTo>
                      <a:pt x="6" y="71"/>
                      <a:pt x="6" y="70"/>
                      <a:pt x="6" y="69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6" y="66"/>
                      <a:pt x="8" y="64"/>
                      <a:pt x="8" y="63"/>
                    </a:cubicBezTo>
                    <a:cubicBezTo>
                      <a:pt x="8" y="63"/>
                      <a:pt x="9" y="62"/>
                      <a:pt x="9" y="62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9" y="61"/>
                      <a:pt x="10" y="61"/>
                      <a:pt x="10" y="60"/>
                    </a:cubicBezTo>
                    <a:cubicBezTo>
                      <a:pt x="11" y="59"/>
                      <a:pt x="11" y="58"/>
                      <a:pt x="12" y="58"/>
                    </a:cubicBezTo>
                    <a:cubicBezTo>
                      <a:pt x="13" y="57"/>
                      <a:pt x="13" y="57"/>
                      <a:pt x="14" y="57"/>
                    </a:cubicBezTo>
                    <a:cubicBezTo>
                      <a:pt x="16" y="57"/>
                      <a:pt x="17" y="57"/>
                      <a:pt x="18" y="57"/>
                    </a:cubicBezTo>
                    <a:cubicBezTo>
                      <a:pt x="19" y="56"/>
                      <a:pt x="20" y="56"/>
                      <a:pt x="21" y="56"/>
                    </a:cubicBezTo>
                    <a:cubicBezTo>
                      <a:pt x="21" y="55"/>
                      <a:pt x="20" y="54"/>
                      <a:pt x="21" y="54"/>
                    </a:cubicBezTo>
                    <a:cubicBezTo>
                      <a:pt x="21" y="53"/>
                      <a:pt x="20" y="53"/>
                      <a:pt x="21" y="52"/>
                    </a:cubicBezTo>
                    <a:cubicBezTo>
                      <a:pt x="20" y="51"/>
                      <a:pt x="20" y="51"/>
                      <a:pt x="20" y="50"/>
                    </a:cubicBezTo>
                    <a:cubicBezTo>
                      <a:pt x="20" y="49"/>
                      <a:pt x="20" y="46"/>
                      <a:pt x="20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4" name="Freeform 9"/>
              <p:cNvSpPr/>
              <p:nvPr/>
            </p:nvSpPr>
            <p:spPr bwMode="auto">
              <a:xfrm>
                <a:off x="5576888" y="2940050"/>
                <a:ext cx="255588" cy="192088"/>
              </a:xfrm>
              <a:custGeom>
                <a:avLst/>
                <a:gdLst>
                  <a:gd name="T0" fmla="*/ 11 w 68"/>
                  <a:gd name="T1" fmla="*/ 42 h 51"/>
                  <a:gd name="T2" fmla="*/ 16 w 68"/>
                  <a:gd name="T3" fmla="*/ 36 h 51"/>
                  <a:gd name="T4" fmla="*/ 21 w 68"/>
                  <a:gd name="T5" fmla="*/ 30 h 51"/>
                  <a:gd name="T6" fmla="*/ 22 w 68"/>
                  <a:gd name="T7" fmla="*/ 28 h 51"/>
                  <a:gd name="T8" fmla="*/ 23 w 68"/>
                  <a:gd name="T9" fmla="*/ 26 h 51"/>
                  <a:gd name="T10" fmla="*/ 20 w 68"/>
                  <a:gd name="T11" fmla="*/ 26 h 51"/>
                  <a:gd name="T12" fmla="*/ 17 w 68"/>
                  <a:gd name="T13" fmla="*/ 27 h 51"/>
                  <a:gd name="T14" fmla="*/ 15 w 68"/>
                  <a:gd name="T15" fmla="*/ 28 h 51"/>
                  <a:gd name="T16" fmla="*/ 10 w 68"/>
                  <a:gd name="T17" fmla="*/ 30 h 51"/>
                  <a:gd name="T18" fmla="*/ 6 w 68"/>
                  <a:gd name="T19" fmla="*/ 32 h 51"/>
                  <a:gd name="T20" fmla="*/ 2 w 68"/>
                  <a:gd name="T21" fmla="*/ 27 h 51"/>
                  <a:gd name="T22" fmla="*/ 1 w 68"/>
                  <a:gd name="T23" fmla="*/ 22 h 51"/>
                  <a:gd name="T24" fmla="*/ 0 w 68"/>
                  <a:gd name="T25" fmla="*/ 17 h 51"/>
                  <a:gd name="T26" fmla="*/ 4 w 68"/>
                  <a:gd name="T27" fmla="*/ 11 h 51"/>
                  <a:gd name="T28" fmla="*/ 5 w 68"/>
                  <a:gd name="T29" fmla="*/ 10 h 51"/>
                  <a:gd name="T30" fmla="*/ 7 w 68"/>
                  <a:gd name="T31" fmla="*/ 9 h 51"/>
                  <a:gd name="T32" fmla="*/ 15 w 68"/>
                  <a:gd name="T33" fmla="*/ 6 h 51"/>
                  <a:gd name="T34" fmla="*/ 29 w 68"/>
                  <a:gd name="T35" fmla="*/ 2 h 51"/>
                  <a:gd name="T36" fmla="*/ 35 w 68"/>
                  <a:gd name="T37" fmla="*/ 2 h 51"/>
                  <a:gd name="T38" fmla="*/ 44 w 68"/>
                  <a:gd name="T39" fmla="*/ 1 h 51"/>
                  <a:gd name="T40" fmla="*/ 57 w 68"/>
                  <a:gd name="T41" fmla="*/ 1 h 51"/>
                  <a:gd name="T42" fmla="*/ 59 w 68"/>
                  <a:gd name="T43" fmla="*/ 3 h 51"/>
                  <a:gd name="T44" fmla="*/ 60 w 68"/>
                  <a:gd name="T45" fmla="*/ 3 h 51"/>
                  <a:gd name="T46" fmla="*/ 64 w 68"/>
                  <a:gd name="T47" fmla="*/ 4 h 51"/>
                  <a:gd name="T48" fmla="*/ 68 w 68"/>
                  <a:gd name="T49" fmla="*/ 10 h 51"/>
                  <a:gd name="T50" fmla="*/ 68 w 68"/>
                  <a:gd name="T51" fmla="*/ 16 h 51"/>
                  <a:gd name="T52" fmla="*/ 66 w 68"/>
                  <a:gd name="T53" fmla="*/ 20 h 51"/>
                  <a:gd name="T54" fmla="*/ 64 w 68"/>
                  <a:gd name="T55" fmla="*/ 24 h 51"/>
                  <a:gd name="T56" fmla="*/ 61 w 68"/>
                  <a:gd name="T57" fmla="*/ 26 h 51"/>
                  <a:gd name="T58" fmla="*/ 56 w 68"/>
                  <a:gd name="T59" fmla="*/ 26 h 51"/>
                  <a:gd name="T60" fmla="*/ 53 w 68"/>
                  <a:gd name="T61" fmla="*/ 27 h 51"/>
                  <a:gd name="T62" fmla="*/ 46 w 68"/>
                  <a:gd name="T63" fmla="*/ 28 h 51"/>
                  <a:gd name="T64" fmla="*/ 43 w 68"/>
                  <a:gd name="T65" fmla="*/ 31 h 51"/>
                  <a:gd name="T66" fmla="*/ 37 w 68"/>
                  <a:gd name="T67" fmla="*/ 35 h 51"/>
                  <a:gd name="T68" fmla="*/ 31 w 68"/>
                  <a:gd name="T69" fmla="*/ 39 h 51"/>
                  <a:gd name="T70" fmla="*/ 28 w 68"/>
                  <a:gd name="T71" fmla="*/ 43 h 51"/>
                  <a:gd name="T72" fmla="*/ 23 w 68"/>
                  <a:gd name="T73" fmla="*/ 46 h 51"/>
                  <a:gd name="T74" fmla="*/ 21 w 68"/>
                  <a:gd name="T75" fmla="*/ 48 h 51"/>
                  <a:gd name="T76" fmla="*/ 17 w 68"/>
                  <a:gd name="T77" fmla="*/ 50 h 51"/>
                  <a:gd name="T78" fmla="*/ 11 w 68"/>
                  <a:gd name="T79" fmla="*/ 49 h 51"/>
                  <a:gd name="T80" fmla="*/ 10 w 68"/>
                  <a:gd name="T81" fmla="*/ 44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68" h="51">
                    <a:moveTo>
                      <a:pt x="10" y="44"/>
                    </a:moveTo>
                    <a:cubicBezTo>
                      <a:pt x="11" y="43"/>
                      <a:pt x="10" y="43"/>
                      <a:pt x="11" y="42"/>
                    </a:cubicBezTo>
                    <a:cubicBezTo>
                      <a:pt x="13" y="40"/>
                      <a:pt x="13" y="39"/>
                      <a:pt x="13" y="39"/>
                    </a:cubicBezTo>
                    <a:cubicBezTo>
                      <a:pt x="15" y="38"/>
                      <a:pt x="15" y="37"/>
                      <a:pt x="16" y="36"/>
                    </a:cubicBezTo>
                    <a:cubicBezTo>
                      <a:pt x="17" y="35"/>
                      <a:pt x="18" y="34"/>
                      <a:pt x="20" y="32"/>
                    </a:cubicBezTo>
                    <a:cubicBezTo>
                      <a:pt x="20" y="31"/>
                      <a:pt x="21" y="30"/>
                      <a:pt x="21" y="30"/>
                    </a:cubicBezTo>
                    <a:cubicBezTo>
                      <a:pt x="21" y="29"/>
                      <a:pt x="21" y="29"/>
                      <a:pt x="21" y="29"/>
                    </a:cubicBezTo>
                    <a:cubicBezTo>
                      <a:pt x="22" y="29"/>
                      <a:pt x="22" y="28"/>
                      <a:pt x="22" y="28"/>
                    </a:cubicBezTo>
                    <a:cubicBezTo>
                      <a:pt x="22" y="28"/>
                      <a:pt x="22" y="28"/>
                      <a:pt x="22" y="28"/>
                    </a:cubicBezTo>
                    <a:cubicBezTo>
                      <a:pt x="23" y="27"/>
                      <a:pt x="23" y="27"/>
                      <a:pt x="23" y="26"/>
                    </a:cubicBezTo>
                    <a:cubicBezTo>
                      <a:pt x="24" y="25"/>
                      <a:pt x="25" y="25"/>
                      <a:pt x="25" y="25"/>
                    </a:cubicBezTo>
                    <a:cubicBezTo>
                      <a:pt x="24" y="25"/>
                      <a:pt x="21" y="25"/>
                      <a:pt x="20" y="26"/>
                    </a:cubicBezTo>
                    <a:cubicBezTo>
                      <a:pt x="20" y="26"/>
                      <a:pt x="20" y="26"/>
                      <a:pt x="19" y="26"/>
                    </a:cubicBezTo>
                    <a:cubicBezTo>
                      <a:pt x="18" y="27"/>
                      <a:pt x="18" y="27"/>
                      <a:pt x="17" y="27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15" y="27"/>
                      <a:pt x="15" y="28"/>
                      <a:pt x="15" y="28"/>
                    </a:cubicBezTo>
                    <a:cubicBezTo>
                      <a:pt x="14" y="28"/>
                      <a:pt x="13" y="29"/>
                      <a:pt x="12" y="29"/>
                    </a:cubicBezTo>
                    <a:cubicBezTo>
                      <a:pt x="12" y="30"/>
                      <a:pt x="10" y="30"/>
                      <a:pt x="10" y="30"/>
                    </a:cubicBezTo>
                    <a:cubicBezTo>
                      <a:pt x="9" y="31"/>
                      <a:pt x="9" y="31"/>
                      <a:pt x="8" y="32"/>
                    </a:cubicBezTo>
                    <a:cubicBezTo>
                      <a:pt x="7" y="32"/>
                      <a:pt x="6" y="32"/>
                      <a:pt x="6" y="32"/>
                    </a:cubicBezTo>
                    <a:cubicBezTo>
                      <a:pt x="4" y="31"/>
                      <a:pt x="5" y="31"/>
                      <a:pt x="4" y="31"/>
                    </a:cubicBezTo>
                    <a:cubicBezTo>
                      <a:pt x="3" y="29"/>
                      <a:pt x="3" y="28"/>
                      <a:pt x="2" y="27"/>
                    </a:cubicBezTo>
                    <a:cubicBezTo>
                      <a:pt x="2" y="27"/>
                      <a:pt x="2" y="26"/>
                      <a:pt x="2" y="25"/>
                    </a:cubicBezTo>
                    <a:cubicBezTo>
                      <a:pt x="1" y="24"/>
                      <a:pt x="1" y="23"/>
                      <a:pt x="1" y="22"/>
                    </a:cubicBezTo>
                    <a:cubicBezTo>
                      <a:pt x="1" y="22"/>
                      <a:pt x="0" y="21"/>
                      <a:pt x="0" y="20"/>
                    </a:cubicBezTo>
                    <a:cubicBezTo>
                      <a:pt x="0" y="19"/>
                      <a:pt x="0" y="18"/>
                      <a:pt x="0" y="17"/>
                    </a:cubicBezTo>
                    <a:cubicBezTo>
                      <a:pt x="1" y="17"/>
                      <a:pt x="1" y="16"/>
                      <a:pt x="1" y="16"/>
                    </a:cubicBezTo>
                    <a:cubicBezTo>
                      <a:pt x="1" y="14"/>
                      <a:pt x="3" y="13"/>
                      <a:pt x="4" y="11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4" y="10"/>
                      <a:pt x="5" y="10"/>
                      <a:pt x="5" y="10"/>
                    </a:cubicBezTo>
                    <a:cubicBezTo>
                      <a:pt x="6" y="10"/>
                      <a:pt x="6" y="10"/>
                      <a:pt x="6" y="9"/>
                    </a:cubicBezTo>
                    <a:cubicBezTo>
                      <a:pt x="7" y="9"/>
                      <a:pt x="7" y="10"/>
                      <a:pt x="7" y="9"/>
                    </a:cubicBezTo>
                    <a:cubicBezTo>
                      <a:pt x="9" y="9"/>
                      <a:pt x="11" y="7"/>
                      <a:pt x="14" y="7"/>
                    </a:cubicBezTo>
                    <a:cubicBezTo>
                      <a:pt x="14" y="6"/>
                      <a:pt x="15" y="6"/>
                      <a:pt x="15" y="6"/>
                    </a:cubicBezTo>
                    <a:cubicBezTo>
                      <a:pt x="16" y="6"/>
                      <a:pt x="17" y="5"/>
                      <a:pt x="18" y="5"/>
                    </a:cubicBezTo>
                    <a:cubicBezTo>
                      <a:pt x="21" y="3"/>
                      <a:pt x="25" y="2"/>
                      <a:pt x="29" y="2"/>
                    </a:cubicBezTo>
                    <a:cubicBezTo>
                      <a:pt x="30" y="2"/>
                      <a:pt x="31" y="2"/>
                      <a:pt x="31" y="2"/>
                    </a:cubicBezTo>
                    <a:cubicBezTo>
                      <a:pt x="33" y="2"/>
                      <a:pt x="34" y="2"/>
                      <a:pt x="35" y="2"/>
                    </a:cubicBezTo>
                    <a:cubicBezTo>
                      <a:pt x="36" y="2"/>
                      <a:pt x="36" y="1"/>
                      <a:pt x="37" y="1"/>
                    </a:cubicBezTo>
                    <a:cubicBezTo>
                      <a:pt x="39" y="1"/>
                      <a:pt x="42" y="1"/>
                      <a:pt x="44" y="1"/>
                    </a:cubicBezTo>
                    <a:cubicBezTo>
                      <a:pt x="45" y="0"/>
                      <a:pt x="51" y="0"/>
                      <a:pt x="54" y="0"/>
                    </a:cubicBezTo>
                    <a:cubicBezTo>
                      <a:pt x="55" y="0"/>
                      <a:pt x="56" y="0"/>
                      <a:pt x="57" y="1"/>
                    </a:cubicBezTo>
                    <a:cubicBezTo>
                      <a:pt x="57" y="1"/>
                      <a:pt x="58" y="2"/>
                      <a:pt x="59" y="2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60" y="3"/>
                      <a:pt x="60" y="3"/>
                    </a:cubicBezTo>
                    <a:cubicBezTo>
                      <a:pt x="60" y="3"/>
                      <a:pt x="60" y="3"/>
                      <a:pt x="60" y="3"/>
                    </a:cubicBezTo>
                    <a:cubicBezTo>
                      <a:pt x="61" y="3"/>
                      <a:pt x="62" y="4"/>
                      <a:pt x="64" y="4"/>
                    </a:cubicBezTo>
                    <a:cubicBezTo>
                      <a:pt x="64" y="5"/>
                      <a:pt x="65" y="5"/>
                      <a:pt x="65" y="5"/>
                    </a:cubicBezTo>
                    <a:cubicBezTo>
                      <a:pt x="66" y="7"/>
                      <a:pt x="67" y="9"/>
                      <a:pt x="68" y="10"/>
                    </a:cubicBezTo>
                    <a:cubicBezTo>
                      <a:pt x="68" y="11"/>
                      <a:pt x="68" y="12"/>
                      <a:pt x="68" y="12"/>
                    </a:cubicBezTo>
                    <a:cubicBezTo>
                      <a:pt x="68" y="14"/>
                      <a:pt x="68" y="15"/>
                      <a:pt x="68" y="16"/>
                    </a:cubicBezTo>
                    <a:cubicBezTo>
                      <a:pt x="68" y="17"/>
                      <a:pt x="68" y="17"/>
                      <a:pt x="68" y="18"/>
                    </a:cubicBezTo>
                    <a:cubicBezTo>
                      <a:pt x="68" y="18"/>
                      <a:pt x="67" y="19"/>
                      <a:pt x="66" y="20"/>
                    </a:cubicBezTo>
                    <a:cubicBezTo>
                      <a:pt x="66" y="21"/>
                      <a:pt x="65" y="21"/>
                      <a:pt x="65" y="22"/>
                    </a:cubicBezTo>
                    <a:cubicBezTo>
                      <a:pt x="64" y="23"/>
                      <a:pt x="64" y="23"/>
                      <a:pt x="64" y="24"/>
                    </a:cubicBezTo>
                    <a:cubicBezTo>
                      <a:pt x="63" y="24"/>
                      <a:pt x="63" y="25"/>
                      <a:pt x="63" y="25"/>
                    </a:cubicBezTo>
                    <a:cubicBezTo>
                      <a:pt x="62" y="26"/>
                      <a:pt x="61" y="26"/>
                      <a:pt x="61" y="26"/>
                    </a:cubicBezTo>
                    <a:cubicBezTo>
                      <a:pt x="59" y="26"/>
                      <a:pt x="59" y="26"/>
                      <a:pt x="58" y="26"/>
                    </a:cubicBezTo>
                    <a:cubicBezTo>
                      <a:pt x="57" y="26"/>
                      <a:pt x="57" y="26"/>
                      <a:pt x="56" y="26"/>
                    </a:cubicBezTo>
                    <a:cubicBezTo>
                      <a:pt x="56" y="26"/>
                      <a:pt x="55" y="26"/>
                      <a:pt x="55" y="26"/>
                    </a:cubicBezTo>
                    <a:cubicBezTo>
                      <a:pt x="54" y="26"/>
                      <a:pt x="53" y="26"/>
                      <a:pt x="53" y="27"/>
                    </a:cubicBezTo>
                    <a:cubicBezTo>
                      <a:pt x="52" y="27"/>
                      <a:pt x="51" y="27"/>
                      <a:pt x="49" y="27"/>
                    </a:cubicBezTo>
                    <a:cubicBezTo>
                      <a:pt x="48" y="27"/>
                      <a:pt x="47" y="28"/>
                      <a:pt x="46" y="28"/>
                    </a:cubicBezTo>
                    <a:cubicBezTo>
                      <a:pt x="46" y="29"/>
                      <a:pt x="45" y="29"/>
                      <a:pt x="45" y="29"/>
                    </a:cubicBezTo>
                    <a:cubicBezTo>
                      <a:pt x="44" y="30"/>
                      <a:pt x="44" y="30"/>
                      <a:pt x="43" y="31"/>
                    </a:cubicBezTo>
                    <a:cubicBezTo>
                      <a:pt x="42" y="31"/>
                      <a:pt x="42" y="31"/>
                      <a:pt x="41" y="32"/>
                    </a:cubicBezTo>
                    <a:cubicBezTo>
                      <a:pt x="41" y="33"/>
                      <a:pt x="38" y="34"/>
                      <a:pt x="37" y="35"/>
                    </a:cubicBezTo>
                    <a:cubicBezTo>
                      <a:pt x="36" y="35"/>
                      <a:pt x="36" y="36"/>
                      <a:pt x="34" y="37"/>
                    </a:cubicBezTo>
                    <a:cubicBezTo>
                      <a:pt x="33" y="38"/>
                      <a:pt x="32" y="39"/>
                      <a:pt x="31" y="39"/>
                    </a:cubicBezTo>
                    <a:cubicBezTo>
                      <a:pt x="31" y="40"/>
                      <a:pt x="30" y="40"/>
                      <a:pt x="29" y="41"/>
                    </a:cubicBezTo>
                    <a:cubicBezTo>
                      <a:pt x="29" y="41"/>
                      <a:pt x="28" y="43"/>
                      <a:pt x="28" y="43"/>
                    </a:cubicBezTo>
                    <a:cubicBezTo>
                      <a:pt x="27" y="43"/>
                      <a:pt x="25" y="44"/>
                      <a:pt x="25" y="44"/>
                    </a:cubicBezTo>
                    <a:cubicBezTo>
                      <a:pt x="24" y="45"/>
                      <a:pt x="24" y="45"/>
                      <a:pt x="23" y="46"/>
                    </a:cubicBezTo>
                    <a:cubicBezTo>
                      <a:pt x="23" y="46"/>
                      <a:pt x="22" y="47"/>
                      <a:pt x="22" y="47"/>
                    </a:cubicBezTo>
                    <a:cubicBezTo>
                      <a:pt x="22" y="47"/>
                      <a:pt x="21" y="47"/>
                      <a:pt x="21" y="48"/>
                    </a:cubicBezTo>
                    <a:cubicBezTo>
                      <a:pt x="20" y="48"/>
                      <a:pt x="19" y="49"/>
                      <a:pt x="19" y="49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6" y="51"/>
                      <a:pt x="16" y="51"/>
                      <a:pt x="14" y="50"/>
                    </a:cubicBezTo>
                    <a:cubicBezTo>
                      <a:pt x="13" y="50"/>
                      <a:pt x="12" y="50"/>
                      <a:pt x="11" y="49"/>
                    </a:cubicBezTo>
                    <a:cubicBezTo>
                      <a:pt x="11" y="49"/>
                      <a:pt x="11" y="48"/>
                      <a:pt x="10" y="48"/>
                    </a:cubicBezTo>
                    <a:cubicBezTo>
                      <a:pt x="9" y="47"/>
                      <a:pt x="9" y="45"/>
                      <a:pt x="10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5" name="Freeform 10"/>
              <p:cNvSpPr/>
              <p:nvPr/>
            </p:nvSpPr>
            <p:spPr bwMode="auto">
              <a:xfrm>
                <a:off x="5456238" y="2997200"/>
                <a:ext cx="120650" cy="109538"/>
              </a:xfrm>
              <a:custGeom>
                <a:avLst/>
                <a:gdLst>
                  <a:gd name="T0" fmla="*/ 13 w 32"/>
                  <a:gd name="T1" fmla="*/ 29 h 29"/>
                  <a:gd name="T2" fmla="*/ 10 w 32"/>
                  <a:gd name="T3" fmla="*/ 28 h 29"/>
                  <a:gd name="T4" fmla="*/ 4 w 32"/>
                  <a:gd name="T5" fmla="*/ 25 h 29"/>
                  <a:gd name="T6" fmla="*/ 3 w 32"/>
                  <a:gd name="T7" fmla="*/ 23 h 29"/>
                  <a:gd name="T8" fmla="*/ 1 w 32"/>
                  <a:gd name="T9" fmla="*/ 19 h 29"/>
                  <a:gd name="T10" fmla="*/ 1 w 32"/>
                  <a:gd name="T11" fmla="*/ 19 h 29"/>
                  <a:gd name="T12" fmla="*/ 0 w 32"/>
                  <a:gd name="T13" fmla="*/ 12 h 29"/>
                  <a:gd name="T14" fmla="*/ 1 w 32"/>
                  <a:gd name="T15" fmla="*/ 10 h 29"/>
                  <a:gd name="T16" fmla="*/ 1 w 32"/>
                  <a:gd name="T17" fmla="*/ 9 h 29"/>
                  <a:gd name="T18" fmla="*/ 2 w 32"/>
                  <a:gd name="T19" fmla="*/ 6 h 29"/>
                  <a:gd name="T20" fmla="*/ 9 w 32"/>
                  <a:gd name="T21" fmla="*/ 1 h 29"/>
                  <a:gd name="T22" fmla="*/ 10 w 32"/>
                  <a:gd name="T23" fmla="*/ 0 h 29"/>
                  <a:gd name="T24" fmla="*/ 11 w 32"/>
                  <a:gd name="T25" fmla="*/ 0 h 29"/>
                  <a:gd name="T26" fmla="*/ 14 w 32"/>
                  <a:gd name="T27" fmla="*/ 0 h 29"/>
                  <a:gd name="T28" fmla="*/ 15 w 32"/>
                  <a:gd name="T29" fmla="*/ 0 h 29"/>
                  <a:gd name="T30" fmla="*/ 20 w 32"/>
                  <a:gd name="T31" fmla="*/ 2 h 29"/>
                  <a:gd name="T32" fmla="*/ 25 w 32"/>
                  <a:gd name="T33" fmla="*/ 7 h 29"/>
                  <a:gd name="T34" fmla="*/ 27 w 32"/>
                  <a:gd name="T35" fmla="*/ 9 h 29"/>
                  <a:gd name="T36" fmla="*/ 27 w 32"/>
                  <a:gd name="T37" fmla="*/ 9 h 29"/>
                  <a:gd name="T38" fmla="*/ 29 w 32"/>
                  <a:gd name="T39" fmla="*/ 12 h 29"/>
                  <a:gd name="T40" fmla="*/ 30 w 32"/>
                  <a:gd name="T41" fmla="*/ 13 h 29"/>
                  <a:gd name="T42" fmla="*/ 32 w 32"/>
                  <a:gd name="T43" fmla="*/ 17 h 29"/>
                  <a:gd name="T44" fmla="*/ 32 w 32"/>
                  <a:gd name="T45" fmla="*/ 19 h 29"/>
                  <a:gd name="T46" fmla="*/ 29 w 32"/>
                  <a:gd name="T47" fmla="*/ 23 h 29"/>
                  <a:gd name="T48" fmla="*/ 20 w 32"/>
                  <a:gd name="T49" fmla="*/ 28 h 29"/>
                  <a:gd name="T50" fmla="*/ 16 w 32"/>
                  <a:gd name="T51" fmla="*/ 29 h 29"/>
                  <a:gd name="T52" fmla="*/ 13 w 32"/>
                  <a:gd name="T53" fmla="*/ 2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2" h="29">
                    <a:moveTo>
                      <a:pt x="13" y="29"/>
                    </a:moveTo>
                    <a:cubicBezTo>
                      <a:pt x="11" y="29"/>
                      <a:pt x="10" y="29"/>
                      <a:pt x="10" y="28"/>
                    </a:cubicBezTo>
                    <a:cubicBezTo>
                      <a:pt x="8" y="27"/>
                      <a:pt x="6" y="26"/>
                      <a:pt x="4" y="25"/>
                    </a:cubicBezTo>
                    <a:cubicBezTo>
                      <a:pt x="4" y="25"/>
                      <a:pt x="3" y="24"/>
                      <a:pt x="3" y="23"/>
                    </a:cubicBezTo>
                    <a:cubicBezTo>
                      <a:pt x="2" y="22"/>
                      <a:pt x="1" y="20"/>
                      <a:pt x="1" y="19"/>
                    </a:cubicBezTo>
                    <a:cubicBezTo>
                      <a:pt x="1" y="19"/>
                      <a:pt x="1" y="19"/>
                      <a:pt x="1" y="19"/>
                    </a:cubicBezTo>
                    <a:cubicBezTo>
                      <a:pt x="1" y="17"/>
                      <a:pt x="0" y="13"/>
                      <a:pt x="0" y="12"/>
                    </a:cubicBezTo>
                    <a:cubicBezTo>
                      <a:pt x="0" y="11"/>
                      <a:pt x="0" y="10"/>
                      <a:pt x="1" y="10"/>
                    </a:cubicBezTo>
                    <a:cubicBezTo>
                      <a:pt x="1" y="10"/>
                      <a:pt x="1" y="9"/>
                      <a:pt x="1" y="9"/>
                    </a:cubicBezTo>
                    <a:cubicBezTo>
                      <a:pt x="1" y="8"/>
                      <a:pt x="2" y="7"/>
                      <a:pt x="2" y="6"/>
                    </a:cubicBezTo>
                    <a:cubicBezTo>
                      <a:pt x="4" y="3"/>
                      <a:pt x="6" y="3"/>
                      <a:pt x="9" y="1"/>
                    </a:cubicBezTo>
                    <a:cubicBezTo>
                      <a:pt x="9" y="1"/>
                      <a:pt x="10" y="0"/>
                      <a:pt x="10" y="0"/>
                    </a:cubicBezTo>
                    <a:cubicBezTo>
                      <a:pt x="10" y="0"/>
                      <a:pt x="10" y="0"/>
                      <a:pt x="11" y="0"/>
                    </a:cubicBezTo>
                    <a:cubicBezTo>
                      <a:pt x="12" y="0"/>
                      <a:pt x="13" y="0"/>
                      <a:pt x="14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7" y="0"/>
                      <a:pt x="18" y="1"/>
                      <a:pt x="20" y="2"/>
                    </a:cubicBezTo>
                    <a:cubicBezTo>
                      <a:pt x="22" y="4"/>
                      <a:pt x="23" y="5"/>
                      <a:pt x="25" y="7"/>
                    </a:cubicBezTo>
                    <a:cubicBezTo>
                      <a:pt x="25" y="7"/>
                      <a:pt x="26" y="8"/>
                      <a:pt x="27" y="9"/>
                    </a:cubicBezTo>
                    <a:cubicBezTo>
                      <a:pt x="27" y="9"/>
                      <a:pt x="27" y="9"/>
                      <a:pt x="27" y="9"/>
                    </a:cubicBezTo>
                    <a:cubicBezTo>
                      <a:pt x="28" y="10"/>
                      <a:pt x="28" y="11"/>
                      <a:pt x="29" y="12"/>
                    </a:cubicBezTo>
                    <a:cubicBezTo>
                      <a:pt x="29" y="13"/>
                      <a:pt x="29" y="13"/>
                      <a:pt x="30" y="13"/>
                    </a:cubicBezTo>
                    <a:cubicBezTo>
                      <a:pt x="30" y="14"/>
                      <a:pt x="31" y="14"/>
                      <a:pt x="32" y="17"/>
                    </a:cubicBezTo>
                    <a:cubicBezTo>
                      <a:pt x="31" y="17"/>
                      <a:pt x="32" y="18"/>
                      <a:pt x="32" y="19"/>
                    </a:cubicBezTo>
                    <a:cubicBezTo>
                      <a:pt x="31" y="19"/>
                      <a:pt x="32" y="22"/>
                      <a:pt x="29" y="23"/>
                    </a:cubicBezTo>
                    <a:cubicBezTo>
                      <a:pt x="26" y="23"/>
                      <a:pt x="22" y="27"/>
                      <a:pt x="20" y="28"/>
                    </a:cubicBezTo>
                    <a:cubicBezTo>
                      <a:pt x="18" y="29"/>
                      <a:pt x="17" y="29"/>
                      <a:pt x="16" y="29"/>
                    </a:cubicBezTo>
                    <a:cubicBezTo>
                      <a:pt x="15" y="29"/>
                      <a:pt x="14" y="29"/>
                      <a:pt x="13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6" name="Freeform 11"/>
              <p:cNvSpPr/>
              <p:nvPr/>
            </p:nvSpPr>
            <p:spPr bwMode="auto">
              <a:xfrm>
                <a:off x="3522663" y="2879725"/>
                <a:ext cx="282575" cy="101600"/>
              </a:xfrm>
              <a:custGeom>
                <a:avLst/>
                <a:gdLst>
                  <a:gd name="T0" fmla="*/ 44 w 75"/>
                  <a:gd name="T1" fmla="*/ 27 h 27"/>
                  <a:gd name="T2" fmla="*/ 41 w 75"/>
                  <a:gd name="T3" fmla="*/ 27 h 27"/>
                  <a:gd name="T4" fmla="*/ 39 w 75"/>
                  <a:gd name="T5" fmla="*/ 26 h 27"/>
                  <a:gd name="T6" fmla="*/ 36 w 75"/>
                  <a:gd name="T7" fmla="*/ 26 h 27"/>
                  <a:gd name="T8" fmla="*/ 35 w 75"/>
                  <a:gd name="T9" fmla="*/ 25 h 27"/>
                  <a:gd name="T10" fmla="*/ 33 w 75"/>
                  <a:gd name="T11" fmla="*/ 25 h 27"/>
                  <a:gd name="T12" fmla="*/ 30 w 75"/>
                  <a:gd name="T13" fmla="*/ 25 h 27"/>
                  <a:gd name="T14" fmla="*/ 25 w 75"/>
                  <a:gd name="T15" fmla="*/ 26 h 27"/>
                  <a:gd name="T16" fmla="*/ 17 w 75"/>
                  <a:gd name="T17" fmla="*/ 26 h 27"/>
                  <a:gd name="T18" fmla="*/ 15 w 75"/>
                  <a:gd name="T19" fmla="*/ 27 h 27"/>
                  <a:gd name="T20" fmla="*/ 12 w 75"/>
                  <a:gd name="T21" fmla="*/ 26 h 27"/>
                  <a:gd name="T22" fmla="*/ 9 w 75"/>
                  <a:gd name="T23" fmla="*/ 25 h 27"/>
                  <a:gd name="T24" fmla="*/ 5 w 75"/>
                  <a:gd name="T25" fmla="*/ 24 h 27"/>
                  <a:gd name="T26" fmla="*/ 5 w 75"/>
                  <a:gd name="T27" fmla="*/ 24 h 27"/>
                  <a:gd name="T28" fmla="*/ 3 w 75"/>
                  <a:gd name="T29" fmla="*/ 23 h 27"/>
                  <a:gd name="T30" fmla="*/ 1 w 75"/>
                  <a:gd name="T31" fmla="*/ 21 h 27"/>
                  <a:gd name="T32" fmla="*/ 0 w 75"/>
                  <a:gd name="T33" fmla="*/ 18 h 27"/>
                  <a:gd name="T34" fmla="*/ 0 w 75"/>
                  <a:gd name="T35" fmla="*/ 16 h 27"/>
                  <a:gd name="T36" fmla="*/ 1 w 75"/>
                  <a:gd name="T37" fmla="*/ 14 h 27"/>
                  <a:gd name="T38" fmla="*/ 5 w 75"/>
                  <a:gd name="T39" fmla="*/ 10 h 27"/>
                  <a:gd name="T40" fmla="*/ 6 w 75"/>
                  <a:gd name="T41" fmla="*/ 9 h 27"/>
                  <a:gd name="T42" fmla="*/ 6 w 75"/>
                  <a:gd name="T43" fmla="*/ 9 h 27"/>
                  <a:gd name="T44" fmla="*/ 11 w 75"/>
                  <a:gd name="T45" fmla="*/ 7 h 27"/>
                  <a:gd name="T46" fmla="*/ 11 w 75"/>
                  <a:gd name="T47" fmla="*/ 7 h 27"/>
                  <a:gd name="T48" fmla="*/ 14 w 75"/>
                  <a:gd name="T49" fmla="*/ 6 h 27"/>
                  <a:gd name="T50" fmla="*/ 16 w 75"/>
                  <a:gd name="T51" fmla="*/ 5 h 27"/>
                  <a:gd name="T52" fmla="*/ 18 w 75"/>
                  <a:gd name="T53" fmla="*/ 5 h 27"/>
                  <a:gd name="T54" fmla="*/ 21 w 75"/>
                  <a:gd name="T55" fmla="*/ 4 h 27"/>
                  <a:gd name="T56" fmla="*/ 23 w 75"/>
                  <a:gd name="T57" fmla="*/ 4 h 27"/>
                  <a:gd name="T58" fmla="*/ 25 w 75"/>
                  <a:gd name="T59" fmla="*/ 3 h 27"/>
                  <a:gd name="T60" fmla="*/ 26 w 75"/>
                  <a:gd name="T61" fmla="*/ 3 h 27"/>
                  <a:gd name="T62" fmla="*/ 35 w 75"/>
                  <a:gd name="T63" fmla="*/ 3 h 27"/>
                  <a:gd name="T64" fmla="*/ 35 w 75"/>
                  <a:gd name="T65" fmla="*/ 3 h 27"/>
                  <a:gd name="T66" fmla="*/ 44 w 75"/>
                  <a:gd name="T67" fmla="*/ 2 h 27"/>
                  <a:gd name="T68" fmla="*/ 48 w 75"/>
                  <a:gd name="T69" fmla="*/ 1 h 27"/>
                  <a:gd name="T70" fmla="*/ 60 w 75"/>
                  <a:gd name="T71" fmla="*/ 0 h 27"/>
                  <a:gd name="T72" fmla="*/ 62 w 75"/>
                  <a:gd name="T73" fmla="*/ 1 h 27"/>
                  <a:gd name="T74" fmla="*/ 64 w 75"/>
                  <a:gd name="T75" fmla="*/ 1 h 27"/>
                  <a:gd name="T76" fmla="*/ 65 w 75"/>
                  <a:gd name="T77" fmla="*/ 1 h 27"/>
                  <a:gd name="T78" fmla="*/ 66 w 75"/>
                  <a:gd name="T79" fmla="*/ 1 h 27"/>
                  <a:gd name="T80" fmla="*/ 69 w 75"/>
                  <a:gd name="T81" fmla="*/ 2 h 27"/>
                  <a:gd name="T82" fmla="*/ 72 w 75"/>
                  <a:gd name="T83" fmla="*/ 4 h 27"/>
                  <a:gd name="T84" fmla="*/ 74 w 75"/>
                  <a:gd name="T85" fmla="*/ 6 h 27"/>
                  <a:gd name="T86" fmla="*/ 74 w 75"/>
                  <a:gd name="T87" fmla="*/ 9 h 27"/>
                  <a:gd name="T88" fmla="*/ 75 w 75"/>
                  <a:gd name="T89" fmla="*/ 12 h 27"/>
                  <a:gd name="T90" fmla="*/ 74 w 75"/>
                  <a:gd name="T91" fmla="*/ 14 h 27"/>
                  <a:gd name="T92" fmla="*/ 74 w 75"/>
                  <a:gd name="T93" fmla="*/ 15 h 27"/>
                  <a:gd name="T94" fmla="*/ 74 w 75"/>
                  <a:gd name="T95" fmla="*/ 16 h 27"/>
                  <a:gd name="T96" fmla="*/ 73 w 75"/>
                  <a:gd name="T97" fmla="*/ 17 h 27"/>
                  <a:gd name="T98" fmla="*/ 71 w 75"/>
                  <a:gd name="T99" fmla="*/ 19 h 27"/>
                  <a:gd name="T100" fmla="*/ 69 w 75"/>
                  <a:gd name="T101" fmla="*/ 21 h 27"/>
                  <a:gd name="T102" fmla="*/ 63 w 75"/>
                  <a:gd name="T103" fmla="*/ 22 h 27"/>
                  <a:gd name="T104" fmla="*/ 62 w 75"/>
                  <a:gd name="T105" fmla="*/ 23 h 27"/>
                  <a:gd name="T106" fmla="*/ 58 w 75"/>
                  <a:gd name="T107" fmla="*/ 24 h 27"/>
                  <a:gd name="T108" fmla="*/ 55 w 75"/>
                  <a:gd name="T109" fmla="*/ 25 h 27"/>
                  <a:gd name="T110" fmla="*/ 53 w 75"/>
                  <a:gd name="T111" fmla="*/ 26 h 27"/>
                  <a:gd name="T112" fmla="*/ 52 w 75"/>
                  <a:gd name="T113" fmla="*/ 26 h 27"/>
                  <a:gd name="T114" fmla="*/ 47 w 75"/>
                  <a:gd name="T115" fmla="*/ 27 h 27"/>
                  <a:gd name="T116" fmla="*/ 44 w 75"/>
                  <a:gd name="T11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75" h="27">
                    <a:moveTo>
                      <a:pt x="44" y="27"/>
                    </a:moveTo>
                    <a:cubicBezTo>
                      <a:pt x="43" y="27"/>
                      <a:pt x="42" y="27"/>
                      <a:pt x="41" y="27"/>
                    </a:cubicBezTo>
                    <a:cubicBezTo>
                      <a:pt x="40" y="27"/>
                      <a:pt x="40" y="26"/>
                      <a:pt x="39" y="26"/>
                    </a:cubicBezTo>
                    <a:cubicBezTo>
                      <a:pt x="38" y="26"/>
                      <a:pt x="37" y="26"/>
                      <a:pt x="36" y="26"/>
                    </a:cubicBezTo>
                    <a:cubicBezTo>
                      <a:pt x="36" y="26"/>
                      <a:pt x="35" y="26"/>
                      <a:pt x="35" y="25"/>
                    </a:cubicBezTo>
                    <a:cubicBezTo>
                      <a:pt x="34" y="25"/>
                      <a:pt x="34" y="25"/>
                      <a:pt x="33" y="25"/>
                    </a:cubicBezTo>
                    <a:cubicBezTo>
                      <a:pt x="33" y="25"/>
                      <a:pt x="31" y="25"/>
                      <a:pt x="30" y="25"/>
                    </a:cubicBezTo>
                    <a:cubicBezTo>
                      <a:pt x="28" y="25"/>
                      <a:pt x="27" y="25"/>
                      <a:pt x="25" y="26"/>
                    </a:cubicBezTo>
                    <a:cubicBezTo>
                      <a:pt x="22" y="26"/>
                      <a:pt x="21" y="26"/>
                      <a:pt x="17" y="26"/>
                    </a:cubicBezTo>
                    <a:cubicBezTo>
                      <a:pt x="16" y="27"/>
                      <a:pt x="15" y="27"/>
                      <a:pt x="15" y="27"/>
                    </a:cubicBezTo>
                    <a:cubicBezTo>
                      <a:pt x="14" y="27"/>
                      <a:pt x="13" y="26"/>
                      <a:pt x="12" y="26"/>
                    </a:cubicBezTo>
                    <a:cubicBezTo>
                      <a:pt x="11" y="26"/>
                      <a:pt x="10" y="25"/>
                      <a:pt x="9" y="25"/>
                    </a:cubicBezTo>
                    <a:cubicBezTo>
                      <a:pt x="8" y="25"/>
                      <a:pt x="6" y="25"/>
                      <a:pt x="5" y="24"/>
                    </a:cubicBezTo>
                    <a:cubicBezTo>
                      <a:pt x="5" y="24"/>
                      <a:pt x="5" y="24"/>
                      <a:pt x="5" y="24"/>
                    </a:cubicBezTo>
                    <a:cubicBezTo>
                      <a:pt x="4" y="23"/>
                      <a:pt x="3" y="23"/>
                      <a:pt x="3" y="23"/>
                    </a:cubicBezTo>
                    <a:cubicBezTo>
                      <a:pt x="2" y="21"/>
                      <a:pt x="2" y="22"/>
                      <a:pt x="1" y="21"/>
                    </a:cubicBezTo>
                    <a:cubicBezTo>
                      <a:pt x="1" y="20"/>
                      <a:pt x="0" y="19"/>
                      <a:pt x="0" y="18"/>
                    </a:cubicBezTo>
                    <a:cubicBezTo>
                      <a:pt x="0" y="17"/>
                      <a:pt x="0" y="17"/>
                      <a:pt x="0" y="16"/>
                    </a:cubicBezTo>
                    <a:cubicBezTo>
                      <a:pt x="1" y="15"/>
                      <a:pt x="1" y="14"/>
                      <a:pt x="1" y="14"/>
                    </a:cubicBezTo>
                    <a:cubicBezTo>
                      <a:pt x="2" y="12"/>
                      <a:pt x="4" y="11"/>
                      <a:pt x="5" y="10"/>
                    </a:cubicBezTo>
                    <a:cubicBezTo>
                      <a:pt x="5" y="10"/>
                      <a:pt x="6" y="9"/>
                      <a:pt x="6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8" y="8"/>
                      <a:pt x="9" y="8"/>
                      <a:pt x="11" y="7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12" y="7"/>
                      <a:pt x="13" y="6"/>
                      <a:pt x="14" y="6"/>
                    </a:cubicBezTo>
                    <a:cubicBezTo>
                      <a:pt x="14" y="6"/>
                      <a:pt x="15" y="6"/>
                      <a:pt x="16" y="5"/>
                    </a:cubicBezTo>
                    <a:cubicBezTo>
                      <a:pt x="16" y="5"/>
                      <a:pt x="17" y="5"/>
                      <a:pt x="18" y="5"/>
                    </a:cubicBezTo>
                    <a:cubicBezTo>
                      <a:pt x="19" y="5"/>
                      <a:pt x="20" y="4"/>
                      <a:pt x="21" y="4"/>
                    </a:cubicBezTo>
                    <a:cubicBezTo>
                      <a:pt x="22" y="4"/>
                      <a:pt x="23" y="4"/>
                      <a:pt x="23" y="4"/>
                    </a:cubicBezTo>
                    <a:cubicBezTo>
                      <a:pt x="24" y="3"/>
                      <a:pt x="25" y="3"/>
                      <a:pt x="25" y="3"/>
                    </a:cubicBezTo>
                    <a:cubicBezTo>
                      <a:pt x="25" y="3"/>
                      <a:pt x="26" y="3"/>
                      <a:pt x="26" y="3"/>
                    </a:cubicBezTo>
                    <a:cubicBezTo>
                      <a:pt x="29" y="3"/>
                      <a:pt x="32" y="3"/>
                      <a:pt x="35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8" y="2"/>
                      <a:pt x="41" y="2"/>
                      <a:pt x="44" y="2"/>
                    </a:cubicBezTo>
                    <a:cubicBezTo>
                      <a:pt x="45" y="2"/>
                      <a:pt x="46" y="1"/>
                      <a:pt x="48" y="1"/>
                    </a:cubicBezTo>
                    <a:cubicBezTo>
                      <a:pt x="48" y="0"/>
                      <a:pt x="58" y="0"/>
                      <a:pt x="60" y="0"/>
                    </a:cubicBezTo>
                    <a:cubicBezTo>
                      <a:pt x="61" y="0"/>
                      <a:pt x="62" y="0"/>
                      <a:pt x="62" y="1"/>
                    </a:cubicBezTo>
                    <a:cubicBezTo>
                      <a:pt x="63" y="1"/>
                      <a:pt x="64" y="1"/>
                      <a:pt x="64" y="1"/>
                    </a:cubicBezTo>
                    <a:cubicBezTo>
                      <a:pt x="64" y="1"/>
                      <a:pt x="65" y="1"/>
                      <a:pt x="65" y="1"/>
                    </a:cubicBezTo>
                    <a:cubicBezTo>
                      <a:pt x="65" y="1"/>
                      <a:pt x="66" y="1"/>
                      <a:pt x="66" y="1"/>
                    </a:cubicBezTo>
                    <a:cubicBezTo>
                      <a:pt x="67" y="1"/>
                      <a:pt x="68" y="2"/>
                      <a:pt x="69" y="2"/>
                    </a:cubicBezTo>
                    <a:cubicBezTo>
                      <a:pt x="70" y="3"/>
                      <a:pt x="71" y="3"/>
                      <a:pt x="72" y="4"/>
                    </a:cubicBezTo>
                    <a:cubicBezTo>
                      <a:pt x="72" y="5"/>
                      <a:pt x="73" y="5"/>
                      <a:pt x="74" y="6"/>
                    </a:cubicBezTo>
                    <a:cubicBezTo>
                      <a:pt x="74" y="7"/>
                      <a:pt x="74" y="8"/>
                      <a:pt x="74" y="9"/>
                    </a:cubicBezTo>
                    <a:cubicBezTo>
                      <a:pt x="74" y="10"/>
                      <a:pt x="74" y="11"/>
                      <a:pt x="75" y="12"/>
                    </a:cubicBezTo>
                    <a:cubicBezTo>
                      <a:pt x="74" y="13"/>
                      <a:pt x="74" y="13"/>
                      <a:pt x="74" y="14"/>
                    </a:cubicBezTo>
                    <a:cubicBezTo>
                      <a:pt x="74" y="14"/>
                      <a:pt x="74" y="14"/>
                      <a:pt x="74" y="15"/>
                    </a:cubicBezTo>
                    <a:cubicBezTo>
                      <a:pt x="74" y="15"/>
                      <a:pt x="74" y="15"/>
                      <a:pt x="74" y="16"/>
                    </a:cubicBezTo>
                    <a:cubicBezTo>
                      <a:pt x="74" y="16"/>
                      <a:pt x="73" y="17"/>
                      <a:pt x="73" y="17"/>
                    </a:cubicBezTo>
                    <a:cubicBezTo>
                      <a:pt x="73" y="18"/>
                      <a:pt x="72" y="19"/>
                      <a:pt x="71" y="19"/>
                    </a:cubicBezTo>
                    <a:cubicBezTo>
                      <a:pt x="71" y="20"/>
                      <a:pt x="70" y="20"/>
                      <a:pt x="69" y="21"/>
                    </a:cubicBezTo>
                    <a:cubicBezTo>
                      <a:pt x="68" y="21"/>
                      <a:pt x="65" y="22"/>
                      <a:pt x="63" y="22"/>
                    </a:cubicBezTo>
                    <a:cubicBezTo>
                      <a:pt x="63" y="23"/>
                      <a:pt x="62" y="23"/>
                      <a:pt x="62" y="23"/>
                    </a:cubicBezTo>
                    <a:cubicBezTo>
                      <a:pt x="60" y="23"/>
                      <a:pt x="59" y="24"/>
                      <a:pt x="58" y="24"/>
                    </a:cubicBezTo>
                    <a:cubicBezTo>
                      <a:pt x="57" y="24"/>
                      <a:pt x="57" y="25"/>
                      <a:pt x="55" y="25"/>
                    </a:cubicBezTo>
                    <a:cubicBezTo>
                      <a:pt x="54" y="25"/>
                      <a:pt x="54" y="26"/>
                      <a:pt x="53" y="26"/>
                    </a:cubicBezTo>
                    <a:cubicBezTo>
                      <a:pt x="52" y="26"/>
                      <a:pt x="52" y="26"/>
                      <a:pt x="52" y="26"/>
                    </a:cubicBezTo>
                    <a:cubicBezTo>
                      <a:pt x="50" y="26"/>
                      <a:pt x="49" y="27"/>
                      <a:pt x="47" y="27"/>
                    </a:cubicBezTo>
                    <a:cubicBezTo>
                      <a:pt x="46" y="27"/>
                      <a:pt x="45" y="27"/>
                      <a:pt x="44" y="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7" name="Freeform 12"/>
              <p:cNvSpPr/>
              <p:nvPr/>
            </p:nvSpPr>
            <p:spPr bwMode="auto">
              <a:xfrm>
                <a:off x="5097463" y="3309938"/>
                <a:ext cx="161925" cy="173038"/>
              </a:xfrm>
              <a:custGeom>
                <a:avLst/>
                <a:gdLst>
                  <a:gd name="T0" fmla="*/ 29 w 43"/>
                  <a:gd name="T1" fmla="*/ 46 h 46"/>
                  <a:gd name="T2" fmla="*/ 27 w 43"/>
                  <a:gd name="T3" fmla="*/ 45 h 46"/>
                  <a:gd name="T4" fmla="*/ 26 w 43"/>
                  <a:gd name="T5" fmla="*/ 44 h 46"/>
                  <a:gd name="T6" fmla="*/ 24 w 43"/>
                  <a:gd name="T7" fmla="*/ 40 h 46"/>
                  <a:gd name="T8" fmla="*/ 21 w 43"/>
                  <a:gd name="T9" fmla="*/ 35 h 46"/>
                  <a:gd name="T10" fmla="*/ 19 w 43"/>
                  <a:gd name="T11" fmla="*/ 31 h 46"/>
                  <a:gd name="T12" fmla="*/ 16 w 43"/>
                  <a:gd name="T13" fmla="*/ 26 h 46"/>
                  <a:gd name="T14" fmla="*/ 11 w 43"/>
                  <a:gd name="T15" fmla="*/ 21 h 46"/>
                  <a:gd name="T16" fmla="*/ 9 w 43"/>
                  <a:gd name="T17" fmla="*/ 20 h 46"/>
                  <a:gd name="T18" fmla="*/ 8 w 43"/>
                  <a:gd name="T19" fmla="*/ 18 h 46"/>
                  <a:gd name="T20" fmla="*/ 7 w 43"/>
                  <a:gd name="T21" fmla="*/ 18 h 46"/>
                  <a:gd name="T22" fmla="*/ 5 w 43"/>
                  <a:gd name="T23" fmla="*/ 17 h 46"/>
                  <a:gd name="T24" fmla="*/ 5 w 43"/>
                  <a:gd name="T25" fmla="*/ 16 h 46"/>
                  <a:gd name="T26" fmla="*/ 3 w 43"/>
                  <a:gd name="T27" fmla="*/ 14 h 46"/>
                  <a:gd name="T28" fmla="*/ 3 w 43"/>
                  <a:gd name="T29" fmla="*/ 14 h 46"/>
                  <a:gd name="T30" fmla="*/ 1 w 43"/>
                  <a:gd name="T31" fmla="*/ 12 h 46"/>
                  <a:gd name="T32" fmla="*/ 0 w 43"/>
                  <a:gd name="T33" fmla="*/ 10 h 46"/>
                  <a:gd name="T34" fmla="*/ 0 w 43"/>
                  <a:gd name="T35" fmla="*/ 9 h 46"/>
                  <a:gd name="T36" fmla="*/ 0 w 43"/>
                  <a:gd name="T37" fmla="*/ 6 h 46"/>
                  <a:gd name="T38" fmla="*/ 2 w 43"/>
                  <a:gd name="T39" fmla="*/ 3 h 46"/>
                  <a:gd name="T40" fmla="*/ 3 w 43"/>
                  <a:gd name="T41" fmla="*/ 1 h 46"/>
                  <a:gd name="T42" fmla="*/ 7 w 43"/>
                  <a:gd name="T43" fmla="*/ 0 h 46"/>
                  <a:gd name="T44" fmla="*/ 10 w 43"/>
                  <a:gd name="T45" fmla="*/ 0 h 46"/>
                  <a:gd name="T46" fmla="*/ 13 w 43"/>
                  <a:gd name="T47" fmla="*/ 1 h 46"/>
                  <a:gd name="T48" fmla="*/ 15 w 43"/>
                  <a:gd name="T49" fmla="*/ 2 h 46"/>
                  <a:gd name="T50" fmla="*/ 18 w 43"/>
                  <a:gd name="T51" fmla="*/ 3 h 46"/>
                  <a:gd name="T52" fmla="*/ 21 w 43"/>
                  <a:gd name="T53" fmla="*/ 3 h 46"/>
                  <a:gd name="T54" fmla="*/ 24 w 43"/>
                  <a:gd name="T55" fmla="*/ 4 h 46"/>
                  <a:gd name="T56" fmla="*/ 28 w 43"/>
                  <a:gd name="T57" fmla="*/ 4 h 46"/>
                  <a:gd name="T58" fmla="*/ 31 w 43"/>
                  <a:gd name="T59" fmla="*/ 5 h 46"/>
                  <a:gd name="T60" fmla="*/ 33 w 43"/>
                  <a:gd name="T61" fmla="*/ 7 h 46"/>
                  <a:gd name="T62" fmla="*/ 34 w 43"/>
                  <a:gd name="T63" fmla="*/ 7 h 46"/>
                  <a:gd name="T64" fmla="*/ 37 w 43"/>
                  <a:gd name="T65" fmla="*/ 8 h 46"/>
                  <a:gd name="T66" fmla="*/ 39 w 43"/>
                  <a:gd name="T67" fmla="*/ 9 h 46"/>
                  <a:gd name="T68" fmla="*/ 40 w 43"/>
                  <a:gd name="T69" fmla="*/ 11 h 46"/>
                  <a:gd name="T70" fmla="*/ 42 w 43"/>
                  <a:gd name="T71" fmla="*/ 13 h 46"/>
                  <a:gd name="T72" fmla="*/ 43 w 43"/>
                  <a:gd name="T73" fmla="*/ 16 h 46"/>
                  <a:gd name="T74" fmla="*/ 43 w 43"/>
                  <a:gd name="T75" fmla="*/ 19 h 46"/>
                  <a:gd name="T76" fmla="*/ 43 w 43"/>
                  <a:gd name="T77" fmla="*/ 22 h 46"/>
                  <a:gd name="T78" fmla="*/ 42 w 43"/>
                  <a:gd name="T79" fmla="*/ 25 h 46"/>
                  <a:gd name="T80" fmla="*/ 43 w 43"/>
                  <a:gd name="T81" fmla="*/ 28 h 46"/>
                  <a:gd name="T82" fmla="*/ 43 w 43"/>
                  <a:gd name="T83" fmla="*/ 30 h 46"/>
                  <a:gd name="T84" fmla="*/ 42 w 43"/>
                  <a:gd name="T85" fmla="*/ 35 h 46"/>
                  <a:gd name="T86" fmla="*/ 41 w 43"/>
                  <a:gd name="T87" fmla="*/ 38 h 46"/>
                  <a:gd name="T88" fmla="*/ 39 w 43"/>
                  <a:gd name="T89" fmla="*/ 40 h 46"/>
                  <a:gd name="T90" fmla="*/ 35 w 43"/>
                  <a:gd name="T91" fmla="*/ 45 h 46"/>
                  <a:gd name="T92" fmla="*/ 33 w 43"/>
                  <a:gd name="T93" fmla="*/ 46 h 46"/>
                  <a:gd name="T94" fmla="*/ 31 w 43"/>
                  <a:gd name="T95" fmla="*/ 46 h 46"/>
                  <a:gd name="T96" fmla="*/ 29 w 43"/>
                  <a:gd name="T97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3" h="46">
                    <a:moveTo>
                      <a:pt x="29" y="46"/>
                    </a:moveTo>
                    <a:cubicBezTo>
                      <a:pt x="28" y="46"/>
                      <a:pt x="29" y="46"/>
                      <a:pt x="27" y="45"/>
                    </a:cubicBezTo>
                    <a:cubicBezTo>
                      <a:pt x="27" y="45"/>
                      <a:pt x="26" y="44"/>
                      <a:pt x="26" y="44"/>
                    </a:cubicBezTo>
                    <a:cubicBezTo>
                      <a:pt x="25" y="43"/>
                      <a:pt x="24" y="41"/>
                      <a:pt x="24" y="40"/>
                    </a:cubicBezTo>
                    <a:cubicBezTo>
                      <a:pt x="23" y="38"/>
                      <a:pt x="22" y="37"/>
                      <a:pt x="21" y="35"/>
                    </a:cubicBezTo>
                    <a:cubicBezTo>
                      <a:pt x="21" y="34"/>
                      <a:pt x="19" y="31"/>
                      <a:pt x="19" y="31"/>
                    </a:cubicBezTo>
                    <a:cubicBezTo>
                      <a:pt x="18" y="29"/>
                      <a:pt x="17" y="27"/>
                      <a:pt x="16" y="26"/>
                    </a:cubicBezTo>
                    <a:cubicBezTo>
                      <a:pt x="14" y="24"/>
                      <a:pt x="13" y="22"/>
                      <a:pt x="11" y="21"/>
                    </a:cubicBezTo>
                    <a:cubicBezTo>
                      <a:pt x="10" y="20"/>
                      <a:pt x="10" y="20"/>
                      <a:pt x="9" y="20"/>
                    </a:cubicBezTo>
                    <a:cubicBezTo>
                      <a:pt x="9" y="19"/>
                      <a:pt x="8" y="19"/>
                      <a:pt x="8" y="18"/>
                    </a:cubicBezTo>
                    <a:cubicBezTo>
                      <a:pt x="7" y="18"/>
                      <a:pt x="7" y="18"/>
                      <a:pt x="7" y="18"/>
                    </a:cubicBezTo>
                    <a:cubicBezTo>
                      <a:pt x="6" y="17"/>
                      <a:pt x="5" y="17"/>
                      <a:pt x="5" y="17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6"/>
                      <a:pt x="3" y="15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2" y="13"/>
                      <a:pt x="1" y="13"/>
                      <a:pt x="1" y="12"/>
                    </a:cubicBezTo>
                    <a:cubicBezTo>
                      <a:pt x="0" y="11"/>
                      <a:pt x="1" y="11"/>
                      <a:pt x="0" y="10"/>
                    </a:cubicBezTo>
                    <a:cubicBezTo>
                      <a:pt x="0" y="10"/>
                      <a:pt x="0" y="9"/>
                      <a:pt x="0" y="9"/>
                    </a:cubicBezTo>
                    <a:cubicBezTo>
                      <a:pt x="0" y="8"/>
                      <a:pt x="0" y="7"/>
                      <a:pt x="0" y="6"/>
                    </a:cubicBezTo>
                    <a:cubicBezTo>
                      <a:pt x="0" y="6"/>
                      <a:pt x="1" y="4"/>
                      <a:pt x="2" y="3"/>
                    </a:cubicBezTo>
                    <a:cubicBezTo>
                      <a:pt x="2" y="2"/>
                      <a:pt x="2" y="2"/>
                      <a:pt x="3" y="1"/>
                    </a:cubicBezTo>
                    <a:cubicBezTo>
                      <a:pt x="3" y="1"/>
                      <a:pt x="5" y="0"/>
                      <a:pt x="7" y="0"/>
                    </a:cubicBezTo>
                    <a:cubicBezTo>
                      <a:pt x="8" y="0"/>
                      <a:pt x="9" y="0"/>
                      <a:pt x="10" y="0"/>
                    </a:cubicBezTo>
                    <a:cubicBezTo>
                      <a:pt x="11" y="0"/>
                      <a:pt x="12" y="1"/>
                      <a:pt x="13" y="1"/>
                    </a:cubicBezTo>
                    <a:cubicBezTo>
                      <a:pt x="14" y="1"/>
                      <a:pt x="14" y="1"/>
                      <a:pt x="15" y="2"/>
                    </a:cubicBezTo>
                    <a:cubicBezTo>
                      <a:pt x="16" y="2"/>
                      <a:pt x="18" y="3"/>
                      <a:pt x="18" y="3"/>
                    </a:cubicBezTo>
                    <a:cubicBezTo>
                      <a:pt x="19" y="3"/>
                      <a:pt x="20" y="3"/>
                      <a:pt x="21" y="3"/>
                    </a:cubicBezTo>
                    <a:cubicBezTo>
                      <a:pt x="22" y="3"/>
                      <a:pt x="23" y="3"/>
                      <a:pt x="24" y="4"/>
                    </a:cubicBezTo>
                    <a:cubicBezTo>
                      <a:pt x="26" y="4"/>
                      <a:pt x="26" y="4"/>
                      <a:pt x="28" y="4"/>
                    </a:cubicBezTo>
                    <a:cubicBezTo>
                      <a:pt x="28" y="4"/>
                      <a:pt x="30" y="5"/>
                      <a:pt x="31" y="5"/>
                    </a:cubicBezTo>
                    <a:cubicBezTo>
                      <a:pt x="32" y="6"/>
                      <a:pt x="33" y="6"/>
                      <a:pt x="33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5" y="7"/>
                      <a:pt x="36" y="8"/>
                      <a:pt x="37" y="8"/>
                    </a:cubicBezTo>
                    <a:cubicBezTo>
                      <a:pt x="37" y="9"/>
                      <a:pt x="38" y="9"/>
                      <a:pt x="39" y="9"/>
                    </a:cubicBezTo>
                    <a:cubicBezTo>
                      <a:pt x="40" y="10"/>
                      <a:pt x="39" y="10"/>
                      <a:pt x="40" y="11"/>
                    </a:cubicBezTo>
                    <a:cubicBezTo>
                      <a:pt x="42" y="11"/>
                      <a:pt x="42" y="12"/>
                      <a:pt x="42" y="13"/>
                    </a:cubicBezTo>
                    <a:cubicBezTo>
                      <a:pt x="43" y="14"/>
                      <a:pt x="43" y="15"/>
                      <a:pt x="43" y="16"/>
                    </a:cubicBezTo>
                    <a:cubicBezTo>
                      <a:pt x="43" y="17"/>
                      <a:pt x="43" y="18"/>
                      <a:pt x="43" y="19"/>
                    </a:cubicBezTo>
                    <a:cubicBezTo>
                      <a:pt x="43" y="19"/>
                      <a:pt x="43" y="21"/>
                      <a:pt x="43" y="22"/>
                    </a:cubicBezTo>
                    <a:cubicBezTo>
                      <a:pt x="42" y="23"/>
                      <a:pt x="43" y="24"/>
                      <a:pt x="42" y="25"/>
                    </a:cubicBezTo>
                    <a:cubicBezTo>
                      <a:pt x="42" y="26"/>
                      <a:pt x="42" y="28"/>
                      <a:pt x="43" y="28"/>
                    </a:cubicBezTo>
                    <a:cubicBezTo>
                      <a:pt x="43" y="28"/>
                      <a:pt x="43" y="30"/>
                      <a:pt x="43" y="30"/>
                    </a:cubicBezTo>
                    <a:cubicBezTo>
                      <a:pt x="43" y="32"/>
                      <a:pt x="42" y="34"/>
                      <a:pt x="42" y="35"/>
                    </a:cubicBezTo>
                    <a:cubicBezTo>
                      <a:pt x="42" y="37"/>
                      <a:pt x="41" y="37"/>
                      <a:pt x="41" y="38"/>
                    </a:cubicBezTo>
                    <a:cubicBezTo>
                      <a:pt x="40" y="38"/>
                      <a:pt x="41" y="38"/>
                      <a:pt x="39" y="40"/>
                    </a:cubicBezTo>
                    <a:cubicBezTo>
                      <a:pt x="39" y="40"/>
                      <a:pt x="36" y="44"/>
                      <a:pt x="35" y="45"/>
                    </a:cubicBezTo>
                    <a:cubicBezTo>
                      <a:pt x="35" y="45"/>
                      <a:pt x="33" y="46"/>
                      <a:pt x="33" y="46"/>
                    </a:cubicBezTo>
                    <a:cubicBezTo>
                      <a:pt x="33" y="46"/>
                      <a:pt x="32" y="46"/>
                      <a:pt x="31" y="46"/>
                    </a:cubicBezTo>
                    <a:cubicBezTo>
                      <a:pt x="31" y="46"/>
                      <a:pt x="30" y="46"/>
                      <a:pt x="29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8" name="Freeform 13"/>
              <p:cNvSpPr/>
              <p:nvPr/>
            </p:nvSpPr>
            <p:spPr bwMode="auto">
              <a:xfrm>
                <a:off x="4908551" y="3041650"/>
                <a:ext cx="325438" cy="395288"/>
              </a:xfrm>
              <a:custGeom>
                <a:avLst/>
                <a:gdLst>
                  <a:gd name="T0" fmla="*/ 6 w 86"/>
                  <a:gd name="T1" fmla="*/ 104 h 105"/>
                  <a:gd name="T2" fmla="*/ 2 w 86"/>
                  <a:gd name="T3" fmla="*/ 99 h 105"/>
                  <a:gd name="T4" fmla="*/ 2 w 86"/>
                  <a:gd name="T5" fmla="*/ 88 h 105"/>
                  <a:gd name="T6" fmla="*/ 8 w 86"/>
                  <a:gd name="T7" fmla="*/ 78 h 105"/>
                  <a:gd name="T8" fmla="*/ 15 w 86"/>
                  <a:gd name="T9" fmla="*/ 65 h 105"/>
                  <a:gd name="T10" fmla="*/ 16 w 86"/>
                  <a:gd name="T11" fmla="*/ 59 h 105"/>
                  <a:gd name="T12" fmla="*/ 13 w 86"/>
                  <a:gd name="T13" fmla="*/ 58 h 105"/>
                  <a:gd name="T14" fmla="*/ 7 w 86"/>
                  <a:gd name="T15" fmla="*/ 55 h 105"/>
                  <a:gd name="T16" fmla="*/ 3 w 86"/>
                  <a:gd name="T17" fmla="*/ 49 h 105"/>
                  <a:gd name="T18" fmla="*/ 4 w 86"/>
                  <a:gd name="T19" fmla="*/ 39 h 105"/>
                  <a:gd name="T20" fmla="*/ 9 w 86"/>
                  <a:gd name="T21" fmla="*/ 35 h 105"/>
                  <a:gd name="T22" fmla="*/ 13 w 86"/>
                  <a:gd name="T23" fmla="*/ 33 h 105"/>
                  <a:gd name="T24" fmla="*/ 26 w 86"/>
                  <a:gd name="T25" fmla="*/ 32 h 105"/>
                  <a:gd name="T26" fmla="*/ 28 w 86"/>
                  <a:gd name="T27" fmla="*/ 28 h 105"/>
                  <a:gd name="T28" fmla="*/ 27 w 86"/>
                  <a:gd name="T29" fmla="*/ 25 h 105"/>
                  <a:gd name="T30" fmla="*/ 24 w 86"/>
                  <a:gd name="T31" fmla="*/ 19 h 105"/>
                  <a:gd name="T32" fmla="*/ 28 w 86"/>
                  <a:gd name="T33" fmla="*/ 6 h 105"/>
                  <a:gd name="T34" fmla="*/ 32 w 86"/>
                  <a:gd name="T35" fmla="*/ 1 h 105"/>
                  <a:gd name="T36" fmla="*/ 40 w 86"/>
                  <a:gd name="T37" fmla="*/ 0 h 105"/>
                  <a:gd name="T38" fmla="*/ 44 w 86"/>
                  <a:gd name="T39" fmla="*/ 2 h 105"/>
                  <a:gd name="T40" fmla="*/ 51 w 86"/>
                  <a:gd name="T41" fmla="*/ 12 h 105"/>
                  <a:gd name="T42" fmla="*/ 52 w 86"/>
                  <a:gd name="T43" fmla="*/ 22 h 105"/>
                  <a:gd name="T44" fmla="*/ 55 w 86"/>
                  <a:gd name="T45" fmla="*/ 26 h 105"/>
                  <a:gd name="T46" fmla="*/ 58 w 86"/>
                  <a:gd name="T47" fmla="*/ 25 h 105"/>
                  <a:gd name="T48" fmla="*/ 61 w 86"/>
                  <a:gd name="T49" fmla="*/ 22 h 105"/>
                  <a:gd name="T50" fmla="*/ 64 w 86"/>
                  <a:gd name="T51" fmla="*/ 20 h 105"/>
                  <a:gd name="T52" fmla="*/ 67 w 86"/>
                  <a:gd name="T53" fmla="*/ 19 h 105"/>
                  <a:gd name="T54" fmla="*/ 71 w 86"/>
                  <a:gd name="T55" fmla="*/ 20 h 105"/>
                  <a:gd name="T56" fmla="*/ 74 w 86"/>
                  <a:gd name="T57" fmla="*/ 22 h 105"/>
                  <a:gd name="T58" fmla="*/ 76 w 86"/>
                  <a:gd name="T59" fmla="*/ 24 h 105"/>
                  <a:gd name="T60" fmla="*/ 78 w 86"/>
                  <a:gd name="T61" fmla="*/ 26 h 105"/>
                  <a:gd name="T62" fmla="*/ 82 w 86"/>
                  <a:gd name="T63" fmla="*/ 28 h 105"/>
                  <a:gd name="T64" fmla="*/ 86 w 86"/>
                  <a:gd name="T65" fmla="*/ 33 h 105"/>
                  <a:gd name="T66" fmla="*/ 85 w 86"/>
                  <a:gd name="T67" fmla="*/ 35 h 105"/>
                  <a:gd name="T68" fmla="*/ 85 w 86"/>
                  <a:gd name="T69" fmla="*/ 37 h 105"/>
                  <a:gd name="T70" fmla="*/ 85 w 86"/>
                  <a:gd name="T71" fmla="*/ 38 h 105"/>
                  <a:gd name="T72" fmla="*/ 84 w 86"/>
                  <a:gd name="T73" fmla="*/ 39 h 105"/>
                  <a:gd name="T74" fmla="*/ 80 w 86"/>
                  <a:gd name="T75" fmla="*/ 41 h 105"/>
                  <a:gd name="T76" fmla="*/ 78 w 86"/>
                  <a:gd name="T77" fmla="*/ 43 h 105"/>
                  <a:gd name="T78" fmla="*/ 76 w 86"/>
                  <a:gd name="T79" fmla="*/ 44 h 105"/>
                  <a:gd name="T80" fmla="*/ 70 w 86"/>
                  <a:gd name="T81" fmla="*/ 47 h 105"/>
                  <a:gd name="T82" fmla="*/ 66 w 86"/>
                  <a:gd name="T83" fmla="*/ 49 h 105"/>
                  <a:gd name="T84" fmla="*/ 51 w 86"/>
                  <a:gd name="T85" fmla="*/ 54 h 105"/>
                  <a:gd name="T86" fmla="*/ 46 w 86"/>
                  <a:gd name="T87" fmla="*/ 56 h 105"/>
                  <a:gd name="T88" fmla="*/ 41 w 86"/>
                  <a:gd name="T89" fmla="*/ 59 h 105"/>
                  <a:gd name="T90" fmla="*/ 37 w 86"/>
                  <a:gd name="T91" fmla="*/ 64 h 105"/>
                  <a:gd name="T92" fmla="*/ 36 w 86"/>
                  <a:gd name="T93" fmla="*/ 67 h 105"/>
                  <a:gd name="T94" fmla="*/ 35 w 86"/>
                  <a:gd name="T95" fmla="*/ 68 h 105"/>
                  <a:gd name="T96" fmla="*/ 32 w 86"/>
                  <a:gd name="T97" fmla="*/ 72 h 105"/>
                  <a:gd name="T98" fmla="*/ 29 w 86"/>
                  <a:gd name="T99" fmla="*/ 79 h 105"/>
                  <a:gd name="T100" fmla="*/ 25 w 86"/>
                  <a:gd name="T101" fmla="*/ 88 h 105"/>
                  <a:gd name="T102" fmla="*/ 19 w 86"/>
                  <a:gd name="T103" fmla="*/ 100 h 105"/>
                  <a:gd name="T104" fmla="*/ 12 w 86"/>
                  <a:gd name="T105" fmla="*/ 104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86" h="105">
                    <a:moveTo>
                      <a:pt x="9" y="105"/>
                    </a:moveTo>
                    <a:cubicBezTo>
                      <a:pt x="8" y="105"/>
                      <a:pt x="6" y="104"/>
                      <a:pt x="6" y="104"/>
                    </a:cubicBezTo>
                    <a:cubicBezTo>
                      <a:pt x="5" y="103"/>
                      <a:pt x="4" y="102"/>
                      <a:pt x="4" y="102"/>
                    </a:cubicBezTo>
                    <a:cubicBezTo>
                      <a:pt x="3" y="100"/>
                      <a:pt x="2" y="100"/>
                      <a:pt x="2" y="99"/>
                    </a:cubicBezTo>
                    <a:cubicBezTo>
                      <a:pt x="1" y="98"/>
                      <a:pt x="0" y="96"/>
                      <a:pt x="0" y="96"/>
                    </a:cubicBezTo>
                    <a:cubicBezTo>
                      <a:pt x="0" y="92"/>
                      <a:pt x="1" y="90"/>
                      <a:pt x="2" y="88"/>
                    </a:cubicBezTo>
                    <a:cubicBezTo>
                      <a:pt x="3" y="86"/>
                      <a:pt x="4" y="84"/>
                      <a:pt x="6" y="83"/>
                    </a:cubicBezTo>
                    <a:cubicBezTo>
                      <a:pt x="6" y="81"/>
                      <a:pt x="7" y="79"/>
                      <a:pt x="8" y="78"/>
                    </a:cubicBezTo>
                    <a:cubicBezTo>
                      <a:pt x="8" y="77"/>
                      <a:pt x="8" y="77"/>
                      <a:pt x="9" y="77"/>
                    </a:cubicBezTo>
                    <a:cubicBezTo>
                      <a:pt x="9" y="72"/>
                      <a:pt x="13" y="69"/>
                      <a:pt x="15" y="65"/>
                    </a:cubicBezTo>
                    <a:cubicBezTo>
                      <a:pt x="16" y="63"/>
                      <a:pt x="17" y="62"/>
                      <a:pt x="17" y="60"/>
                    </a:cubicBezTo>
                    <a:cubicBezTo>
                      <a:pt x="17" y="60"/>
                      <a:pt x="16" y="59"/>
                      <a:pt x="16" y="59"/>
                    </a:cubicBezTo>
                    <a:cubicBezTo>
                      <a:pt x="16" y="59"/>
                      <a:pt x="15" y="59"/>
                      <a:pt x="15" y="58"/>
                    </a:cubicBezTo>
                    <a:cubicBezTo>
                      <a:pt x="14" y="58"/>
                      <a:pt x="14" y="58"/>
                      <a:pt x="13" y="58"/>
                    </a:cubicBezTo>
                    <a:cubicBezTo>
                      <a:pt x="13" y="57"/>
                      <a:pt x="12" y="57"/>
                      <a:pt x="12" y="57"/>
                    </a:cubicBezTo>
                    <a:cubicBezTo>
                      <a:pt x="10" y="56"/>
                      <a:pt x="9" y="55"/>
                      <a:pt x="7" y="55"/>
                    </a:cubicBezTo>
                    <a:cubicBezTo>
                      <a:pt x="5" y="53"/>
                      <a:pt x="3" y="51"/>
                      <a:pt x="3" y="50"/>
                    </a:cubicBezTo>
                    <a:cubicBezTo>
                      <a:pt x="3" y="50"/>
                      <a:pt x="3" y="49"/>
                      <a:pt x="3" y="49"/>
                    </a:cubicBezTo>
                    <a:cubicBezTo>
                      <a:pt x="3" y="46"/>
                      <a:pt x="3" y="43"/>
                      <a:pt x="4" y="41"/>
                    </a:cubicBezTo>
                    <a:cubicBezTo>
                      <a:pt x="4" y="40"/>
                      <a:pt x="4" y="39"/>
                      <a:pt x="4" y="39"/>
                    </a:cubicBezTo>
                    <a:cubicBezTo>
                      <a:pt x="5" y="38"/>
                      <a:pt x="5" y="37"/>
                      <a:pt x="6" y="36"/>
                    </a:cubicBezTo>
                    <a:cubicBezTo>
                      <a:pt x="7" y="36"/>
                      <a:pt x="7" y="35"/>
                      <a:pt x="9" y="35"/>
                    </a:cubicBezTo>
                    <a:cubicBezTo>
                      <a:pt x="9" y="34"/>
                      <a:pt x="10" y="34"/>
                      <a:pt x="12" y="34"/>
                    </a:cubicBezTo>
                    <a:cubicBezTo>
                      <a:pt x="12" y="34"/>
                      <a:pt x="12" y="33"/>
                      <a:pt x="13" y="33"/>
                    </a:cubicBezTo>
                    <a:cubicBezTo>
                      <a:pt x="13" y="33"/>
                      <a:pt x="14" y="33"/>
                      <a:pt x="14" y="33"/>
                    </a:cubicBezTo>
                    <a:cubicBezTo>
                      <a:pt x="15" y="32"/>
                      <a:pt x="24" y="32"/>
                      <a:pt x="26" y="32"/>
                    </a:cubicBezTo>
                    <a:cubicBezTo>
                      <a:pt x="26" y="32"/>
                      <a:pt x="27" y="32"/>
                      <a:pt x="27" y="31"/>
                    </a:cubicBezTo>
                    <a:cubicBezTo>
                      <a:pt x="27" y="30"/>
                      <a:pt x="27" y="29"/>
                      <a:pt x="28" y="28"/>
                    </a:cubicBezTo>
                    <a:cubicBezTo>
                      <a:pt x="27" y="28"/>
                      <a:pt x="27" y="28"/>
                      <a:pt x="27" y="28"/>
                    </a:cubicBezTo>
                    <a:cubicBezTo>
                      <a:pt x="27" y="27"/>
                      <a:pt x="27" y="26"/>
                      <a:pt x="27" y="25"/>
                    </a:cubicBezTo>
                    <a:cubicBezTo>
                      <a:pt x="27" y="24"/>
                      <a:pt x="27" y="23"/>
                      <a:pt x="27" y="22"/>
                    </a:cubicBezTo>
                    <a:cubicBezTo>
                      <a:pt x="25" y="21"/>
                      <a:pt x="25" y="19"/>
                      <a:pt x="24" y="19"/>
                    </a:cubicBezTo>
                    <a:cubicBezTo>
                      <a:pt x="24" y="17"/>
                      <a:pt x="24" y="16"/>
                      <a:pt x="24" y="14"/>
                    </a:cubicBezTo>
                    <a:cubicBezTo>
                      <a:pt x="25" y="10"/>
                      <a:pt x="26" y="8"/>
                      <a:pt x="28" y="6"/>
                    </a:cubicBezTo>
                    <a:cubicBezTo>
                      <a:pt x="28" y="5"/>
                      <a:pt x="29" y="4"/>
                      <a:pt x="30" y="3"/>
                    </a:cubicBezTo>
                    <a:cubicBezTo>
                      <a:pt x="30" y="3"/>
                      <a:pt x="31" y="2"/>
                      <a:pt x="32" y="1"/>
                    </a:cubicBezTo>
                    <a:cubicBezTo>
                      <a:pt x="32" y="1"/>
                      <a:pt x="33" y="0"/>
                      <a:pt x="35" y="0"/>
                    </a:cubicBezTo>
                    <a:cubicBezTo>
                      <a:pt x="36" y="0"/>
                      <a:pt x="38" y="0"/>
                      <a:pt x="40" y="0"/>
                    </a:cubicBezTo>
                    <a:cubicBezTo>
                      <a:pt x="40" y="0"/>
                      <a:pt x="41" y="1"/>
                      <a:pt x="42" y="1"/>
                    </a:cubicBezTo>
                    <a:cubicBezTo>
                      <a:pt x="42" y="1"/>
                      <a:pt x="43" y="2"/>
                      <a:pt x="44" y="2"/>
                    </a:cubicBezTo>
                    <a:cubicBezTo>
                      <a:pt x="44" y="2"/>
                      <a:pt x="46" y="5"/>
                      <a:pt x="46" y="5"/>
                    </a:cubicBezTo>
                    <a:cubicBezTo>
                      <a:pt x="48" y="7"/>
                      <a:pt x="49" y="8"/>
                      <a:pt x="51" y="12"/>
                    </a:cubicBezTo>
                    <a:cubicBezTo>
                      <a:pt x="51" y="13"/>
                      <a:pt x="51" y="14"/>
                      <a:pt x="52" y="15"/>
                    </a:cubicBezTo>
                    <a:cubicBezTo>
                      <a:pt x="52" y="17"/>
                      <a:pt x="52" y="20"/>
                      <a:pt x="52" y="22"/>
                    </a:cubicBezTo>
                    <a:cubicBezTo>
                      <a:pt x="52" y="23"/>
                      <a:pt x="52" y="25"/>
                      <a:pt x="52" y="27"/>
                    </a:cubicBezTo>
                    <a:cubicBezTo>
                      <a:pt x="53" y="27"/>
                      <a:pt x="53" y="26"/>
                      <a:pt x="55" y="26"/>
                    </a:cubicBezTo>
                    <a:cubicBezTo>
                      <a:pt x="55" y="26"/>
                      <a:pt x="55" y="25"/>
                      <a:pt x="56" y="25"/>
                    </a:cubicBezTo>
                    <a:cubicBezTo>
                      <a:pt x="57" y="25"/>
                      <a:pt x="57" y="25"/>
                      <a:pt x="58" y="25"/>
                    </a:cubicBezTo>
                    <a:cubicBezTo>
                      <a:pt x="58" y="24"/>
                      <a:pt x="59" y="24"/>
                      <a:pt x="59" y="24"/>
                    </a:cubicBezTo>
                    <a:cubicBezTo>
                      <a:pt x="60" y="24"/>
                      <a:pt x="60" y="23"/>
                      <a:pt x="61" y="22"/>
                    </a:cubicBezTo>
                    <a:cubicBezTo>
                      <a:pt x="62" y="22"/>
                      <a:pt x="63" y="21"/>
                      <a:pt x="63" y="21"/>
                    </a:cubicBezTo>
                    <a:cubicBezTo>
                      <a:pt x="63" y="21"/>
                      <a:pt x="64" y="21"/>
                      <a:pt x="64" y="20"/>
                    </a:cubicBezTo>
                    <a:cubicBezTo>
                      <a:pt x="65" y="20"/>
                      <a:pt x="65" y="20"/>
                      <a:pt x="65" y="20"/>
                    </a:cubicBezTo>
                    <a:cubicBezTo>
                      <a:pt x="66" y="20"/>
                      <a:pt x="65" y="19"/>
                      <a:pt x="67" y="19"/>
                    </a:cubicBezTo>
                    <a:cubicBezTo>
                      <a:pt x="68" y="19"/>
                      <a:pt x="69" y="19"/>
                      <a:pt x="70" y="19"/>
                    </a:cubicBezTo>
                    <a:cubicBezTo>
                      <a:pt x="70" y="19"/>
                      <a:pt x="71" y="19"/>
                      <a:pt x="71" y="20"/>
                    </a:cubicBezTo>
                    <a:cubicBezTo>
                      <a:pt x="72" y="20"/>
                      <a:pt x="72" y="20"/>
                      <a:pt x="73" y="20"/>
                    </a:cubicBezTo>
                    <a:cubicBezTo>
                      <a:pt x="73" y="21"/>
                      <a:pt x="73" y="21"/>
                      <a:pt x="74" y="22"/>
                    </a:cubicBezTo>
                    <a:cubicBezTo>
                      <a:pt x="74" y="22"/>
                      <a:pt x="75" y="23"/>
                      <a:pt x="75" y="23"/>
                    </a:cubicBezTo>
                    <a:cubicBezTo>
                      <a:pt x="76" y="24"/>
                      <a:pt x="76" y="24"/>
                      <a:pt x="76" y="24"/>
                    </a:cubicBezTo>
                    <a:cubicBezTo>
                      <a:pt x="76" y="25"/>
                      <a:pt x="76" y="25"/>
                      <a:pt x="77" y="25"/>
                    </a:cubicBezTo>
                    <a:cubicBezTo>
                      <a:pt x="77" y="26"/>
                      <a:pt x="77" y="26"/>
                      <a:pt x="78" y="26"/>
                    </a:cubicBezTo>
                    <a:cubicBezTo>
                      <a:pt x="78" y="26"/>
                      <a:pt x="79" y="27"/>
                      <a:pt x="79" y="27"/>
                    </a:cubicBezTo>
                    <a:cubicBezTo>
                      <a:pt x="80" y="27"/>
                      <a:pt x="81" y="28"/>
                      <a:pt x="82" y="28"/>
                    </a:cubicBezTo>
                    <a:cubicBezTo>
                      <a:pt x="82" y="29"/>
                      <a:pt x="83" y="29"/>
                      <a:pt x="84" y="30"/>
                    </a:cubicBezTo>
                    <a:cubicBezTo>
                      <a:pt x="85" y="31"/>
                      <a:pt x="85" y="32"/>
                      <a:pt x="86" y="33"/>
                    </a:cubicBezTo>
                    <a:cubicBezTo>
                      <a:pt x="86" y="33"/>
                      <a:pt x="86" y="33"/>
                      <a:pt x="86" y="34"/>
                    </a:cubicBezTo>
                    <a:cubicBezTo>
                      <a:pt x="85" y="34"/>
                      <a:pt x="86" y="34"/>
                      <a:pt x="85" y="35"/>
                    </a:cubicBezTo>
                    <a:cubicBezTo>
                      <a:pt x="85" y="35"/>
                      <a:pt x="85" y="36"/>
                      <a:pt x="85" y="36"/>
                    </a:cubicBezTo>
                    <a:cubicBezTo>
                      <a:pt x="85" y="36"/>
                      <a:pt x="85" y="36"/>
                      <a:pt x="85" y="37"/>
                    </a:cubicBezTo>
                    <a:cubicBezTo>
                      <a:pt x="85" y="37"/>
                      <a:pt x="85" y="37"/>
                      <a:pt x="85" y="37"/>
                    </a:cubicBezTo>
                    <a:cubicBezTo>
                      <a:pt x="85" y="38"/>
                      <a:pt x="85" y="38"/>
                      <a:pt x="85" y="38"/>
                    </a:cubicBezTo>
                    <a:cubicBezTo>
                      <a:pt x="84" y="38"/>
                      <a:pt x="84" y="38"/>
                      <a:pt x="84" y="39"/>
                    </a:cubicBezTo>
                    <a:cubicBezTo>
                      <a:pt x="84" y="39"/>
                      <a:pt x="84" y="39"/>
                      <a:pt x="84" y="39"/>
                    </a:cubicBezTo>
                    <a:cubicBezTo>
                      <a:pt x="83" y="40"/>
                      <a:pt x="83" y="40"/>
                      <a:pt x="82" y="40"/>
                    </a:cubicBezTo>
                    <a:cubicBezTo>
                      <a:pt x="81" y="41"/>
                      <a:pt x="81" y="41"/>
                      <a:pt x="80" y="41"/>
                    </a:cubicBezTo>
                    <a:cubicBezTo>
                      <a:pt x="80" y="41"/>
                      <a:pt x="80" y="42"/>
                      <a:pt x="80" y="42"/>
                    </a:cubicBezTo>
                    <a:cubicBezTo>
                      <a:pt x="79" y="42"/>
                      <a:pt x="79" y="43"/>
                      <a:pt x="78" y="43"/>
                    </a:cubicBezTo>
                    <a:cubicBezTo>
                      <a:pt x="78" y="43"/>
                      <a:pt x="77" y="43"/>
                      <a:pt x="77" y="43"/>
                    </a:cubicBezTo>
                    <a:cubicBezTo>
                      <a:pt x="77" y="43"/>
                      <a:pt x="76" y="44"/>
                      <a:pt x="76" y="44"/>
                    </a:cubicBezTo>
                    <a:cubicBezTo>
                      <a:pt x="75" y="45"/>
                      <a:pt x="74" y="45"/>
                      <a:pt x="73" y="46"/>
                    </a:cubicBezTo>
                    <a:cubicBezTo>
                      <a:pt x="71" y="46"/>
                      <a:pt x="71" y="46"/>
                      <a:pt x="70" y="47"/>
                    </a:cubicBezTo>
                    <a:cubicBezTo>
                      <a:pt x="69" y="47"/>
                      <a:pt x="69" y="47"/>
                      <a:pt x="69" y="48"/>
                    </a:cubicBezTo>
                    <a:cubicBezTo>
                      <a:pt x="68" y="48"/>
                      <a:pt x="66" y="48"/>
                      <a:pt x="66" y="49"/>
                    </a:cubicBezTo>
                    <a:cubicBezTo>
                      <a:pt x="64" y="50"/>
                      <a:pt x="61" y="51"/>
                      <a:pt x="58" y="52"/>
                    </a:cubicBezTo>
                    <a:cubicBezTo>
                      <a:pt x="56" y="53"/>
                      <a:pt x="53" y="53"/>
                      <a:pt x="51" y="54"/>
                    </a:cubicBezTo>
                    <a:cubicBezTo>
                      <a:pt x="50" y="54"/>
                      <a:pt x="48" y="55"/>
                      <a:pt x="47" y="56"/>
                    </a:cubicBezTo>
                    <a:cubicBezTo>
                      <a:pt x="46" y="56"/>
                      <a:pt x="46" y="56"/>
                      <a:pt x="46" y="56"/>
                    </a:cubicBezTo>
                    <a:cubicBezTo>
                      <a:pt x="45" y="56"/>
                      <a:pt x="44" y="57"/>
                      <a:pt x="44" y="57"/>
                    </a:cubicBezTo>
                    <a:cubicBezTo>
                      <a:pt x="43" y="58"/>
                      <a:pt x="42" y="58"/>
                      <a:pt x="41" y="59"/>
                    </a:cubicBezTo>
                    <a:cubicBezTo>
                      <a:pt x="41" y="59"/>
                      <a:pt x="40" y="61"/>
                      <a:pt x="39" y="61"/>
                    </a:cubicBezTo>
                    <a:cubicBezTo>
                      <a:pt x="39" y="62"/>
                      <a:pt x="38" y="63"/>
                      <a:pt x="37" y="64"/>
                    </a:cubicBezTo>
                    <a:cubicBezTo>
                      <a:pt x="37" y="64"/>
                      <a:pt x="37" y="65"/>
                      <a:pt x="36" y="65"/>
                    </a:cubicBezTo>
                    <a:cubicBezTo>
                      <a:pt x="36" y="66"/>
                      <a:pt x="36" y="66"/>
                      <a:pt x="36" y="67"/>
                    </a:cubicBezTo>
                    <a:cubicBezTo>
                      <a:pt x="35" y="67"/>
                      <a:pt x="35" y="67"/>
                      <a:pt x="35" y="67"/>
                    </a:cubicBezTo>
                    <a:cubicBezTo>
                      <a:pt x="35" y="67"/>
                      <a:pt x="35" y="68"/>
                      <a:pt x="35" y="68"/>
                    </a:cubicBezTo>
                    <a:cubicBezTo>
                      <a:pt x="34" y="68"/>
                      <a:pt x="34" y="69"/>
                      <a:pt x="34" y="69"/>
                    </a:cubicBezTo>
                    <a:cubicBezTo>
                      <a:pt x="33" y="70"/>
                      <a:pt x="33" y="70"/>
                      <a:pt x="32" y="72"/>
                    </a:cubicBezTo>
                    <a:cubicBezTo>
                      <a:pt x="31" y="74"/>
                      <a:pt x="30" y="76"/>
                      <a:pt x="29" y="78"/>
                    </a:cubicBezTo>
                    <a:cubicBezTo>
                      <a:pt x="29" y="79"/>
                      <a:pt x="29" y="79"/>
                      <a:pt x="29" y="79"/>
                    </a:cubicBezTo>
                    <a:cubicBezTo>
                      <a:pt x="28" y="80"/>
                      <a:pt x="26" y="85"/>
                      <a:pt x="26" y="86"/>
                    </a:cubicBezTo>
                    <a:cubicBezTo>
                      <a:pt x="25" y="87"/>
                      <a:pt x="25" y="87"/>
                      <a:pt x="25" y="88"/>
                    </a:cubicBezTo>
                    <a:cubicBezTo>
                      <a:pt x="25" y="89"/>
                      <a:pt x="23" y="93"/>
                      <a:pt x="22" y="94"/>
                    </a:cubicBezTo>
                    <a:cubicBezTo>
                      <a:pt x="20" y="96"/>
                      <a:pt x="20" y="97"/>
                      <a:pt x="19" y="100"/>
                    </a:cubicBezTo>
                    <a:cubicBezTo>
                      <a:pt x="17" y="101"/>
                      <a:pt x="17" y="101"/>
                      <a:pt x="16" y="103"/>
                    </a:cubicBezTo>
                    <a:cubicBezTo>
                      <a:pt x="15" y="103"/>
                      <a:pt x="13" y="104"/>
                      <a:pt x="12" y="104"/>
                    </a:cubicBezTo>
                    <a:cubicBezTo>
                      <a:pt x="10" y="104"/>
                      <a:pt x="11" y="105"/>
                      <a:pt x="9" y="10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9" name="Freeform 14"/>
              <p:cNvSpPr>
                <a:spLocks noEditPoints="1"/>
              </p:cNvSpPr>
              <p:nvPr/>
            </p:nvSpPr>
            <p:spPr bwMode="auto">
              <a:xfrm>
                <a:off x="3297238" y="3686175"/>
                <a:ext cx="2543175" cy="158750"/>
              </a:xfrm>
              <a:custGeom>
                <a:avLst/>
                <a:gdLst>
                  <a:gd name="T0" fmla="*/ 22 w 675"/>
                  <a:gd name="T1" fmla="*/ 17 h 42"/>
                  <a:gd name="T2" fmla="*/ 1 w 675"/>
                  <a:gd name="T3" fmla="*/ 2 h 42"/>
                  <a:gd name="T4" fmla="*/ 0 w 675"/>
                  <a:gd name="T5" fmla="*/ 41 h 42"/>
                  <a:gd name="T6" fmla="*/ 26 w 675"/>
                  <a:gd name="T7" fmla="*/ 32 h 42"/>
                  <a:gd name="T8" fmla="*/ 36 w 675"/>
                  <a:gd name="T9" fmla="*/ 36 h 42"/>
                  <a:gd name="T10" fmla="*/ 65 w 675"/>
                  <a:gd name="T11" fmla="*/ 41 h 42"/>
                  <a:gd name="T12" fmla="*/ 65 w 675"/>
                  <a:gd name="T13" fmla="*/ 1 h 42"/>
                  <a:gd name="T14" fmla="*/ 47 w 675"/>
                  <a:gd name="T15" fmla="*/ 40 h 42"/>
                  <a:gd name="T16" fmla="*/ 78 w 675"/>
                  <a:gd name="T17" fmla="*/ 30 h 42"/>
                  <a:gd name="T18" fmla="*/ 78 w 675"/>
                  <a:gd name="T19" fmla="*/ 37 h 42"/>
                  <a:gd name="T20" fmla="*/ 97 w 675"/>
                  <a:gd name="T21" fmla="*/ 40 h 42"/>
                  <a:gd name="T22" fmla="*/ 82 w 675"/>
                  <a:gd name="T23" fmla="*/ 26 h 42"/>
                  <a:gd name="T24" fmla="*/ 122 w 675"/>
                  <a:gd name="T25" fmla="*/ 3 h 42"/>
                  <a:gd name="T26" fmla="*/ 131 w 675"/>
                  <a:gd name="T27" fmla="*/ 40 h 42"/>
                  <a:gd name="T28" fmla="*/ 157 w 675"/>
                  <a:gd name="T29" fmla="*/ 7 h 42"/>
                  <a:gd name="T30" fmla="*/ 168 w 675"/>
                  <a:gd name="T31" fmla="*/ 40 h 42"/>
                  <a:gd name="T32" fmla="*/ 209 w 675"/>
                  <a:gd name="T33" fmla="*/ 31 h 42"/>
                  <a:gd name="T34" fmla="*/ 194 w 675"/>
                  <a:gd name="T35" fmla="*/ 22 h 42"/>
                  <a:gd name="T36" fmla="*/ 194 w 675"/>
                  <a:gd name="T37" fmla="*/ 19 h 42"/>
                  <a:gd name="T38" fmla="*/ 206 w 675"/>
                  <a:gd name="T39" fmla="*/ 10 h 42"/>
                  <a:gd name="T40" fmla="*/ 178 w 675"/>
                  <a:gd name="T41" fmla="*/ 39 h 42"/>
                  <a:gd name="T42" fmla="*/ 241 w 675"/>
                  <a:gd name="T43" fmla="*/ 2 h 42"/>
                  <a:gd name="T44" fmla="*/ 213 w 675"/>
                  <a:gd name="T45" fmla="*/ 2 h 42"/>
                  <a:gd name="T46" fmla="*/ 228 w 675"/>
                  <a:gd name="T47" fmla="*/ 40 h 42"/>
                  <a:gd name="T48" fmla="*/ 250 w 675"/>
                  <a:gd name="T49" fmla="*/ 10 h 42"/>
                  <a:gd name="T50" fmla="*/ 320 w 675"/>
                  <a:gd name="T51" fmla="*/ 4 h 42"/>
                  <a:gd name="T52" fmla="*/ 300 w 675"/>
                  <a:gd name="T53" fmla="*/ 3 h 42"/>
                  <a:gd name="T54" fmla="*/ 293 w 675"/>
                  <a:gd name="T55" fmla="*/ 27 h 42"/>
                  <a:gd name="T56" fmla="*/ 376 w 675"/>
                  <a:gd name="T57" fmla="*/ 1 h 42"/>
                  <a:gd name="T58" fmla="*/ 344 w 675"/>
                  <a:gd name="T59" fmla="*/ 1 h 42"/>
                  <a:gd name="T60" fmla="*/ 334 w 675"/>
                  <a:gd name="T61" fmla="*/ 41 h 42"/>
                  <a:gd name="T62" fmla="*/ 369 w 675"/>
                  <a:gd name="T63" fmla="*/ 41 h 42"/>
                  <a:gd name="T64" fmla="*/ 399 w 675"/>
                  <a:gd name="T65" fmla="*/ 41 h 42"/>
                  <a:gd name="T66" fmla="*/ 399 w 675"/>
                  <a:gd name="T67" fmla="*/ 1 h 42"/>
                  <a:gd name="T68" fmla="*/ 381 w 675"/>
                  <a:gd name="T69" fmla="*/ 40 h 42"/>
                  <a:gd name="T70" fmla="*/ 436 w 675"/>
                  <a:gd name="T71" fmla="*/ 9 h 42"/>
                  <a:gd name="T72" fmla="*/ 404 w 675"/>
                  <a:gd name="T73" fmla="*/ 1 h 42"/>
                  <a:gd name="T74" fmla="*/ 442 w 675"/>
                  <a:gd name="T75" fmla="*/ 3 h 42"/>
                  <a:gd name="T76" fmla="*/ 463 w 675"/>
                  <a:gd name="T77" fmla="*/ 39 h 42"/>
                  <a:gd name="T78" fmla="*/ 479 w 675"/>
                  <a:gd name="T79" fmla="*/ 13 h 42"/>
                  <a:gd name="T80" fmla="*/ 472 w 675"/>
                  <a:gd name="T81" fmla="*/ 3 h 42"/>
                  <a:gd name="T82" fmla="*/ 454 w 675"/>
                  <a:gd name="T83" fmla="*/ 3 h 42"/>
                  <a:gd name="T84" fmla="*/ 485 w 675"/>
                  <a:gd name="T85" fmla="*/ 31 h 42"/>
                  <a:gd name="T86" fmla="*/ 490 w 675"/>
                  <a:gd name="T87" fmla="*/ 2 h 42"/>
                  <a:gd name="T88" fmla="*/ 507 w 675"/>
                  <a:gd name="T89" fmla="*/ 41 h 42"/>
                  <a:gd name="T90" fmla="*/ 529 w 675"/>
                  <a:gd name="T91" fmla="*/ 41 h 42"/>
                  <a:gd name="T92" fmla="*/ 559 w 675"/>
                  <a:gd name="T93" fmla="*/ 0 h 42"/>
                  <a:gd name="T94" fmla="*/ 554 w 675"/>
                  <a:gd name="T95" fmla="*/ 28 h 42"/>
                  <a:gd name="T96" fmla="*/ 540 w 675"/>
                  <a:gd name="T97" fmla="*/ 40 h 42"/>
                  <a:gd name="T98" fmla="*/ 559 w 675"/>
                  <a:gd name="T99" fmla="*/ 13 h 42"/>
                  <a:gd name="T100" fmla="*/ 582 w 675"/>
                  <a:gd name="T101" fmla="*/ 35 h 42"/>
                  <a:gd name="T102" fmla="*/ 575 w 675"/>
                  <a:gd name="T103" fmla="*/ 3 h 42"/>
                  <a:gd name="T104" fmla="*/ 615 w 675"/>
                  <a:gd name="T105" fmla="*/ 39 h 42"/>
                  <a:gd name="T106" fmla="*/ 628 w 675"/>
                  <a:gd name="T107" fmla="*/ 1 h 42"/>
                  <a:gd name="T108" fmla="*/ 608 w 675"/>
                  <a:gd name="T109" fmla="*/ 34 h 42"/>
                  <a:gd name="T110" fmla="*/ 661 w 675"/>
                  <a:gd name="T111" fmla="*/ 1 h 42"/>
                  <a:gd name="T112" fmla="*/ 650 w 675"/>
                  <a:gd name="T113" fmla="*/ 2 h 42"/>
                  <a:gd name="T114" fmla="*/ 651 w 675"/>
                  <a:gd name="T115" fmla="*/ 23 h 42"/>
                  <a:gd name="T116" fmla="*/ 659 w 675"/>
                  <a:gd name="T117" fmla="*/ 39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675" h="42">
                    <a:moveTo>
                      <a:pt x="42" y="1"/>
                    </a:moveTo>
                    <a:cubicBezTo>
                      <a:pt x="27" y="1"/>
                      <a:pt x="27" y="1"/>
                      <a:pt x="27" y="1"/>
                    </a:cubicBezTo>
                    <a:cubicBezTo>
                      <a:pt x="27" y="2"/>
                      <a:pt x="27" y="2"/>
                      <a:pt x="27" y="2"/>
                    </a:cubicBezTo>
                    <a:cubicBezTo>
                      <a:pt x="28" y="2"/>
                      <a:pt x="28" y="2"/>
                      <a:pt x="28" y="2"/>
                    </a:cubicBezTo>
                    <a:cubicBezTo>
                      <a:pt x="31" y="3"/>
                      <a:pt x="32" y="3"/>
                      <a:pt x="32" y="4"/>
                    </a:cubicBezTo>
                    <a:cubicBezTo>
                      <a:pt x="32" y="5"/>
                      <a:pt x="31" y="7"/>
                      <a:pt x="29" y="8"/>
                    </a:cubicBezTo>
                    <a:cubicBezTo>
                      <a:pt x="22" y="17"/>
                      <a:pt x="22" y="17"/>
                      <a:pt x="22" y="17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16" y="8"/>
                      <a:pt x="14" y="5"/>
                      <a:pt x="15" y="4"/>
                    </a:cubicBezTo>
                    <a:cubicBezTo>
                      <a:pt x="14" y="3"/>
                      <a:pt x="16" y="2"/>
                      <a:pt x="19" y="2"/>
                    </a:cubicBezTo>
                    <a:cubicBezTo>
                      <a:pt x="19" y="2"/>
                      <a:pt x="19" y="2"/>
                      <a:pt x="19" y="2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3" y="2"/>
                      <a:pt x="5" y="3"/>
                      <a:pt x="6" y="4"/>
                    </a:cubicBezTo>
                    <a:cubicBezTo>
                      <a:pt x="7" y="5"/>
                      <a:pt x="9" y="8"/>
                      <a:pt x="12" y="12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9" y="33"/>
                      <a:pt x="9" y="33"/>
                      <a:pt x="9" y="33"/>
                    </a:cubicBezTo>
                    <a:cubicBezTo>
                      <a:pt x="6" y="37"/>
                      <a:pt x="5" y="39"/>
                      <a:pt x="4" y="39"/>
                    </a:cubicBezTo>
                    <a:cubicBezTo>
                      <a:pt x="3" y="40"/>
                      <a:pt x="2" y="40"/>
                      <a:pt x="0" y="40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0"/>
                      <a:pt x="14" y="40"/>
                      <a:pt x="14" y="40"/>
                    </a:cubicBezTo>
                    <a:cubicBezTo>
                      <a:pt x="11" y="40"/>
                      <a:pt x="10" y="39"/>
                      <a:pt x="10" y="38"/>
                    </a:cubicBezTo>
                    <a:cubicBezTo>
                      <a:pt x="10" y="37"/>
                      <a:pt x="11" y="36"/>
                      <a:pt x="12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6" y="32"/>
                      <a:pt x="26" y="32"/>
                      <a:pt x="26" y="32"/>
                    </a:cubicBezTo>
                    <a:cubicBezTo>
                      <a:pt x="28" y="35"/>
                      <a:pt x="29" y="37"/>
                      <a:pt x="29" y="38"/>
                    </a:cubicBezTo>
                    <a:cubicBezTo>
                      <a:pt x="29" y="39"/>
                      <a:pt x="28" y="40"/>
                      <a:pt x="25" y="40"/>
                    </a:cubicBezTo>
                    <a:cubicBezTo>
                      <a:pt x="25" y="40"/>
                      <a:pt x="25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0"/>
                      <a:pt x="42" y="40"/>
                      <a:pt x="42" y="40"/>
                    </a:cubicBezTo>
                    <a:cubicBezTo>
                      <a:pt x="40" y="40"/>
                      <a:pt x="38" y="39"/>
                      <a:pt x="36" y="36"/>
                    </a:cubicBezTo>
                    <a:cubicBezTo>
                      <a:pt x="24" y="19"/>
                      <a:pt x="24" y="19"/>
                      <a:pt x="24" y="19"/>
                    </a:cubicBezTo>
                    <a:cubicBezTo>
                      <a:pt x="33" y="8"/>
                      <a:pt x="33" y="8"/>
                      <a:pt x="33" y="8"/>
                    </a:cubicBezTo>
                    <a:cubicBezTo>
                      <a:pt x="35" y="6"/>
                      <a:pt x="36" y="4"/>
                      <a:pt x="37" y="3"/>
                    </a:cubicBezTo>
                    <a:cubicBezTo>
                      <a:pt x="38" y="3"/>
                      <a:pt x="40" y="2"/>
                      <a:pt x="42" y="2"/>
                    </a:cubicBezTo>
                    <a:cubicBezTo>
                      <a:pt x="42" y="1"/>
                      <a:pt x="42" y="1"/>
                      <a:pt x="42" y="1"/>
                    </a:cubicBezTo>
                    <a:close/>
                    <a:moveTo>
                      <a:pt x="47" y="41"/>
                    </a:moveTo>
                    <a:cubicBezTo>
                      <a:pt x="65" y="41"/>
                      <a:pt x="65" y="41"/>
                      <a:pt x="65" y="41"/>
                    </a:cubicBezTo>
                    <a:cubicBezTo>
                      <a:pt x="65" y="40"/>
                      <a:pt x="65" y="40"/>
                      <a:pt x="65" y="40"/>
                    </a:cubicBezTo>
                    <a:cubicBezTo>
                      <a:pt x="63" y="40"/>
                      <a:pt x="61" y="40"/>
                      <a:pt x="61" y="39"/>
                    </a:cubicBezTo>
                    <a:cubicBezTo>
                      <a:pt x="60" y="38"/>
                      <a:pt x="60" y="37"/>
                      <a:pt x="60" y="35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0" y="5"/>
                      <a:pt x="60" y="4"/>
                      <a:pt x="61" y="3"/>
                    </a:cubicBezTo>
                    <a:cubicBezTo>
                      <a:pt x="61" y="3"/>
                      <a:pt x="63" y="2"/>
                      <a:pt x="65" y="2"/>
                    </a:cubicBezTo>
                    <a:cubicBezTo>
                      <a:pt x="65" y="1"/>
                      <a:pt x="65" y="1"/>
                      <a:pt x="65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7" y="2"/>
                      <a:pt x="47" y="2"/>
                      <a:pt x="47" y="2"/>
                    </a:cubicBezTo>
                    <a:cubicBezTo>
                      <a:pt x="50" y="2"/>
                      <a:pt x="52" y="3"/>
                      <a:pt x="52" y="3"/>
                    </a:cubicBezTo>
                    <a:cubicBezTo>
                      <a:pt x="53" y="4"/>
                      <a:pt x="53" y="5"/>
                      <a:pt x="53" y="8"/>
                    </a:cubicBezTo>
                    <a:cubicBezTo>
                      <a:pt x="53" y="35"/>
                      <a:pt x="53" y="35"/>
                      <a:pt x="53" y="35"/>
                    </a:cubicBezTo>
                    <a:cubicBezTo>
                      <a:pt x="53" y="37"/>
                      <a:pt x="53" y="38"/>
                      <a:pt x="52" y="39"/>
                    </a:cubicBezTo>
                    <a:cubicBezTo>
                      <a:pt x="51" y="40"/>
                      <a:pt x="50" y="40"/>
                      <a:pt x="47" y="40"/>
                    </a:cubicBezTo>
                    <a:cubicBezTo>
                      <a:pt x="47" y="41"/>
                      <a:pt x="47" y="41"/>
                      <a:pt x="47" y="41"/>
                    </a:cubicBezTo>
                    <a:close/>
                    <a:moveTo>
                      <a:pt x="112" y="40"/>
                    </a:moveTo>
                    <a:cubicBezTo>
                      <a:pt x="111" y="40"/>
                      <a:pt x="110" y="40"/>
                      <a:pt x="109" y="39"/>
                    </a:cubicBezTo>
                    <a:cubicBezTo>
                      <a:pt x="109" y="38"/>
                      <a:pt x="108" y="37"/>
                      <a:pt x="107" y="35"/>
                    </a:cubicBezTo>
                    <a:cubicBezTo>
                      <a:pt x="92" y="0"/>
                      <a:pt x="92" y="0"/>
                      <a:pt x="92" y="0"/>
                    </a:cubicBezTo>
                    <a:cubicBezTo>
                      <a:pt x="90" y="0"/>
                      <a:pt x="90" y="0"/>
                      <a:pt x="90" y="0"/>
                    </a:cubicBezTo>
                    <a:cubicBezTo>
                      <a:pt x="78" y="30"/>
                      <a:pt x="78" y="30"/>
                      <a:pt x="78" y="30"/>
                    </a:cubicBezTo>
                    <a:cubicBezTo>
                      <a:pt x="78" y="30"/>
                      <a:pt x="78" y="31"/>
                      <a:pt x="77" y="31"/>
                    </a:cubicBezTo>
                    <a:cubicBezTo>
                      <a:pt x="76" y="35"/>
                      <a:pt x="74" y="38"/>
                      <a:pt x="73" y="39"/>
                    </a:cubicBezTo>
                    <a:cubicBezTo>
                      <a:pt x="72" y="40"/>
                      <a:pt x="71" y="40"/>
                      <a:pt x="70" y="40"/>
                    </a:cubicBezTo>
                    <a:cubicBezTo>
                      <a:pt x="70" y="41"/>
                      <a:pt x="70" y="41"/>
                      <a:pt x="70" y="41"/>
                    </a:cubicBezTo>
                    <a:cubicBezTo>
                      <a:pt x="82" y="41"/>
                      <a:pt x="82" y="41"/>
                      <a:pt x="82" y="41"/>
                    </a:cubicBezTo>
                    <a:cubicBezTo>
                      <a:pt x="82" y="40"/>
                      <a:pt x="82" y="40"/>
                      <a:pt x="82" y="40"/>
                    </a:cubicBezTo>
                    <a:cubicBezTo>
                      <a:pt x="80" y="40"/>
                      <a:pt x="78" y="39"/>
                      <a:pt x="78" y="37"/>
                    </a:cubicBezTo>
                    <a:cubicBezTo>
                      <a:pt x="78" y="37"/>
                      <a:pt x="78" y="36"/>
                      <a:pt x="79" y="35"/>
                    </a:cubicBezTo>
                    <a:cubicBezTo>
                      <a:pt x="82" y="28"/>
                      <a:pt x="82" y="28"/>
                      <a:pt x="82" y="28"/>
                    </a:cubicBezTo>
                    <a:cubicBezTo>
                      <a:pt x="97" y="28"/>
                      <a:pt x="97" y="28"/>
                      <a:pt x="97" y="28"/>
                    </a:cubicBezTo>
                    <a:cubicBezTo>
                      <a:pt x="100" y="34"/>
                      <a:pt x="100" y="34"/>
                      <a:pt x="100" y="34"/>
                    </a:cubicBezTo>
                    <a:cubicBezTo>
                      <a:pt x="100" y="34"/>
                      <a:pt x="100" y="34"/>
                      <a:pt x="100" y="35"/>
                    </a:cubicBezTo>
                    <a:cubicBezTo>
                      <a:pt x="101" y="36"/>
                      <a:pt x="101" y="37"/>
                      <a:pt x="101" y="38"/>
                    </a:cubicBezTo>
                    <a:cubicBezTo>
                      <a:pt x="101" y="39"/>
                      <a:pt x="100" y="40"/>
                      <a:pt x="97" y="40"/>
                    </a:cubicBezTo>
                    <a:cubicBezTo>
                      <a:pt x="97" y="41"/>
                      <a:pt x="97" y="41"/>
                      <a:pt x="97" y="41"/>
                    </a:cubicBezTo>
                    <a:cubicBezTo>
                      <a:pt x="112" y="41"/>
                      <a:pt x="112" y="41"/>
                      <a:pt x="112" y="41"/>
                    </a:cubicBezTo>
                    <a:cubicBezTo>
                      <a:pt x="112" y="40"/>
                      <a:pt x="112" y="40"/>
                      <a:pt x="112" y="40"/>
                    </a:cubicBezTo>
                    <a:close/>
                    <a:moveTo>
                      <a:pt x="82" y="26"/>
                    </a:moveTo>
                    <a:cubicBezTo>
                      <a:pt x="90" y="9"/>
                      <a:pt x="90" y="9"/>
                      <a:pt x="90" y="9"/>
                    </a:cubicBezTo>
                    <a:cubicBezTo>
                      <a:pt x="96" y="26"/>
                      <a:pt x="96" y="26"/>
                      <a:pt x="96" y="26"/>
                    </a:cubicBezTo>
                    <a:cubicBezTo>
                      <a:pt x="82" y="26"/>
                      <a:pt x="82" y="26"/>
                      <a:pt x="82" y="26"/>
                    </a:cubicBezTo>
                    <a:close/>
                    <a:moveTo>
                      <a:pt x="168" y="1"/>
                    </a:moveTo>
                    <a:cubicBezTo>
                      <a:pt x="156" y="1"/>
                      <a:pt x="156" y="1"/>
                      <a:pt x="156" y="1"/>
                    </a:cubicBezTo>
                    <a:cubicBezTo>
                      <a:pt x="143" y="32"/>
                      <a:pt x="143" y="32"/>
                      <a:pt x="143" y="32"/>
                    </a:cubicBezTo>
                    <a:cubicBezTo>
                      <a:pt x="129" y="1"/>
                      <a:pt x="129" y="1"/>
                      <a:pt x="129" y="1"/>
                    </a:cubicBezTo>
                    <a:cubicBezTo>
                      <a:pt x="117" y="1"/>
                      <a:pt x="117" y="1"/>
                      <a:pt x="117" y="1"/>
                    </a:cubicBezTo>
                    <a:cubicBezTo>
                      <a:pt x="117" y="2"/>
                      <a:pt x="117" y="2"/>
                      <a:pt x="117" y="2"/>
                    </a:cubicBezTo>
                    <a:cubicBezTo>
                      <a:pt x="119" y="2"/>
                      <a:pt x="121" y="3"/>
                      <a:pt x="122" y="3"/>
                    </a:cubicBezTo>
                    <a:cubicBezTo>
                      <a:pt x="122" y="4"/>
                      <a:pt x="123" y="5"/>
                      <a:pt x="123" y="8"/>
                    </a:cubicBezTo>
                    <a:cubicBezTo>
                      <a:pt x="123" y="32"/>
                      <a:pt x="123" y="32"/>
                      <a:pt x="123" y="32"/>
                    </a:cubicBezTo>
                    <a:cubicBezTo>
                      <a:pt x="123" y="35"/>
                      <a:pt x="122" y="37"/>
                      <a:pt x="121" y="38"/>
                    </a:cubicBezTo>
                    <a:cubicBezTo>
                      <a:pt x="121" y="39"/>
                      <a:pt x="119" y="40"/>
                      <a:pt x="117" y="40"/>
                    </a:cubicBezTo>
                    <a:cubicBezTo>
                      <a:pt x="117" y="41"/>
                      <a:pt x="117" y="41"/>
                      <a:pt x="117" y="41"/>
                    </a:cubicBezTo>
                    <a:cubicBezTo>
                      <a:pt x="131" y="41"/>
                      <a:pt x="131" y="41"/>
                      <a:pt x="131" y="41"/>
                    </a:cubicBezTo>
                    <a:cubicBezTo>
                      <a:pt x="131" y="40"/>
                      <a:pt x="131" y="40"/>
                      <a:pt x="131" y="40"/>
                    </a:cubicBezTo>
                    <a:cubicBezTo>
                      <a:pt x="129" y="40"/>
                      <a:pt x="127" y="39"/>
                      <a:pt x="126" y="38"/>
                    </a:cubicBezTo>
                    <a:cubicBezTo>
                      <a:pt x="126" y="37"/>
                      <a:pt x="125" y="35"/>
                      <a:pt x="125" y="32"/>
                    </a:cubicBezTo>
                    <a:cubicBezTo>
                      <a:pt x="125" y="8"/>
                      <a:pt x="125" y="8"/>
                      <a:pt x="125" y="8"/>
                    </a:cubicBezTo>
                    <a:cubicBezTo>
                      <a:pt x="125" y="8"/>
                      <a:pt x="125" y="8"/>
                      <a:pt x="125" y="8"/>
                    </a:cubicBezTo>
                    <a:cubicBezTo>
                      <a:pt x="140" y="41"/>
                      <a:pt x="140" y="41"/>
                      <a:pt x="140" y="41"/>
                    </a:cubicBezTo>
                    <a:cubicBezTo>
                      <a:pt x="141" y="41"/>
                      <a:pt x="141" y="41"/>
                      <a:pt x="141" y="41"/>
                    </a:cubicBezTo>
                    <a:cubicBezTo>
                      <a:pt x="157" y="7"/>
                      <a:pt x="157" y="7"/>
                      <a:pt x="157" y="7"/>
                    </a:cubicBezTo>
                    <a:cubicBezTo>
                      <a:pt x="157" y="7"/>
                      <a:pt x="157" y="7"/>
                      <a:pt x="157" y="7"/>
                    </a:cubicBezTo>
                    <a:cubicBezTo>
                      <a:pt x="157" y="34"/>
                      <a:pt x="157" y="34"/>
                      <a:pt x="157" y="34"/>
                    </a:cubicBezTo>
                    <a:cubicBezTo>
                      <a:pt x="157" y="36"/>
                      <a:pt x="157" y="38"/>
                      <a:pt x="156" y="39"/>
                    </a:cubicBezTo>
                    <a:cubicBezTo>
                      <a:pt x="155" y="39"/>
                      <a:pt x="154" y="40"/>
                      <a:pt x="151" y="40"/>
                    </a:cubicBezTo>
                    <a:cubicBezTo>
                      <a:pt x="151" y="41"/>
                      <a:pt x="151" y="41"/>
                      <a:pt x="151" y="41"/>
                    </a:cubicBezTo>
                    <a:cubicBezTo>
                      <a:pt x="168" y="41"/>
                      <a:pt x="168" y="41"/>
                      <a:pt x="168" y="41"/>
                    </a:cubicBezTo>
                    <a:cubicBezTo>
                      <a:pt x="168" y="40"/>
                      <a:pt x="168" y="40"/>
                      <a:pt x="168" y="40"/>
                    </a:cubicBezTo>
                    <a:cubicBezTo>
                      <a:pt x="166" y="40"/>
                      <a:pt x="165" y="39"/>
                      <a:pt x="164" y="39"/>
                    </a:cubicBezTo>
                    <a:cubicBezTo>
                      <a:pt x="163" y="38"/>
                      <a:pt x="163" y="37"/>
                      <a:pt x="163" y="35"/>
                    </a:cubicBezTo>
                    <a:cubicBezTo>
                      <a:pt x="163" y="8"/>
                      <a:pt x="163" y="8"/>
                      <a:pt x="163" y="8"/>
                    </a:cubicBezTo>
                    <a:cubicBezTo>
                      <a:pt x="163" y="6"/>
                      <a:pt x="163" y="4"/>
                      <a:pt x="164" y="3"/>
                    </a:cubicBezTo>
                    <a:cubicBezTo>
                      <a:pt x="165" y="3"/>
                      <a:pt x="166" y="2"/>
                      <a:pt x="168" y="2"/>
                    </a:cubicBezTo>
                    <a:cubicBezTo>
                      <a:pt x="168" y="1"/>
                      <a:pt x="168" y="1"/>
                      <a:pt x="168" y="1"/>
                    </a:cubicBezTo>
                    <a:close/>
                    <a:moveTo>
                      <a:pt x="209" y="31"/>
                    </a:moveTo>
                    <a:cubicBezTo>
                      <a:pt x="207" y="31"/>
                      <a:pt x="207" y="31"/>
                      <a:pt x="207" y="31"/>
                    </a:cubicBezTo>
                    <a:cubicBezTo>
                      <a:pt x="206" y="34"/>
                      <a:pt x="204" y="36"/>
                      <a:pt x="203" y="37"/>
                    </a:cubicBezTo>
                    <a:cubicBezTo>
                      <a:pt x="201" y="38"/>
                      <a:pt x="198" y="39"/>
                      <a:pt x="194" y="39"/>
                    </a:cubicBezTo>
                    <a:cubicBezTo>
                      <a:pt x="189" y="39"/>
                      <a:pt x="186" y="39"/>
                      <a:pt x="186" y="39"/>
                    </a:cubicBezTo>
                    <a:cubicBezTo>
                      <a:pt x="185" y="38"/>
                      <a:pt x="185" y="38"/>
                      <a:pt x="185" y="36"/>
                    </a:cubicBezTo>
                    <a:cubicBezTo>
                      <a:pt x="185" y="21"/>
                      <a:pt x="185" y="21"/>
                      <a:pt x="185" y="21"/>
                    </a:cubicBezTo>
                    <a:cubicBezTo>
                      <a:pt x="194" y="22"/>
                      <a:pt x="194" y="22"/>
                      <a:pt x="194" y="22"/>
                    </a:cubicBezTo>
                    <a:cubicBezTo>
                      <a:pt x="197" y="22"/>
                      <a:pt x="198" y="22"/>
                      <a:pt x="199" y="23"/>
                    </a:cubicBezTo>
                    <a:cubicBezTo>
                      <a:pt x="200" y="23"/>
                      <a:pt x="201" y="25"/>
                      <a:pt x="201" y="27"/>
                    </a:cubicBezTo>
                    <a:cubicBezTo>
                      <a:pt x="202" y="27"/>
                      <a:pt x="202" y="27"/>
                      <a:pt x="202" y="27"/>
                    </a:cubicBezTo>
                    <a:cubicBezTo>
                      <a:pt x="202" y="13"/>
                      <a:pt x="202" y="13"/>
                      <a:pt x="202" y="13"/>
                    </a:cubicBezTo>
                    <a:cubicBezTo>
                      <a:pt x="201" y="13"/>
                      <a:pt x="201" y="13"/>
                      <a:pt x="201" y="13"/>
                    </a:cubicBezTo>
                    <a:cubicBezTo>
                      <a:pt x="201" y="16"/>
                      <a:pt x="200" y="17"/>
                      <a:pt x="199" y="18"/>
                    </a:cubicBezTo>
                    <a:cubicBezTo>
                      <a:pt x="198" y="19"/>
                      <a:pt x="197" y="19"/>
                      <a:pt x="194" y="19"/>
                    </a:cubicBezTo>
                    <a:cubicBezTo>
                      <a:pt x="185" y="19"/>
                      <a:pt x="185" y="19"/>
                      <a:pt x="185" y="19"/>
                    </a:cubicBezTo>
                    <a:cubicBezTo>
                      <a:pt x="185" y="5"/>
                      <a:pt x="185" y="5"/>
                      <a:pt x="185" y="5"/>
                    </a:cubicBezTo>
                    <a:cubicBezTo>
                      <a:pt x="185" y="4"/>
                      <a:pt x="186" y="3"/>
                      <a:pt x="187" y="3"/>
                    </a:cubicBezTo>
                    <a:cubicBezTo>
                      <a:pt x="195" y="3"/>
                      <a:pt x="195" y="3"/>
                      <a:pt x="195" y="3"/>
                    </a:cubicBezTo>
                    <a:cubicBezTo>
                      <a:pt x="199" y="3"/>
                      <a:pt x="201" y="4"/>
                      <a:pt x="202" y="5"/>
                    </a:cubicBezTo>
                    <a:cubicBezTo>
                      <a:pt x="203" y="5"/>
                      <a:pt x="204" y="7"/>
                      <a:pt x="204" y="10"/>
                    </a:cubicBezTo>
                    <a:cubicBezTo>
                      <a:pt x="206" y="10"/>
                      <a:pt x="206" y="10"/>
                      <a:pt x="206" y="10"/>
                    </a:cubicBezTo>
                    <a:cubicBezTo>
                      <a:pt x="206" y="1"/>
                      <a:pt x="206" y="1"/>
                      <a:pt x="206" y="1"/>
                    </a:cubicBezTo>
                    <a:cubicBezTo>
                      <a:pt x="173" y="1"/>
                      <a:pt x="173" y="1"/>
                      <a:pt x="173" y="1"/>
                    </a:cubicBezTo>
                    <a:cubicBezTo>
                      <a:pt x="173" y="2"/>
                      <a:pt x="173" y="2"/>
                      <a:pt x="173" y="2"/>
                    </a:cubicBezTo>
                    <a:cubicBezTo>
                      <a:pt x="176" y="2"/>
                      <a:pt x="177" y="3"/>
                      <a:pt x="178" y="3"/>
                    </a:cubicBezTo>
                    <a:cubicBezTo>
                      <a:pt x="178" y="4"/>
                      <a:pt x="179" y="6"/>
                      <a:pt x="179" y="8"/>
                    </a:cubicBezTo>
                    <a:cubicBezTo>
                      <a:pt x="179" y="35"/>
                      <a:pt x="179" y="35"/>
                      <a:pt x="179" y="35"/>
                    </a:cubicBezTo>
                    <a:cubicBezTo>
                      <a:pt x="179" y="37"/>
                      <a:pt x="178" y="38"/>
                      <a:pt x="178" y="39"/>
                    </a:cubicBezTo>
                    <a:cubicBezTo>
                      <a:pt x="177" y="39"/>
                      <a:pt x="176" y="40"/>
                      <a:pt x="173" y="40"/>
                    </a:cubicBezTo>
                    <a:cubicBezTo>
                      <a:pt x="173" y="41"/>
                      <a:pt x="173" y="41"/>
                      <a:pt x="173" y="41"/>
                    </a:cubicBezTo>
                    <a:cubicBezTo>
                      <a:pt x="206" y="41"/>
                      <a:pt x="206" y="41"/>
                      <a:pt x="206" y="41"/>
                    </a:cubicBezTo>
                    <a:cubicBezTo>
                      <a:pt x="209" y="31"/>
                      <a:pt x="209" y="31"/>
                      <a:pt x="209" y="31"/>
                    </a:cubicBezTo>
                    <a:close/>
                    <a:moveTo>
                      <a:pt x="255" y="1"/>
                    </a:moveTo>
                    <a:cubicBezTo>
                      <a:pt x="241" y="1"/>
                      <a:pt x="241" y="1"/>
                      <a:pt x="241" y="1"/>
                    </a:cubicBezTo>
                    <a:cubicBezTo>
                      <a:pt x="241" y="2"/>
                      <a:pt x="241" y="2"/>
                      <a:pt x="241" y="2"/>
                    </a:cubicBezTo>
                    <a:cubicBezTo>
                      <a:pt x="244" y="2"/>
                      <a:pt x="245" y="3"/>
                      <a:pt x="246" y="4"/>
                    </a:cubicBezTo>
                    <a:cubicBezTo>
                      <a:pt x="247" y="5"/>
                      <a:pt x="247" y="7"/>
                      <a:pt x="247" y="10"/>
                    </a:cubicBezTo>
                    <a:cubicBezTo>
                      <a:pt x="247" y="30"/>
                      <a:pt x="247" y="30"/>
                      <a:pt x="247" y="30"/>
                    </a:cubicBezTo>
                    <a:cubicBezTo>
                      <a:pt x="247" y="30"/>
                      <a:pt x="247" y="30"/>
                      <a:pt x="247" y="30"/>
                    </a:cubicBezTo>
                    <a:cubicBezTo>
                      <a:pt x="224" y="1"/>
                      <a:pt x="224" y="1"/>
                      <a:pt x="224" y="1"/>
                    </a:cubicBezTo>
                    <a:cubicBezTo>
                      <a:pt x="213" y="1"/>
                      <a:pt x="213" y="1"/>
                      <a:pt x="213" y="1"/>
                    </a:cubicBezTo>
                    <a:cubicBezTo>
                      <a:pt x="213" y="2"/>
                      <a:pt x="213" y="2"/>
                      <a:pt x="213" y="2"/>
                    </a:cubicBezTo>
                    <a:cubicBezTo>
                      <a:pt x="215" y="2"/>
                      <a:pt x="217" y="3"/>
                      <a:pt x="219" y="5"/>
                    </a:cubicBezTo>
                    <a:cubicBezTo>
                      <a:pt x="219" y="32"/>
                      <a:pt x="219" y="32"/>
                      <a:pt x="219" y="32"/>
                    </a:cubicBezTo>
                    <a:cubicBezTo>
                      <a:pt x="219" y="35"/>
                      <a:pt x="219" y="37"/>
                      <a:pt x="218" y="38"/>
                    </a:cubicBezTo>
                    <a:cubicBezTo>
                      <a:pt x="217" y="39"/>
                      <a:pt x="216" y="40"/>
                      <a:pt x="213" y="40"/>
                    </a:cubicBezTo>
                    <a:cubicBezTo>
                      <a:pt x="213" y="41"/>
                      <a:pt x="213" y="41"/>
                      <a:pt x="213" y="41"/>
                    </a:cubicBezTo>
                    <a:cubicBezTo>
                      <a:pt x="228" y="41"/>
                      <a:pt x="228" y="41"/>
                      <a:pt x="228" y="41"/>
                    </a:cubicBezTo>
                    <a:cubicBezTo>
                      <a:pt x="228" y="40"/>
                      <a:pt x="228" y="40"/>
                      <a:pt x="228" y="40"/>
                    </a:cubicBezTo>
                    <a:cubicBezTo>
                      <a:pt x="225" y="40"/>
                      <a:pt x="224" y="39"/>
                      <a:pt x="223" y="38"/>
                    </a:cubicBezTo>
                    <a:cubicBezTo>
                      <a:pt x="222" y="37"/>
                      <a:pt x="222" y="35"/>
                      <a:pt x="222" y="32"/>
                    </a:cubicBezTo>
                    <a:cubicBezTo>
                      <a:pt x="222" y="9"/>
                      <a:pt x="222" y="9"/>
                      <a:pt x="222" y="9"/>
                    </a:cubicBezTo>
                    <a:cubicBezTo>
                      <a:pt x="222" y="9"/>
                      <a:pt x="222" y="9"/>
                      <a:pt x="222" y="9"/>
                    </a:cubicBezTo>
                    <a:cubicBezTo>
                      <a:pt x="249" y="41"/>
                      <a:pt x="249" y="41"/>
                      <a:pt x="249" y="41"/>
                    </a:cubicBezTo>
                    <a:cubicBezTo>
                      <a:pt x="250" y="41"/>
                      <a:pt x="250" y="41"/>
                      <a:pt x="250" y="41"/>
                    </a:cubicBezTo>
                    <a:cubicBezTo>
                      <a:pt x="250" y="10"/>
                      <a:pt x="250" y="10"/>
                      <a:pt x="250" y="10"/>
                    </a:cubicBezTo>
                    <a:cubicBezTo>
                      <a:pt x="250" y="7"/>
                      <a:pt x="250" y="5"/>
                      <a:pt x="251" y="4"/>
                    </a:cubicBezTo>
                    <a:cubicBezTo>
                      <a:pt x="251" y="3"/>
                      <a:pt x="253" y="2"/>
                      <a:pt x="255" y="2"/>
                    </a:cubicBezTo>
                    <a:cubicBezTo>
                      <a:pt x="255" y="1"/>
                      <a:pt x="255" y="1"/>
                      <a:pt x="255" y="1"/>
                    </a:cubicBezTo>
                    <a:close/>
                    <a:moveTo>
                      <a:pt x="329" y="1"/>
                    </a:moveTo>
                    <a:cubicBezTo>
                      <a:pt x="315" y="1"/>
                      <a:pt x="315" y="1"/>
                      <a:pt x="315" y="1"/>
                    </a:cubicBezTo>
                    <a:cubicBezTo>
                      <a:pt x="315" y="2"/>
                      <a:pt x="315" y="2"/>
                      <a:pt x="315" y="2"/>
                    </a:cubicBezTo>
                    <a:cubicBezTo>
                      <a:pt x="317" y="2"/>
                      <a:pt x="319" y="3"/>
                      <a:pt x="320" y="4"/>
                    </a:cubicBezTo>
                    <a:cubicBezTo>
                      <a:pt x="320" y="5"/>
                      <a:pt x="321" y="7"/>
                      <a:pt x="321" y="10"/>
                    </a:cubicBezTo>
                    <a:cubicBezTo>
                      <a:pt x="321" y="26"/>
                      <a:pt x="321" y="26"/>
                      <a:pt x="321" y="26"/>
                    </a:cubicBezTo>
                    <a:cubicBezTo>
                      <a:pt x="321" y="31"/>
                      <a:pt x="320" y="33"/>
                      <a:pt x="319" y="35"/>
                    </a:cubicBezTo>
                    <a:cubicBezTo>
                      <a:pt x="317" y="38"/>
                      <a:pt x="314" y="39"/>
                      <a:pt x="309" y="39"/>
                    </a:cubicBezTo>
                    <a:cubicBezTo>
                      <a:pt x="302" y="39"/>
                      <a:pt x="299" y="35"/>
                      <a:pt x="299" y="27"/>
                    </a:cubicBezTo>
                    <a:cubicBezTo>
                      <a:pt x="299" y="8"/>
                      <a:pt x="299" y="8"/>
                      <a:pt x="299" y="8"/>
                    </a:cubicBezTo>
                    <a:cubicBezTo>
                      <a:pt x="299" y="5"/>
                      <a:pt x="299" y="4"/>
                      <a:pt x="300" y="3"/>
                    </a:cubicBezTo>
                    <a:cubicBezTo>
                      <a:pt x="301" y="3"/>
                      <a:pt x="302" y="2"/>
                      <a:pt x="304" y="2"/>
                    </a:cubicBezTo>
                    <a:cubicBezTo>
                      <a:pt x="304" y="1"/>
                      <a:pt x="304" y="1"/>
                      <a:pt x="304" y="1"/>
                    </a:cubicBezTo>
                    <a:cubicBezTo>
                      <a:pt x="287" y="1"/>
                      <a:pt x="287" y="1"/>
                      <a:pt x="287" y="1"/>
                    </a:cubicBezTo>
                    <a:cubicBezTo>
                      <a:pt x="287" y="2"/>
                      <a:pt x="287" y="2"/>
                      <a:pt x="287" y="2"/>
                    </a:cubicBezTo>
                    <a:cubicBezTo>
                      <a:pt x="290" y="2"/>
                      <a:pt x="291" y="3"/>
                      <a:pt x="292" y="3"/>
                    </a:cubicBezTo>
                    <a:cubicBezTo>
                      <a:pt x="293" y="4"/>
                      <a:pt x="293" y="5"/>
                      <a:pt x="293" y="8"/>
                    </a:cubicBezTo>
                    <a:cubicBezTo>
                      <a:pt x="293" y="27"/>
                      <a:pt x="293" y="27"/>
                      <a:pt x="293" y="27"/>
                    </a:cubicBezTo>
                    <a:cubicBezTo>
                      <a:pt x="293" y="37"/>
                      <a:pt x="298" y="42"/>
                      <a:pt x="308" y="42"/>
                    </a:cubicBezTo>
                    <a:cubicBezTo>
                      <a:pt x="318" y="42"/>
                      <a:pt x="324" y="36"/>
                      <a:pt x="323" y="26"/>
                    </a:cubicBezTo>
                    <a:cubicBezTo>
                      <a:pt x="323" y="10"/>
                      <a:pt x="323" y="10"/>
                      <a:pt x="323" y="10"/>
                    </a:cubicBezTo>
                    <a:cubicBezTo>
                      <a:pt x="323" y="7"/>
                      <a:pt x="324" y="5"/>
                      <a:pt x="325" y="4"/>
                    </a:cubicBezTo>
                    <a:cubicBezTo>
                      <a:pt x="325" y="3"/>
                      <a:pt x="327" y="2"/>
                      <a:pt x="329" y="2"/>
                    </a:cubicBezTo>
                    <a:cubicBezTo>
                      <a:pt x="329" y="1"/>
                      <a:pt x="329" y="1"/>
                      <a:pt x="329" y="1"/>
                    </a:cubicBezTo>
                    <a:close/>
                    <a:moveTo>
                      <a:pt x="376" y="1"/>
                    </a:moveTo>
                    <a:cubicBezTo>
                      <a:pt x="362" y="1"/>
                      <a:pt x="362" y="1"/>
                      <a:pt x="362" y="1"/>
                    </a:cubicBezTo>
                    <a:cubicBezTo>
                      <a:pt x="362" y="2"/>
                      <a:pt x="362" y="2"/>
                      <a:pt x="362" y="2"/>
                    </a:cubicBezTo>
                    <a:cubicBezTo>
                      <a:pt x="364" y="2"/>
                      <a:pt x="366" y="3"/>
                      <a:pt x="366" y="4"/>
                    </a:cubicBezTo>
                    <a:cubicBezTo>
                      <a:pt x="367" y="5"/>
                      <a:pt x="367" y="7"/>
                      <a:pt x="367" y="10"/>
                    </a:cubicBezTo>
                    <a:cubicBezTo>
                      <a:pt x="367" y="30"/>
                      <a:pt x="367" y="30"/>
                      <a:pt x="367" y="30"/>
                    </a:cubicBezTo>
                    <a:cubicBezTo>
                      <a:pt x="367" y="30"/>
                      <a:pt x="367" y="30"/>
                      <a:pt x="367" y="30"/>
                    </a:cubicBezTo>
                    <a:cubicBezTo>
                      <a:pt x="344" y="1"/>
                      <a:pt x="344" y="1"/>
                      <a:pt x="344" y="1"/>
                    </a:cubicBezTo>
                    <a:cubicBezTo>
                      <a:pt x="334" y="1"/>
                      <a:pt x="334" y="1"/>
                      <a:pt x="334" y="1"/>
                    </a:cubicBezTo>
                    <a:cubicBezTo>
                      <a:pt x="334" y="2"/>
                      <a:pt x="334" y="2"/>
                      <a:pt x="334" y="2"/>
                    </a:cubicBezTo>
                    <a:cubicBezTo>
                      <a:pt x="336" y="2"/>
                      <a:pt x="338" y="3"/>
                      <a:pt x="340" y="5"/>
                    </a:cubicBezTo>
                    <a:cubicBezTo>
                      <a:pt x="340" y="32"/>
                      <a:pt x="340" y="32"/>
                      <a:pt x="340" y="32"/>
                    </a:cubicBezTo>
                    <a:cubicBezTo>
                      <a:pt x="340" y="35"/>
                      <a:pt x="339" y="37"/>
                      <a:pt x="338" y="38"/>
                    </a:cubicBezTo>
                    <a:cubicBezTo>
                      <a:pt x="338" y="39"/>
                      <a:pt x="336" y="40"/>
                      <a:pt x="334" y="40"/>
                    </a:cubicBezTo>
                    <a:cubicBezTo>
                      <a:pt x="334" y="41"/>
                      <a:pt x="334" y="41"/>
                      <a:pt x="334" y="41"/>
                    </a:cubicBezTo>
                    <a:cubicBezTo>
                      <a:pt x="348" y="41"/>
                      <a:pt x="348" y="41"/>
                      <a:pt x="348" y="41"/>
                    </a:cubicBezTo>
                    <a:cubicBezTo>
                      <a:pt x="348" y="40"/>
                      <a:pt x="348" y="40"/>
                      <a:pt x="348" y="40"/>
                    </a:cubicBezTo>
                    <a:cubicBezTo>
                      <a:pt x="346" y="40"/>
                      <a:pt x="344" y="39"/>
                      <a:pt x="343" y="38"/>
                    </a:cubicBezTo>
                    <a:cubicBezTo>
                      <a:pt x="343" y="37"/>
                      <a:pt x="342" y="35"/>
                      <a:pt x="342" y="32"/>
                    </a:cubicBezTo>
                    <a:cubicBezTo>
                      <a:pt x="342" y="9"/>
                      <a:pt x="342" y="9"/>
                      <a:pt x="342" y="9"/>
                    </a:cubicBezTo>
                    <a:cubicBezTo>
                      <a:pt x="342" y="9"/>
                      <a:pt x="342" y="9"/>
                      <a:pt x="342" y="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370" y="41"/>
                      <a:pt x="370" y="41"/>
                      <a:pt x="370" y="41"/>
                    </a:cubicBezTo>
                    <a:cubicBezTo>
                      <a:pt x="370" y="10"/>
                      <a:pt x="370" y="10"/>
                      <a:pt x="370" y="10"/>
                    </a:cubicBezTo>
                    <a:cubicBezTo>
                      <a:pt x="370" y="7"/>
                      <a:pt x="371" y="5"/>
                      <a:pt x="371" y="4"/>
                    </a:cubicBezTo>
                    <a:cubicBezTo>
                      <a:pt x="372" y="3"/>
                      <a:pt x="373" y="2"/>
                      <a:pt x="376" y="2"/>
                    </a:cubicBezTo>
                    <a:cubicBezTo>
                      <a:pt x="376" y="1"/>
                      <a:pt x="376" y="1"/>
                      <a:pt x="376" y="1"/>
                    </a:cubicBezTo>
                    <a:close/>
                    <a:moveTo>
                      <a:pt x="381" y="41"/>
                    </a:moveTo>
                    <a:cubicBezTo>
                      <a:pt x="399" y="41"/>
                      <a:pt x="399" y="41"/>
                      <a:pt x="399" y="41"/>
                    </a:cubicBezTo>
                    <a:cubicBezTo>
                      <a:pt x="399" y="40"/>
                      <a:pt x="399" y="40"/>
                      <a:pt x="399" y="40"/>
                    </a:cubicBezTo>
                    <a:cubicBezTo>
                      <a:pt x="396" y="40"/>
                      <a:pt x="395" y="40"/>
                      <a:pt x="394" y="39"/>
                    </a:cubicBezTo>
                    <a:cubicBezTo>
                      <a:pt x="393" y="38"/>
                      <a:pt x="393" y="37"/>
                      <a:pt x="393" y="35"/>
                    </a:cubicBezTo>
                    <a:cubicBezTo>
                      <a:pt x="393" y="8"/>
                      <a:pt x="393" y="8"/>
                      <a:pt x="393" y="8"/>
                    </a:cubicBezTo>
                    <a:cubicBezTo>
                      <a:pt x="393" y="5"/>
                      <a:pt x="393" y="4"/>
                      <a:pt x="394" y="3"/>
                    </a:cubicBezTo>
                    <a:cubicBezTo>
                      <a:pt x="395" y="3"/>
                      <a:pt x="396" y="2"/>
                      <a:pt x="399" y="2"/>
                    </a:cubicBezTo>
                    <a:cubicBezTo>
                      <a:pt x="399" y="1"/>
                      <a:pt x="399" y="1"/>
                      <a:pt x="399" y="1"/>
                    </a:cubicBezTo>
                    <a:cubicBezTo>
                      <a:pt x="381" y="1"/>
                      <a:pt x="381" y="1"/>
                      <a:pt x="381" y="1"/>
                    </a:cubicBezTo>
                    <a:cubicBezTo>
                      <a:pt x="381" y="2"/>
                      <a:pt x="381" y="2"/>
                      <a:pt x="381" y="2"/>
                    </a:cubicBezTo>
                    <a:cubicBezTo>
                      <a:pt x="383" y="2"/>
                      <a:pt x="385" y="3"/>
                      <a:pt x="385" y="3"/>
                    </a:cubicBezTo>
                    <a:cubicBezTo>
                      <a:pt x="386" y="4"/>
                      <a:pt x="386" y="5"/>
                      <a:pt x="386" y="8"/>
                    </a:cubicBezTo>
                    <a:cubicBezTo>
                      <a:pt x="386" y="35"/>
                      <a:pt x="386" y="35"/>
                      <a:pt x="386" y="35"/>
                    </a:cubicBezTo>
                    <a:cubicBezTo>
                      <a:pt x="386" y="37"/>
                      <a:pt x="386" y="38"/>
                      <a:pt x="385" y="39"/>
                    </a:cubicBezTo>
                    <a:cubicBezTo>
                      <a:pt x="385" y="40"/>
                      <a:pt x="383" y="40"/>
                      <a:pt x="381" y="40"/>
                    </a:cubicBezTo>
                    <a:cubicBezTo>
                      <a:pt x="381" y="41"/>
                      <a:pt x="381" y="41"/>
                      <a:pt x="381" y="41"/>
                    </a:cubicBezTo>
                    <a:close/>
                    <a:moveTo>
                      <a:pt x="445" y="1"/>
                    </a:moveTo>
                    <a:cubicBezTo>
                      <a:pt x="433" y="1"/>
                      <a:pt x="433" y="1"/>
                      <a:pt x="433" y="1"/>
                    </a:cubicBezTo>
                    <a:cubicBezTo>
                      <a:pt x="433" y="2"/>
                      <a:pt x="433" y="2"/>
                      <a:pt x="433" y="2"/>
                    </a:cubicBezTo>
                    <a:cubicBezTo>
                      <a:pt x="436" y="2"/>
                      <a:pt x="437" y="3"/>
                      <a:pt x="437" y="5"/>
                    </a:cubicBezTo>
                    <a:cubicBezTo>
                      <a:pt x="437" y="6"/>
                      <a:pt x="437" y="7"/>
                      <a:pt x="436" y="8"/>
                    </a:cubicBezTo>
                    <a:cubicBezTo>
                      <a:pt x="436" y="9"/>
                      <a:pt x="436" y="9"/>
                      <a:pt x="436" y="9"/>
                    </a:cubicBezTo>
                    <a:cubicBezTo>
                      <a:pt x="427" y="32"/>
                      <a:pt x="427" y="32"/>
                      <a:pt x="427" y="32"/>
                    </a:cubicBezTo>
                    <a:cubicBezTo>
                      <a:pt x="418" y="11"/>
                      <a:pt x="418" y="11"/>
                      <a:pt x="418" y="11"/>
                    </a:cubicBezTo>
                    <a:cubicBezTo>
                      <a:pt x="417" y="10"/>
                      <a:pt x="417" y="9"/>
                      <a:pt x="416" y="8"/>
                    </a:cubicBezTo>
                    <a:cubicBezTo>
                      <a:pt x="416" y="6"/>
                      <a:pt x="415" y="5"/>
                      <a:pt x="415" y="5"/>
                    </a:cubicBezTo>
                    <a:cubicBezTo>
                      <a:pt x="415" y="3"/>
                      <a:pt x="416" y="2"/>
                      <a:pt x="420" y="2"/>
                    </a:cubicBezTo>
                    <a:cubicBezTo>
                      <a:pt x="420" y="1"/>
                      <a:pt x="420" y="1"/>
                      <a:pt x="420" y="1"/>
                    </a:cubicBezTo>
                    <a:cubicBezTo>
                      <a:pt x="404" y="1"/>
                      <a:pt x="404" y="1"/>
                      <a:pt x="404" y="1"/>
                    </a:cubicBezTo>
                    <a:cubicBezTo>
                      <a:pt x="404" y="2"/>
                      <a:pt x="404" y="2"/>
                      <a:pt x="404" y="2"/>
                    </a:cubicBezTo>
                    <a:cubicBezTo>
                      <a:pt x="405" y="2"/>
                      <a:pt x="406" y="3"/>
                      <a:pt x="407" y="4"/>
                    </a:cubicBezTo>
                    <a:cubicBezTo>
                      <a:pt x="408" y="4"/>
                      <a:pt x="409" y="6"/>
                      <a:pt x="410" y="9"/>
                    </a:cubicBezTo>
                    <a:cubicBezTo>
                      <a:pt x="425" y="41"/>
                      <a:pt x="425" y="41"/>
                      <a:pt x="425" y="41"/>
                    </a:cubicBezTo>
                    <a:cubicBezTo>
                      <a:pt x="426" y="41"/>
                      <a:pt x="426" y="41"/>
                      <a:pt x="426" y="41"/>
                    </a:cubicBezTo>
                    <a:cubicBezTo>
                      <a:pt x="439" y="8"/>
                      <a:pt x="439" y="8"/>
                      <a:pt x="439" y="8"/>
                    </a:cubicBezTo>
                    <a:cubicBezTo>
                      <a:pt x="440" y="5"/>
                      <a:pt x="441" y="4"/>
                      <a:pt x="442" y="3"/>
                    </a:cubicBezTo>
                    <a:cubicBezTo>
                      <a:pt x="442" y="3"/>
                      <a:pt x="443" y="2"/>
                      <a:pt x="445" y="2"/>
                    </a:cubicBezTo>
                    <a:cubicBezTo>
                      <a:pt x="445" y="1"/>
                      <a:pt x="445" y="1"/>
                      <a:pt x="445" y="1"/>
                    </a:cubicBezTo>
                    <a:close/>
                    <a:moveTo>
                      <a:pt x="485" y="31"/>
                    </a:moveTo>
                    <a:cubicBezTo>
                      <a:pt x="484" y="31"/>
                      <a:pt x="484" y="31"/>
                      <a:pt x="484" y="31"/>
                    </a:cubicBezTo>
                    <a:cubicBezTo>
                      <a:pt x="482" y="34"/>
                      <a:pt x="481" y="36"/>
                      <a:pt x="479" y="37"/>
                    </a:cubicBezTo>
                    <a:cubicBezTo>
                      <a:pt x="477" y="38"/>
                      <a:pt x="474" y="39"/>
                      <a:pt x="471" y="39"/>
                    </a:cubicBezTo>
                    <a:cubicBezTo>
                      <a:pt x="466" y="39"/>
                      <a:pt x="463" y="39"/>
                      <a:pt x="463" y="39"/>
                    </a:cubicBezTo>
                    <a:cubicBezTo>
                      <a:pt x="462" y="38"/>
                      <a:pt x="461" y="38"/>
                      <a:pt x="461" y="36"/>
                    </a:cubicBezTo>
                    <a:cubicBezTo>
                      <a:pt x="461" y="21"/>
                      <a:pt x="461" y="21"/>
                      <a:pt x="461" y="21"/>
                    </a:cubicBezTo>
                    <a:cubicBezTo>
                      <a:pt x="471" y="22"/>
                      <a:pt x="471" y="22"/>
                      <a:pt x="471" y="22"/>
                    </a:cubicBezTo>
                    <a:cubicBezTo>
                      <a:pt x="473" y="22"/>
                      <a:pt x="475" y="22"/>
                      <a:pt x="476" y="23"/>
                    </a:cubicBezTo>
                    <a:cubicBezTo>
                      <a:pt x="477" y="23"/>
                      <a:pt x="477" y="25"/>
                      <a:pt x="477" y="27"/>
                    </a:cubicBezTo>
                    <a:cubicBezTo>
                      <a:pt x="479" y="27"/>
                      <a:pt x="479" y="27"/>
                      <a:pt x="479" y="27"/>
                    </a:cubicBezTo>
                    <a:cubicBezTo>
                      <a:pt x="479" y="13"/>
                      <a:pt x="479" y="13"/>
                      <a:pt x="479" y="13"/>
                    </a:cubicBezTo>
                    <a:cubicBezTo>
                      <a:pt x="477" y="13"/>
                      <a:pt x="477" y="13"/>
                      <a:pt x="477" y="13"/>
                    </a:cubicBezTo>
                    <a:cubicBezTo>
                      <a:pt x="477" y="16"/>
                      <a:pt x="477" y="17"/>
                      <a:pt x="476" y="18"/>
                    </a:cubicBezTo>
                    <a:cubicBezTo>
                      <a:pt x="475" y="19"/>
                      <a:pt x="473" y="19"/>
                      <a:pt x="471" y="19"/>
                    </a:cubicBezTo>
                    <a:cubicBezTo>
                      <a:pt x="461" y="19"/>
                      <a:pt x="461" y="19"/>
                      <a:pt x="461" y="19"/>
                    </a:cubicBezTo>
                    <a:cubicBezTo>
                      <a:pt x="461" y="5"/>
                      <a:pt x="461" y="5"/>
                      <a:pt x="461" y="5"/>
                    </a:cubicBezTo>
                    <a:cubicBezTo>
                      <a:pt x="461" y="4"/>
                      <a:pt x="462" y="3"/>
                      <a:pt x="463" y="3"/>
                    </a:cubicBezTo>
                    <a:cubicBezTo>
                      <a:pt x="472" y="3"/>
                      <a:pt x="472" y="3"/>
                      <a:pt x="472" y="3"/>
                    </a:cubicBezTo>
                    <a:cubicBezTo>
                      <a:pt x="475" y="3"/>
                      <a:pt x="477" y="4"/>
                      <a:pt x="478" y="5"/>
                    </a:cubicBezTo>
                    <a:cubicBezTo>
                      <a:pt x="480" y="5"/>
                      <a:pt x="480" y="7"/>
                      <a:pt x="481" y="10"/>
                    </a:cubicBezTo>
                    <a:cubicBezTo>
                      <a:pt x="482" y="10"/>
                      <a:pt x="482" y="10"/>
                      <a:pt x="482" y="10"/>
                    </a:cubicBezTo>
                    <a:cubicBezTo>
                      <a:pt x="482" y="1"/>
                      <a:pt x="482" y="1"/>
                      <a:pt x="482" y="1"/>
                    </a:cubicBezTo>
                    <a:cubicBezTo>
                      <a:pt x="450" y="1"/>
                      <a:pt x="450" y="1"/>
                      <a:pt x="450" y="1"/>
                    </a:cubicBezTo>
                    <a:cubicBezTo>
                      <a:pt x="450" y="2"/>
                      <a:pt x="450" y="2"/>
                      <a:pt x="450" y="2"/>
                    </a:cubicBezTo>
                    <a:cubicBezTo>
                      <a:pt x="452" y="2"/>
                      <a:pt x="454" y="3"/>
                      <a:pt x="454" y="3"/>
                    </a:cubicBezTo>
                    <a:cubicBezTo>
                      <a:pt x="455" y="4"/>
                      <a:pt x="455" y="6"/>
                      <a:pt x="455" y="8"/>
                    </a:cubicBezTo>
                    <a:cubicBezTo>
                      <a:pt x="455" y="35"/>
                      <a:pt x="455" y="35"/>
                      <a:pt x="455" y="35"/>
                    </a:cubicBezTo>
                    <a:cubicBezTo>
                      <a:pt x="455" y="37"/>
                      <a:pt x="455" y="38"/>
                      <a:pt x="454" y="39"/>
                    </a:cubicBezTo>
                    <a:cubicBezTo>
                      <a:pt x="454" y="39"/>
                      <a:pt x="452" y="40"/>
                      <a:pt x="450" y="40"/>
                    </a:cubicBezTo>
                    <a:cubicBezTo>
                      <a:pt x="450" y="41"/>
                      <a:pt x="450" y="41"/>
                      <a:pt x="450" y="41"/>
                    </a:cubicBezTo>
                    <a:cubicBezTo>
                      <a:pt x="483" y="41"/>
                      <a:pt x="483" y="41"/>
                      <a:pt x="483" y="41"/>
                    </a:cubicBezTo>
                    <a:cubicBezTo>
                      <a:pt x="485" y="31"/>
                      <a:pt x="485" y="31"/>
                      <a:pt x="485" y="31"/>
                    </a:cubicBezTo>
                    <a:close/>
                    <a:moveTo>
                      <a:pt x="529" y="40"/>
                    </a:moveTo>
                    <a:cubicBezTo>
                      <a:pt x="527" y="40"/>
                      <a:pt x="525" y="39"/>
                      <a:pt x="524" y="37"/>
                    </a:cubicBezTo>
                    <a:cubicBezTo>
                      <a:pt x="511" y="22"/>
                      <a:pt x="511" y="22"/>
                      <a:pt x="511" y="22"/>
                    </a:cubicBezTo>
                    <a:cubicBezTo>
                      <a:pt x="519" y="21"/>
                      <a:pt x="522" y="17"/>
                      <a:pt x="522" y="12"/>
                    </a:cubicBezTo>
                    <a:cubicBezTo>
                      <a:pt x="522" y="5"/>
                      <a:pt x="517" y="1"/>
                      <a:pt x="507" y="1"/>
                    </a:cubicBezTo>
                    <a:cubicBezTo>
                      <a:pt x="490" y="1"/>
                      <a:pt x="490" y="1"/>
                      <a:pt x="490" y="1"/>
                    </a:cubicBezTo>
                    <a:cubicBezTo>
                      <a:pt x="490" y="2"/>
                      <a:pt x="490" y="2"/>
                      <a:pt x="490" y="2"/>
                    </a:cubicBezTo>
                    <a:cubicBezTo>
                      <a:pt x="493" y="2"/>
                      <a:pt x="494" y="3"/>
                      <a:pt x="494" y="3"/>
                    </a:cubicBezTo>
                    <a:cubicBezTo>
                      <a:pt x="495" y="4"/>
                      <a:pt x="495" y="5"/>
                      <a:pt x="495" y="8"/>
                    </a:cubicBezTo>
                    <a:cubicBezTo>
                      <a:pt x="495" y="34"/>
                      <a:pt x="495" y="34"/>
                      <a:pt x="495" y="34"/>
                    </a:cubicBezTo>
                    <a:cubicBezTo>
                      <a:pt x="495" y="37"/>
                      <a:pt x="495" y="38"/>
                      <a:pt x="494" y="39"/>
                    </a:cubicBezTo>
                    <a:cubicBezTo>
                      <a:pt x="494" y="39"/>
                      <a:pt x="493" y="40"/>
                      <a:pt x="490" y="40"/>
                    </a:cubicBezTo>
                    <a:cubicBezTo>
                      <a:pt x="490" y="41"/>
                      <a:pt x="490" y="41"/>
                      <a:pt x="490" y="41"/>
                    </a:cubicBezTo>
                    <a:cubicBezTo>
                      <a:pt x="507" y="41"/>
                      <a:pt x="507" y="41"/>
                      <a:pt x="507" y="41"/>
                    </a:cubicBezTo>
                    <a:cubicBezTo>
                      <a:pt x="507" y="40"/>
                      <a:pt x="507" y="40"/>
                      <a:pt x="507" y="40"/>
                    </a:cubicBezTo>
                    <a:cubicBezTo>
                      <a:pt x="505" y="40"/>
                      <a:pt x="503" y="39"/>
                      <a:pt x="502" y="39"/>
                    </a:cubicBezTo>
                    <a:cubicBezTo>
                      <a:pt x="502" y="38"/>
                      <a:pt x="502" y="37"/>
                      <a:pt x="502" y="35"/>
                    </a:cubicBezTo>
                    <a:cubicBezTo>
                      <a:pt x="502" y="23"/>
                      <a:pt x="502" y="23"/>
                      <a:pt x="502" y="23"/>
                    </a:cubicBezTo>
                    <a:cubicBezTo>
                      <a:pt x="505" y="23"/>
                      <a:pt x="505" y="23"/>
                      <a:pt x="505" y="23"/>
                    </a:cubicBezTo>
                    <a:cubicBezTo>
                      <a:pt x="519" y="41"/>
                      <a:pt x="519" y="41"/>
                      <a:pt x="519" y="41"/>
                    </a:cubicBezTo>
                    <a:cubicBezTo>
                      <a:pt x="529" y="41"/>
                      <a:pt x="529" y="41"/>
                      <a:pt x="529" y="41"/>
                    </a:cubicBezTo>
                    <a:cubicBezTo>
                      <a:pt x="529" y="40"/>
                      <a:pt x="529" y="40"/>
                      <a:pt x="529" y="40"/>
                    </a:cubicBezTo>
                    <a:close/>
                    <a:moveTo>
                      <a:pt x="502" y="5"/>
                    </a:moveTo>
                    <a:cubicBezTo>
                      <a:pt x="501" y="4"/>
                      <a:pt x="502" y="3"/>
                      <a:pt x="505" y="3"/>
                    </a:cubicBezTo>
                    <a:cubicBezTo>
                      <a:pt x="512" y="3"/>
                      <a:pt x="516" y="6"/>
                      <a:pt x="516" y="12"/>
                    </a:cubicBezTo>
                    <a:cubicBezTo>
                      <a:pt x="516" y="18"/>
                      <a:pt x="511" y="21"/>
                      <a:pt x="502" y="20"/>
                    </a:cubicBezTo>
                    <a:cubicBezTo>
                      <a:pt x="502" y="5"/>
                      <a:pt x="502" y="5"/>
                      <a:pt x="502" y="5"/>
                    </a:cubicBezTo>
                    <a:close/>
                    <a:moveTo>
                      <a:pt x="559" y="0"/>
                    </a:moveTo>
                    <a:cubicBezTo>
                      <a:pt x="558" y="0"/>
                      <a:pt x="558" y="0"/>
                      <a:pt x="558" y="0"/>
                    </a:cubicBezTo>
                    <a:cubicBezTo>
                      <a:pt x="558" y="2"/>
                      <a:pt x="557" y="2"/>
                      <a:pt x="556" y="2"/>
                    </a:cubicBezTo>
                    <a:cubicBezTo>
                      <a:pt x="556" y="2"/>
                      <a:pt x="555" y="2"/>
                      <a:pt x="554" y="2"/>
                    </a:cubicBezTo>
                    <a:cubicBezTo>
                      <a:pt x="551" y="1"/>
                      <a:pt x="549" y="0"/>
                      <a:pt x="548" y="0"/>
                    </a:cubicBezTo>
                    <a:cubicBezTo>
                      <a:pt x="541" y="1"/>
                      <a:pt x="537" y="4"/>
                      <a:pt x="537" y="10"/>
                    </a:cubicBezTo>
                    <a:cubicBezTo>
                      <a:pt x="536" y="15"/>
                      <a:pt x="540" y="19"/>
                      <a:pt x="546" y="23"/>
                    </a:cubicBezTo>
                    <a:cubicBezTo>
                      <a:pt x="550" y="25"/>
                      <a:pt x="553" y="27"/>
                      <a:pt x="554" y="28"/>
                    </a:cubicBezTo>
                    <a:cubicBezTo>
                      <a:pt x="556" y="29"/>
                      <a:pt x="556" y="31"/>
                      <a:pt x="556" y="33"/>
                    </a:cubicBezTo>
                    <a:cubicBezTo>
                      <a:pt x="556" y="37"/>
                      <a:pt x="553" y="40"/>
                      <a:pt x="549" y="40"/>
                    </a:cubicBezTo>
                    <a:cubicBezTo>
                      <a:pt x="543" y="40"/>
                      <a:pt x="539" y="36"/>
                      <a:pt x="536" y="29"/>
                    </a:cubicBezTo>
                    <a:cubicBezTo>
                      <a:pt x="535" y="29"/>
                      <a:pt x="535" y="29"/>
                      <a:pt x="535" y="29"/>
                    </a:cubicBezTo>
                    <a:cubicBezTo>
                      <a:pt x="537" y="41"/>
                      <a:pt x="537" y="41"/>
                      <a:pt x="537" y="41"/>
                    </a:cubicBezTo>
                    <a:cubicBezTo>
                      <a:pt x="538" y="41"/>
                      <a:pt x="538" y="41"/>
                      <a:pt x="538" y="41"/>
                    </a:cubicBezTo>
                    <a:cubicBezTo>
                      <a:pt x="538" y="41"/>
                      <a:pt x="539" y="40"/>
                      <a:pt x="540" y="40"/>
                    </a:cubicBezTo>
                    <a:cubicBezTo>
                      <a:pt x="540" y="40"/>
                      <a:pt x="541" y="40"/>
                      <a:pt x="543" y="41"/>
                    </a:cubicBezTo>
                    <a:cubicBezTo>
                      <a:pt x="545" y="41"/>
                      <a:pt x="548" y="42"/>
                      <a:pt x="549" y="42"/>
                    </a:cubicBezTo>
                    <a:cubicBezTo>
                      <a:pt x="557" y="41"/>
                      <a:pt x="561" y="38"/>
                      <a:pt x="562" y="31"/>
                    </a:cubicBezTo>
                    <a:cubicBezTo>
                      <a:pt x="561" y="25"/>
                      <a:pt x="557" y="20"/>
                      <a:pt x="551" y="18"/>
                    </a:cubicBezTo>
                    <a:cubicBezTo>
                      <a:pt x="546" y="15"/>
                      <a:pt x="543" y="12"/>
                      <a:pt x="542" y="8"/>
                    </a:cubicBezTo>
                    <a:cubicBezTo>
                      <a:pt x="542" y="5"/>
                      <a:pt x="544" y="3"/>
                      <a:pt x="548" y="3"/>
                    </a:cubicBezTo>
                    <a:cubicBezTo>
                      <a:pt x="554" y="3"/>
                      <a:pt x="558" y="6"/>
                      <a:pt x="559" y="13"/>
                    </a:cubicBezTo>
                    <a:cubicBezTo>
                      <a:pt x="561" y="13"/>
                      <a:pt x="561" y="13"/>
                      <a:pt x="561" y="13"/>
                    </a:cubicBezTo>
                    <a:cubicBezTo>
                      <a:pt x="559" y="0"/>
                      <a:pt x="559" y="0"/>
                      <a:pt x="559" y="0"/>
                    </a:cubicBezTo>
                    <a:close/>
                    <a:moveTo>
                      <a:pt x="570" y="41"/>
                    </a:moveTo>
                    <a:cubicBezTo>
                      <a:pt x="588" y="41"/>
                      <a:pt x="588" y="41"/>
                      <a:pt x="588" y="41"/>
                    </a:cubicBezTo>
                    <a:cubicBezTo>
                      <a:pt x="588" y="40"/>
                      <a:pt x="588" y="40"/>
                      <a:pt x="588" y="40"/>
                    </a:cubicBezTo>
                    <a:cubicBezTo>
                      <a:pt x="586" y="40"/>
                      <a:pt x="584" y="40"/>
                      <a:pt x="583" y="39"/>
                    </a:cubicBezTo>
                    <a:cubicBezTo>
                      <a:pt x="583" y="38"/>
                      <a:pt x="582" y="37"/>
                      <a:pt x="582" y="35"/>
                    </a:cubicBezTo>
                    <a:cubicBezTo>
                      <a:pt x="582" y="8"/>
                      <a:pt x="582" y="8"/>
                      <a:pt x="582" y="8"/>
                    </a:cubicBezTo>
                    <a:cubicBezTo>
                      <a:pt x="582" y="5"/>
                      <a:pt x="583" y="4"/>
                      <a:pt x="583" y="3"/>
                    </a:cubicBezTo>
                    <a:cubicBezTo>
                      <a:pt x="584" y="3"/>
                      <a:pt x="586" y="2"/>
                      <a:pt x="588" y="2"/>
                    </a:cubicBezTo>
                    <a:cubicBezTo>
                      <a:pt x="588" y="1"/>
                      <a:pt x="588" y="1"/>
                      <a:pt x="588" y="1"/>
                    </a:cubicBezTo>
                    <a:cubicBezTo>
                      <a:pt x="570" y="1"/>
                      <a:pt x="570" y="1"/>
                      <a:pt x="570" y="1"/>
                    </a:cubicBezTo>
                    <a:cubicBezTo>
                      <a:pt x="570" y="2"/>
                      <a:pt x="570" y="2"/>
                      <a:pt x="570" y="2"/>
                    </a:cubicBezTo>
                    <a:cubicBezTo>
                      <a:pt x="573" y="2"/>
                      <a:pt x="574" y="3"/>
                      <a:pt x="575" y="3"/>
                    </a:cubicBezTo>
                    <a:cubicBezTo>
                      <a:pt x="576" y="4"/>
                      <a:pt x="576" y="5"/>
                      <a:pt x="576" y="8"/>
                    </a:cubicBezTo>
                    <a:cubicBezTo>
                      <a:pt x="576" y="35"/>
                      <a:pt x="576" y="35"/>
                      <a:pt x="576" y="35"/>
                    </a:cubicBezTo>
                    <a:cubicBezTo>
                      <a:pt x="576" y="37"/>
                      <a:pt x="576" y="38"/>
                      <a:pt x="575" y="39"/>
                    </a:cubicBezTo>
                    <a:cubicBezTo>
                      <a:pt x="574" y="40"/>
                      <a:pt x="573" y="40"/>
                      <a:pt x="570" y="40"/>
                    </a:cubicBezTo>
                    <a:cubicBezTo>
                      <a:pt x="570" y="41"/>
                      <a:pt x="570" y="41"/>
                      <a:pt x="570" y="41"/>
                    </a:cubicBezTo>
                    <a:close/>
                    <a:moveTo>
                      <a:pt x="620" y="40"/>
                    </a:moveTo>
                    <a:cubicBezTo>
                      <a:pt x="617" y="40"/>
                      <a:pt x="615" y="39"/>
                      <a:pt x="615" y="39"/>
                    </a:cubicBezTo>
                    <a:cubicBezTo>
                      <a:pt x="614" y="38"/>
                      <a:pt x="614" y="37"/>
                      <a:pt x="614" y="35"/>
                    </a:cubicBezTo>
                    <a:cubicBezTo>
                      <a:pt x="614" y="4"/>
                      <a:pt x="614" y="4"/>
                      <a:pt x="614" y="4"/>
                    </a:cubicBezTo>
                    <a:cubicBezTo>
                      <a:pt x="617" y="4"/>
                      <a:pt x="617" y="4"/>
                      <a:pt x="617" y="4"/>
                    </a:cubicBezTo>
                    <a:cubicBezTo>
                      <a:pt x="621" y="4"/>
                      <a:pt x="623" y="4"/>
                      <a:pt x="624" y="5"/>
                    </a:cubicBezTo>
                    <a:cubicBezTo>
                      <a:pt x="625" y="6"/>
                      <a:pt x="626" y="8"/>
                      <a:pt x="627" y="11"/>
                    </a:cubicBezTo>
                    <a:cubicBezTo>
                      <a:pt x="628" y="11"/>
                      <a:pt x="628" y="11"/>
                      <a:pt x="628" y="11"/>
                    </a:cubicBezTo>
                    <a:cubicBezTo>
                      <a:pt x="628" y="1"/>
                      <a:pt x="628" y="1"/>
                      <a:pt x="628" y="1"/>
                    </a:cubicBezTo>
                    <a:cubicBezTo>
                      <a:pt x="594" y="1"/>
                      <a:pt x="594" y="1"/>
                      <a:pt x="594" y="1"/>
                    </a:cubicBezTo>
                    <a:cubicBezTo>
                      <a:pt x="593" y="11"/>
                      <a:pt x="593" y="11"/>
                      <a:pt x="593" y="11"/>
                    </a:cubicBezTo>
                    <a:cubicBezTo>
                      <a:pt x="595" y="11"/>
                      <a:pt x="595" y="11"/>
                      <a:pt x="595" y="11"/>
                    </a:cubicBezTo>
                    <a:cubicBezTo>
                      <a:pt x="595" y="8"/>
                      <a:pt x="596" y="6"/>
                      <a:pt x="597" y="5"/>
                    </a:cubicBezTo>
                    <a:cubicBezTo>
                      <a:pt x="599" y="4"/>
                      <a:pt x="601" y="4"/>
                      <a:pt x="604" y="4"/>
                    </a:cubicBezTo>
                    <a:cubicBezTo>
                      <a:pt x="608" y="4"/>
                      <a:pt x="608" y="4"/>
                      <a:pt x="608" y="4"/>
                    </a:cubicBezTo>
                    <a:cubicBezTo>
                      <a:pt x="608" y="34"/>
                      <a:pt x="608" y="34"/>
                      <a:pt x="608" y="34"/>
                    </a:cubicBezTo>
                    <a:cubicBezTo>
                      <a:pt x="608" y="37"/>
                      <a:pt x="607" y="38"/>
                      <a:pt x="607" y="39"/>
                    </a:cubicBezTo>
                    <a:cubicBezTo>
                      <a:pt x="606" y="39"/>
                      <a:pt x="604" y="40"/>
                      <a:pt x="602" y="40"/>
                    </a:cubicBezTo>
                    <a:cubicBezTo>
                      <a:pt x="602" y="41"/>
                      <a:pt x="602" y="41"/>
                      <a:pt x="602" y="41"/>
                    </a:cubicBezTo>
                    <a:cubicBezTo>
                      <a:pt x="620" y="41"/>
                      <a:pt x="620" y="41"/>
                      <a:pt x="620" y="41"/>
                    </a:cubicBezTo>
                    <a:cubicBezTo>
                      <a:pt x="620" y="40"/>
                      <a:pt x="620" y="40"/>
                      <a:pt x="620" y="40"/>
                    </a:cubicBezTo>
                    <a:close/>
                    <a:moveTo>
                      <a:pt x="675" y="1"/>
                    </a:moveTo>
                    <a:cubicBezTo>
                      <a:pt x="661" y="1"/>
                      <a:pt x="661" y="1"/>
                      <a:pt x="661" y="1"/>
                    </a:cubicBezTo>
                    <a:cubicBezTo>
                      <a:pt x="661" y="2"/>
                      <a:pt x="661" y="2"/>
                      <a:pt x="661" y="2"/>
                    </a:cubicBezTo>
                    <a:cubicBezTo>
                      <a:pt x="664" y="2"/>
                      <a:pt x="666" y="3"/>
                      <a:pt x="666" y="4"/>
                    </a:cubicBezTo>
                    <a:cubicBezTo>
                      <a:pt x="666" y="5"/>
                      <a:pt x="665" y="6"/>
                      <a:pt x="665" y="6"/>
                    </a:cubicBezTo>
                    <a:cubicBezTo>
                      <a:pt x="656" y="20"/>
                      <a:pt x="656" y="20"/>
                      <a:pt x="656" y="20"/>
                    </a:cubicBezTo>
                    <a:cubicBezTo>
                      <a:pt x="647" y="7"/>
                      <a:pt x="647" y="7"/>
                      <a:pt x="647" y="7"/>
                    </a:cubicBezTo>
                    <a:cubicBezTo>
                      <a:pt x="646" y="6"/>
                      <a:pt x="646" y="5"/>
                      <a:pt x="646" y="4"/>
                    </a:cubicBezTo>
                    <a:cubicBezTo>
                      <a:pt x="646" y="3"/>
                      <a:pt x="647" y="2"/>
                      <a:pt x="650" y="2"/>
                    </a:cubicBezTo>
                    <a:cubicBezTo>
                      <a:pt x="650" y="2"/>
                      <a:pt x="650" y="2"/>
                      <a:pt x="650" y="2"/>
                    </a:cubicBezTo>
                    <a:cubicBezTo>
                      <a:pt x="650" y="1"/>
                      <a:pt x="650" y="1"/>
                      <a:pt x="650" y="1"/>
                    </a:cubicBezTo>
                    <a:cubicBezTo>
                      <a:pt x="634" y="1"/>
                      <a:pt x="634" y="1"/>
                      <a:pt x="634" y="1"/>
                    </a:cubicBezTo>
                    <a:cubicBezTo>
                      <a:pt x="634" y="2"/>
                      <a:pt x="634" y="2"/>
                      <a:pt x="634" y="2"/>
                    </a:cubicBezTo>
                    <a:cubicBezTo>
                      <a:pt x="635" y="2"/>
                      <a:pt x="636" y="3"/>
                      <a:pt x="637" y="4"/>
                    </a:cubicBezTo>
                    <a:cubicBezTo>
                      <a:pt x="638" y="5"/>
                      <a:pt x="640" y="8"/>
                      <a:pt x="643" y="12"/>
                    </a:cubicBezTo>
                    <a:cubicBezTo>
                      <a:pt x="651" y="23"/>
                      <a:pt x="651" y="23"/>
                      <a:pt x="651" y="23"/>
                    </a:cubicBezTo>
                    <a:cubicBezTo>
                      <a:pt x="651" y="34"/>
                      <a:pt x="651" y="34"/>
                      <a:pt x="651" y="34"/>
                    </a:cubicBezTo>
                    <a:cubicBezTo>
                      <a:pt x="651" y="37"/>
                      <a:pt x="651" y="38"/>
                      <a:pt x="650" y="39"/>
                    </a:cubicBezTo>
                    <a:cubicBezTo>
                      <a:pt x="650" y="40"/>
                      <a:pt x="648" y="40"/>
                      <a:pt x="645" y="40"/>
                    </a:cubicBezTo>
                    <a:cubicBezTo>
                      <a:pt x="645" y="41"/>
                      <a:pt x="645" y="41"/>
                      <a:pt x="645" y="41"/>
                    </a:cubicBezTo>
                    <a:cubicBezTo>
                      <a:pt x="664" y="41"/>
                      <a:pt x="664" y="41"/>
                      <a:pt x="664" y="41"/>
                    </a:cubicBezTo>
                    <a:cubicBezTo>
                      <a:pt x="664" y="40"/>
                      <a:pt x="664" y="40"/>
                      <a:pt x="664" y="40"/>
                    </a:cubicBezTo>
                    <a:cubicBezTo>
                      <a:pt x="661" y="40"/>
                      <a:pt x="659" y="40"/>
                      <a:pt x="659" y="39"/>
                    </a:cubicBezTo>
                    <a:cubicBezTo>
                      <a:pt x="658" y="38"/>
                      <a:pt x="657" y="37"/>
                      <a:pt x="657" y="35"/>
                    </a:cubicBezTo>
                    <a:cubicBezTo>
                      <a:pt x="657" y="23"/>
                      <a:pt x="657" y="23"/>
                      <a:pt x="657" y="23"/>
                    </a:cubicBezTo>
                    <a:cubicBezTo>
                      <a:pt x="666" y="9"/>
                      <a:pt x="666" y="9"/>
                      <a:pt x="666" y="9"/>
                    </a:cubicBezTo>
                    <a:cubicBezTo>
                      <a:pt x="669" y="4"/>
                      <a:pt x="672" y="2"/>
                      <a:pt x="675" y="2"/>
                    </a:cubicBezTo>
                    <a:cubicBezTo>
                      <a:pt x="675" y="1"/>
                      <a:pt x="675" y="1"/>
                      <a:pt x="67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3763962" y="0"/>
              <a:ext cx="1069105" cy="1067923"/>
              <a:chOff x="3851276" y="1292225"/>
              <a:chExt cx="1435100" cy="1433513"/>
            </a:xfrm>
            <a:grpFill/>
          </p:grpSpPr>
          <p:sp>
            <p:nvSpPr>
              <p:cNvPr id="10" name="Freeform 15"/>
              <p:cNvSpPr>
                <a:spLocks noEditPoints="1"/>
              </p:cNvSpPr>
              <p:nvPr/>
            </p:nvSpPr>
            <p:spPr bwMode="auto">
              <a:xfrm>
                <a:off x="3956051" y="1852613"/>
                <a:ext cx="1228725" cy="158750"/>
              </a:xfrm>
              <a:custGeom>
                <a:avLst/>
                <a:gdLst>
                  <a:gd name="T0" fmla="*/ 50 w 774"/>
                  <a:gd name="T1" fmla="*/ 0 h 100"/>
                  <a:gd name="T2" fmla="*/ 59 w 774"/>
                  <a:gd name="T3" fmla="*/ 26 h 100"/>
                  <a:gd name="T4" fmla="*/ 83 w 774"/>
                  <a:gd name="T5" fmla="*/ 14 h 100"/>
                  <a:gd name="T6" fmla="*/ 74 w 774"/>
                  <a:gd name="T7" fmla="*/ 40 h 100"/>
                  <a:gd name="T8" fmla="*/ 97 w 774"/>
                  <a:gd name="T9" fmla="*/ 50 h 100"/>
                  <a:gd name="T10" fmla="*/ 74 w 774"/>
                  <a:gd name="T11" fmla="*/ 59 h 100"/>
                  <a:gd name="T12" fmla="*/ 83 w 774"/>
                  <a:gd name="T13" fmla="*/ 85 h 100"/>
                  <a:gd name="T14" fmla="*/ 59 w 774"/>
                  <a:gd name="T15" fmla="*/ 74 h 100"/>
                  <a:gd name="T16" fmla="*/ 50 w 774"/>
                  <a:gd name="T17" fmla="*/ 100 h 100"/>
                  <a:gd name="T18" fmla="*/ 40 w 774"/>
                  <a:gd name="T19" fmla="*/ 74 h 100"/>
                  <a:gd name="T20" fmla="*/ 14 w 774"/>
                  <a:gd name="T21" fmla="*/ 85 h 100"/>
                  <a:gd name="T22" fmla="*/ 26 w 774"/>
                  <a:gd name="T23" fmla="*/ 59 h 100"/>
                  <a:gd name="T24" fmla="*/ 0 w 774"/>
                  <a:gd name="T25" fmla="*/ 50 h 100"/>
                  <a:gd name="T26" fmla="*/ 26 w 774"/>
                  <a:gd name="T27" fmla="*/ 40 h 100"/>
                  <a:gd name="T28" fmla="*/ 14 w 774"/>
                  <a:gd name="T29" fmla="*/ 14 h 100"/>
                  <a:gd name="T30" fmla="*/ 40 w 774"/>
                  <a:gd name="T31" fmla="*/ 26 h 100"/>
                  <a:gd name="T32" fmla="*/ 50 w 774"/>
                  <a:gd name="T33" fmla="*/ 0 h 100"/>
                  <a:gd name="T34" fmla="*/ 50 w 774"/>
                  <a:gd name="T35" fmla="*/ 0 h 100"/>
                  <a:gd name="T36" fmla="*/ 724 w 774"/>
                  <a:gd name="T37" fmla="*/ 0 h 100"/>
                  <a:gd name="T38" fmla="*/ 733 w 774"/>
                  <a:gd name="T39" fmla="*/ 26 h 100"/>
                  <a:gd name="T40" fmla="*/ 757 w 774"/>
                  <a:gd name="T41" fmla="*/ 14 h 100"/>
                  <a:gd name="T42" fmla="*/ 748 w 774"/>
                  <a:gd name="T43" fmla="*/ 40 h 100"/>
                  <a:gd name="T44" fmla="*/ 774 w 774"/>
                  <a:gd name="T45" fmla="*/ 50 h 100"/>
                  <a:gd name="T46" fmla="*/ 748 w 774"/>
                  <a:gd name="T47" fmla="*/ 59 h 100"/>
                  <a:gd name="T48" fmla="*/ 757 w 774"/>
                  <a:gd name="T49" fmla="*/ 85 h 100"/>
                  <a:gd name="T50" fmla="*/ 733 w 774"/>
                  <a:gd name="T51" fmla="*/ 74 h 100"/>
                  <a:gd name="T52" fmla="*/ 724 w 774"/>
                  <a:gd name="T53" fmla="*/ 100 h 100"/>
                  <a:gd name="T54" fmla="*/ 714 w 774"/>
                  <a:gd name="T55" fmla="*/ 74 h 100"/>
                  <a:gd name="T56" fmla="*/ 688 w 774"/>
                  <a:gd name="T57" fmla="*/ 85 h 100"/>
                  <a:gd name="T58" fmla="*/ 700 w 774"/>
                  <a:gd name="T59" fmla="*/ 59 h 100"/>
                  <a:gd name="T60" fmla="*/ 674 w 774"/>
                  <a:gd name="T61" fmla="*/ 50 h 100"/>
                  <a:gd name="T62" fmla="*/ 700 w 774"/>
                  <a:gd name="T63" fmla="*/ 40 h 100"/>
                  <a:gd name="T64" fmla="*/ 688 w 774"/>
                  <a:gd name="T65" fmla="*/ 14 h 100"/>
                  <a:gd name="T66" fmla="*/ 714 w 774"/>
                  <a:gd name="T67" fmla="*/ 26 h 100"/>
                  <a:gd name="T68" fmla="*/ 724 w 774"/>
                  <a:gd name="T69" fmla="*/ 0 h 100"/>
                  <a:gd name="T70" fmla="*/ 724 w 774"/>
                  <a:gd name="T71" fmla="*/ 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74" h="100">
                    <a:moveTo>
                      <a:pt x="50" y="0"/>
                    </a:moveTo>
                    <a:lnTo>
                      <a:pt x="59" y="26"/>
                    </a:lnTo>
                    <a:lnTo>
                      <a:pt x="83" y="14"/>
                    </a:lnTo>
                    <a:lnTo>
                      <a:pt x="74" y="40"/>
                    </a:lnTo>
                    <a:lnTo>
                      <a:pt x="97" y="50"/>
                    </a:lnTo>
                    <a:lnTo>
                      <a:pt x="74" y="59"/>
                    </a:lnTo>
                    <a:lnTo>
                      <a:pt x="83" y="85"/>
                    </a:lnTo>
                    <a:lnTo>
                      <a:pt x="59" y="74"/>
                    </a:lnTo>
                    <a:lnTo>
                      <a:pt x="50" y="100"/>
                    </a:lnTo>
                    <a:lnTo>
                      <a:pt x="40" y="74"/>
                    </a:lnTo>
                    <a:lnTo>
                      <a:pt x="14" y="85"/>
                    </a:lnTo>
                    <a:lnTo>
                      <a:pt x="26" y="59"/>
                    </a:lnTo>
                    <a:lnTo>
                      <a:pt x="0" y="50"/>
                    </a:lnTo>
                    <a:lnTo>
                      <a:pt x="26" y="40"/>
                    </a:lnTo>
                    <a:lnTo>
                      <a:pt x="14" y="14"/>
                    </a:lnTo>
                    <a:lnTo>
                      <a:pt x="40" y="26"/>
                    </a:lnTo>
                    <a:lnTo>
                      <a:pt x="50" y="0"/>
                    </a:lnTo>
                    <a:lnTo>
                      <a:pt x="50" y="0"/>
                    </a:lnTo>
                    <a:close/>
                    <a:moveTo>
                      <a:pt x="724" y="0"/>
                    </a:moveTo>
                    <a:lnTo>
                      <a:pt x="733" y="26"/>
                    </a:lnTo>
                    <a:lnTo>
                      <a:pt x="757" y="14"/>
                    </a:lnTo>
                    <a:lnTo>
                      <a:pt x="748" y="40"/>
                    </a:lnTo>
                    <a:lnTo>
                      <a:pt x="774" y="50"/>
                    </a:lnTo>
                    <a:lnTo>
                      <a:pt x="748" y="59"/>
                    </a:lnTo>
                    <a:lnTo>
                      <a:pt x="757" y="85"/>
                    </a:lnTo>
                    <a:lnTo>
                      <a:pt x="733" y="74"/>
                    </a:lnTo>
                    <a:lnTo>
                      <a:pt x="724" y="100"/>
                    </a:lnTo>
                    <a:lnTo>
                      <a:pt x="714" y="74"/>
                    </a:lnTo>
                    <a:lnTo>
                      <a:pt x="688" y="85"/>
                    </a:lnTo>
                    <a:lnTo>
                      <a:pt x="700" y="59"/>
                    </a:lnTo>
                    <a:lnTo>
                      <a:pt x="674" y="50"/>
                    </a:lnTo>
                    <a:lnTo>
                      <a:pt x="700" y="40"/>
                    </a:lnTo>
                    <a:lnTo>
                      <a:pt x="688" y="14"/>
                    </a:lnTo>
                    <a:lnTo>
                      <a:pt x="714" y="26"/>
                    </a:lnTo>
                    <a:lnTo>
                      <a:pt x="724" y="0"/>
                    </a:lnTo>
                    <a:lnTo>
                      <a:pt x="72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" name="Freeform 16"/>
              <p:cNvSpPr>
                <a:spLocks noEditPoints="1"/>
              </p:cNvSpPr>
              <p:nvPr/>
            </p:nvSpPr>
            <p:spPr bwMode="auto">
              <a:xfrm>
                <a:off x="4035426" y="1404938"/>
                <a:ext cx="1058863" cy="390525"/>
              </a:xfrm>
              <a:custGeom>
                <a:avLst/>
                <a:gdLst>
                  <a:gd name="T0" fmla="*/ 250 w 281"/>
                  <a:gd name="T1" fmla="*/ 60 h 104"/>
                  <a:gd name="T2" fmla="*/ 241 w 281"/>
                  <a:gd name="T3" fmla="*/ 65 h 104"/>
                  <a:gd name="T4" fmla="*/ 277 w 281"/>
                  <a:gd name="T5" fmla="*/ 69 h 104"/>
                  <a:gd name="T6" fmla="*/ 171 w 281"/>
                  <a:gd name="T7" fmla="*/ 16 h 104"/>
                  <a:gd name="T8" fmla="*/ 186 w 281"/>
                  <a:gd name="T9" fmla="*/ 6 h 104"/>
                  <a:gd name="T10" fmla="*/ 172 w 281"/>
                  <a:gd name="T11" fmla="*/ 5 h 104"/>
                  <a:gd name="T12" fmla="*/ 168 w 281"/>
                  <a:gd name="T13" fmla="*/ 28 h 104"/>
                  <a:gd name="T14" fmla="*/ 178 w 281"/>
                  <a:gd name="T15" fmla="*/ 11 h 104"/>
                  <a:gd name="T16" fmla="*/ 182 w 281"/>
                  <a:gd name="T17" fmla="*/ 7 h 104"/>
                  <a:gd name="T18" fmla="*/ 193 w 281"/>
                  <a:gd name="T19" fmla="*/ 43 h 104"/>
                  <a:gd name="T20" fmla="*/ 197 w 281"/>
                  <a:gd name="T21" fmla="*/ 44 h 104"/>
                  <a:gd name="T22" fmla="*/ 192 w 281"/>
                  <a:gd name="T23" fmla="*/ 4 h 104"/>
                  <a:gd name="T24" fmla="*/ 191 w 281"/>
                  <a:gd name="T25" fmla="*/ 19 h 104"/>
                  <a:gd name="T26" fmla="*/ 199 w 281"/>
                  <a:gd name="T27" fmla="*/ 14 h 104"/>
                  <a:gd name="T28" fmla="*/ 202 w 281"/>
                  <a:gd name="T29" fmla="*/ 12 h 104"/>
                  <a:gd name="T30" fmla="*/ 121 w 281"/>
                  <a:gd name="T31" fmla="*/ 38 h 104"/>
                  <a:gd name="T32" fmla="*/ 104 w 281"/>
                  <a:gd name="T33" fmla="*/ 17 h 104"/>
                  <a:gd name="T34" fmla="*/ 86 w 281"/>
                  <a:gd name="T35" fmla="*/ 9 h 104"/>
                  <a:gd name="T36" fmla="*/ 76 w 281"/>
                  <a:gd name="T37" fmla="*/ 30 h 104"/>
                  <a:gd name="T38" fmla="*/ 79 w 281"/>
                  <a:gd name="T39" fmla="*/ 52 h 104"/>
                  <a:gd name="T40" fmla="*/ 12 w 281"/>
                  <a:gd name="T41" fmla="*/ 67 h 104"/>
                  <a:gd name="T42" fmla="*/ 9 w 281"/>
                  <a:gd name="T43" fmla="*/ 62 h 104"/>
                  <a:gd name="T44" fmla="*/ 5 w 281"/>
                  <a:gd name="T45" fmla="*/ 70 h 104"/>
                  <a:gd name="T46" fmla="*/ 17 w 281"/>
                  <a:gd name="T47" fmla="*/ 72 h 104"/>
                  <a:gd name="T48" fmla="*/ 16 w 281"/>
                  <a:gd name="T49" fmla="*/ 68 h 104"/>
                  <a:gd name="T50" fmla="*/ 12 w 281"/>
                  <a:gd name="T51" fmla="*/ 73 h 104"/>
                  <a:gd name="T52" fmla="*/ 17 w 281"/>
                  <a:gd name="T53" fmla="*/ 73 h 104"/>
                  <a:gd name="T54" fmla="*/ 29 w 281"/>
                  <a:gd name="T55" fmla="*/ 62 h 104"/>
                  <a:gd name="T56" fmla="*/ 25 w 281"/>
                  <a:gd name="T57" fmla="*/ 63 h 104"/>
                  <a:gd name="T58" fmla="*/ 12 w 281"/>
                  <a:gd name="T59" fmla="*/ 59 h 104"/>
                  <a:gd name="T60" fmla="*/ 14 w 281"/>
                  <a:gd name="T61" fmla="*/ 65 h 104"/>
                  <a:gd name="T62" fmla="*/ 19 w 281"/>
                  <a:gd name="T63" fmla="*/ 67 h 104"/>
                  <a:gd name="T64" fmla="*/ 14 w 281"/>
                  <a:gd name="T65" fmla="*/ 76 h 104"/>
                  <a:gd name="T66" fmla="*/ 9 w 281"/>
                  <a:gd name="T67" fmla="*/ 73 h 104"/>
                  <a:gd name="T68" fmla="*/ 4 w 281"/>
                  <a:gd name="T69" fmla="*/ 71 h 104"/>
                  <a:gd name="T70" fmla="*/ 2 w 281"/>
                  <a:gd name="T71" fmla="*/ 79 h 104"/>
                  <a:gd name="T72" fmla="*/ 11 w 281"/>
                  <a:gd name="T73" fmla="*/ 88 h 104"/>
                  <a:gd name="T74" fmla="*/ 17 w 281"/>
                  <a:gd name="T75" fmla="*/ 91 h 104"/>
                  <a:gd name="T76" fmla="*/ 37 w 281"/>
                  <a:gd name="T77" fmla="*/ 67 h 104"/>
                  <a:gd name="T78" fmla="*/ 24 w 281"/>
                  <a:gd name="T79" fmla="*/ 72 h 104"/>
                  <a:gd name="T80" fmla="*/ 27 w 281"/>
                  <a:gd name="T81" fmla="*/ 74 h 104"/>
                  <a:gd name="T82" fmla="*/ 26 w 281"/>
                  <a:gd name="T83" fmla="*/ 97 h 104"/>
                  <a:gd name="T84" fmla="*/ 38 w 281"/>
                  <a:gd name="T85" fmla="*/ 92 h 104"/>
                  <a:gd name="T86" fmla="*/ 252 w 281"/>
                  <a:gd name="T87" fmla="*/ 73 h 104"/>
                  <a:gd name="T88" fmla="*/ 270 w 281"/>
                  <a:gd name="T89" fmla="*/ 77 h 104"/>
                  <a:gd name="T90" fmla="*/ 266 w 281"/>
                  <a:gd name="T91" fmla="*/ 67 h 104"/>
                  <a:gd name="T92" fmla="*/ 275 w 281"/>
                  <a:gd name="T93" fmla="*/ 70 h 104"/>
                  <a:gd name="T94" fmla="*/ 263 w 281"/>
                  <a:gd name="T95" fmla="*/ 65 h 104"/>
                  <a:gd name="T96" fmla="*/ 255 w 281"/>
                  <a:gd name="T97" fmla="*/ 68 h 104"/>
                  <a:gd name="T98" fmla="*/ 253 w 281"/>
                  <a:gd name="T99" fmla="*/ 72 h 104"/>
                  <a:gd name="T100" fmla="*/ 256 w 281"/>
                  <a:gd name="T101" fmla="*/ 70 h 104"/>
                  <a:gd name="T102" fmla="*/ 259 w 281"/>
                  <a:gd name="T103" fmla="*/ 68 h 104"/>
                  <a:gd name="T104" fmla="*/ 260 w 281"/>
                  <a:gd name="T105" fmla="*/ 80 h 104"/>
                  <a:gd name="T106" fmla="*/ 245 w 281"/>
                  <a:gd name="T107" fmla="*/ 87 h 104"/>
                  <a:gd name="T108" fmla="*/ 248 w 281"/>
                  <a:gd name="T109" fmla="*/ 87 h 104"/>
                  <a:gd name="T110" fmla="*/ 251 w 281"/>
                  <a:gd name="T111" fmla="*/ 77 h 104"/>
                  <a:gd name="T112" fmla="*/ 234 w 281"/>
                  <a:gd name="T113" fmla="*/ 72 h 104"/>
                  <a:gd name="T114" fmla="*/ 253 w 281"/>
                  <a:gd name="T115" fmla="*/ 82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81" h="104">
                    <a:moveTo>
                      <a:pt x="265" y="55"/>
                    </a:moveTo>
                    <a:cubicBezTo>
                      <a:pt x="265" y="54"/>
                      <a:pt x="265" y="53"/>
                      <a:pt x="265" y="52"/>
                    </a:cubicBezTo>
                    <a:cubicBezTo>
                      <a:pt x="265" y="51"/>
                      <a:pt x="264" y="51"/>
                      <a:pt x="264" y="51"/>
                    </a:cubicBezTo>
                    <a:cubicBezTo>
                      <a:pt x="264" y="50"/>
                      <a:pt x="263" y="51"/>
                      <a:pt x="263" y="51"/>
                    </a:cubicBezTo>
                    <a:cubicBezTo>
                      <a:pt x="263" y="51"/>
                      <a:pt x="263" y="52"/>
                      <a:pt x="262" y="52"/>
                    </a:cubicBezTo>
                    <a:cubicBezTo>
                      <a:pt x="262" y="53"/>
                      <a:pt x="262" y="53"/>
                      <a:pt x="261" y="54"/>
                    </a:cubicBezTo>
                    <a:cubicBezTo>
                      <a:pt x="260" y="54"/>
                      <a:pt x="259" y="55"/>
                      <a:pt x="258" y="56"/>
                    </a:cubicBezTo>
                    <a:cubicBezTo>
                      <a:pt x="255" y="57"/>
                      <a:pt x="253" y="59"/>
                      <a:pt x="250" y="60"/>
                    </a:cubicBezTo>
                    <a:cubicBezTo>
                      <a:pt x="248" y="61"/>
                      <a:pt x="245" y="62"/>
                      <a:pt x="243" y="62"/>
                    </a:cubicBezTo>
                    <a:cubicBezTo>
                      <a:pt x="240" y="63"/>
                      <a:pt x="237" y="64"/>
                      <a:pt x="234" y="64"/>
                    </a:cubicBezTo>
                    <a:cubicBezTo>
                      <a:pt x="233" y="64"/>
                      <a:pt x="231" y="64"/>
                      <a:pt x="229" y="64"/>
                    </a:cubicBezTo>
                    <a:cubicBezTo>
                      <a:pt x="229" y="64"/>
                      <a:pt x="229" y="64"/>
                      <a:pt x="229" y="64"/>
                    </a:cubicBezTo>
                    <a:cubicBezTo>
                      <a:pt x="228" y="65"/>
                      <a:pt x="228" y="65"/>
                      <a:pt x="228" y="65"/>
                    </a:cubicBezTo>
                    <a:cubicBezTo>
                      <a:pt x="229" y="65"/>
                      <a:pt x="229" y="65"/>
                      <a:pt x="230" y="66"/>
                    </a:cubicBezTo>
                    <a:cubicBezTo>
                      <a:pt x="231" y="66"/>
                      <a:pt x="232" y="66"/>
                      <a:pt x="232" y="66"/>
                    </a:cubicBezTo>
                    <a:cubicBezTo>
                      <a:pt x="235" y="66"/>
                      <a:pt x="238" y="66"/>
                      <a:pt x="241" y="65"/>
                    </a:cubicBezTo>
                    <a:cubicBezTo>
                      <a:pt x="244" y="65"/>
                      <a:pt x="247" y="64"/>
                      <a:pt x="249" y="63"/>
                    </a:cubicBezTo>
                    <a:cubicBezTo>
                      <a:pt x="253" y="62"/>
                      <a:pt x="256" y="60"/>
                      <a:pt x="258" y="59"/>
                    </a:cubicBezTo>
                    <a:cubicBezTo>
                      <a:pt x="260" y="58"/>
                      <a:pt x="261" y="57"/>
                      <a:pt x="262" y="57"/>
                    </a:cubicBezTo>
                    <a:cubicBezTo>
                      <a:pt x="262" y="57"/>
                      <a:pt x="263" y="56"/>
                      <a:pt x="264" y="56"/>
                    </a:cubicBezTo>
                    <a:cubicBezTo>
                      <a:pt x="264" y="56"/>
                      <a:pt x="264" y="56"/>
                      <a:pt x="264" y="56"/>
                    </a:cubicBezTo>
                    <a:cubicBezTo>
                      <a:pt x="264" y="56"/>
                      <a:pt x="264" y="56"/>
                      <a:pt x="264" y="57"/>
                    </a:cubicBezTo>
                    <a:cubicBezTo>
                      <a:pt x="265" y="58"/>
                      <a:pt x="265" y="58"/>
                      <a:pt x="266" y="59"/>
                    </a:cubicBezTo>
                    <a:cubicBezTo>
                      <a:pt x="270" y="62"/>
                      <a:pt x="273" y="66"/>
                      <a:pt x="277" y="69"/>
                    </a:cubicBezTo>
                    <a:cubicBezTo>
                      <a:pt x="279" y="70"/>
                      <a:pt x="280" y="71"/>
                      <a:pt x="280" y="71"/>
                    </a:cubicBezTo>
                    <a:cubicBezTo>
                      <a:pt x="280" y="71"/>
                      <a:pt x="281" y="71"/>
                      <a:pt x="281" y="71"/>
                    </a:cubicBezTo>
                    <a:cubicBezTo>
                      <a:pt x="281" y="71"/>
                      <a:pt x="281" y="70"/>
                      <a:pt x="281" y="69"/>
                    </a:cubicBezTo>
                    <a:cubicBezTo>
                      <a:pt x="280" y="68"/>
                      <a:pt x="280" y="67"/>
                      <a:pt x="279" y="67"/>
                    </a:cubicBezTo>
                    <a:cubicBezTo>
                      <a:pt x="277" y="65"/>
                      <a:pt x="274" y="64"/>
                      <a:pt x="272" y="62"/>
                    </a:cubicBezTo>
                    <a:cubicBezTo>
                      <a:pt x="270" y="60"/>
                      <a:pt x="267" y="57"/>
                      <a:pt x="265" y="55"/>
                    </a:cubicBezTo>
                    <a:cubicBezTo>
                      <a:pt x="265" y="55"/>
                      <a:pt x="265" y="55"/>
                      <a:pt x="265" y="55"/>
                    </a:cubicBezTo>
                    <a:close/>
                    <a:moveTo>
                      <a:pt x="171" y="16"/>
                    </a:moveTo>
                    <a:cubicBezTo>
                      <a:pt x="171" y="16"/>
                      <a:pt x="172" y="16"/>
                      <a:pt x="172" y="16"/>
                    </a:cubicBezTo>
                    <a:cubicBezTo>
                      <a:pt x="173" y="16"/>
                      <a:pt x="175" y="16"/>
                      <a:pt x="178" y="17"/>
                    </a:cubicBezTo>
                    <a:cubicBezTo>
                      <a:pt x="178" y="17"/>
                      <a:pt x="178" y="17"/>
                      <a:pt x="178" y="18"/>
                    </a:cubicBezTo>
                    <a:cubicBezTo>
                      <a:pt x="178" y="19"/>
                      <a:pt x="179" y="19"/>
                      <a:pt x="180" y="19"/>
                    </a:cubicBezTo>
                    <a:cubicBezTo>
                      <a:pt x="181" y="18"/>
                      <a:pt x="181" y="18"/>
                      <a:pt x="181" y="17"/>
                    </a:cubicBezTo>
                    <a:cubicBezTo>
                      <a:pt x="182" y="15"/>
                      <a:pt x="183" y="13"/>
                      <a:pt x="183" y="11"/>
                    </a:cubicBezTo>
                    <a:cubicBezTo>
                      <a:pt x="184" y="10"/>
                      <a:pt x="185" y="9"/>
                      <a:pt x="186" y="8"/>
                    </a:cubicBezTo>
                    <a:cubicBezTo>
                      <a:pt x="186" y="7"/>
                      <a:pt x="187" y="7"/>
                      <a:pt x="186" y="6"/>
                    </a:cubicBezTo>
                    <a:cubicBezTo>
                      <a:pt x="186" y="5"/>
                      <a:pt x="185" y="4"/>
                      <a:pt x="184" y="4"/>
                    </a:cubicBezTo>
                    <a:cubicBezTo>
                      <a:pt x="184" y="3"/>
                      <a:pt x="183" y="3"/>
                      <a:pt x="183" y="3"/>
                    </a:cubicBezTo>
                    <a:cubicBezTo>
                      <a:pt x="180" y="3"/>
                      <a:pt x="178" y="3"/>
                      <a:pt x="175" y="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4" y="2"/>
                      <a:pt x="174" y="1"/>
                      <a:pt x="173" y="1"/>
                    </a:cubicBezTo>
                    <a:cubicBezTo>
                      <a:pt x="172" y="0"/>
                      <a:pt x="172" y="0"/>
                      <a:pt x="172" y="1"/>
                    </a:cubicBezTo>
                    <a:cubicBezTo>
                      <a:pt x="172" y="1"/>
                      <a:pt x="172" y="1"/>
                      <a:pt x="172" y="2"/>
                    </a:cubicBezTo>
                    <a:cubicBezTo>
                      <a:pt x="172" y="3"/>
                      <a:pt x="172" y="4"/>
                      <a:pt x="172" y="5"/>
                    </a:cubicBezTo>
                    <a:cubicBezTo>
                      <a:pt x="172" y="6"/>
                      <a:pt x="171" y="8"/>
                      <a:pt x="171" y="9"/>
                    </a:cubicBezTo>
                    <a:cubicBezTo>
                      <a:pt x="170" y="15"/>
                      <a:pt x="168" y="19"/>
                      <a:pt x="167" y="23"/>
                    </a:cubicBezTo>
                    <a:cubicBezTo>
                      <a:pt x="166" y="26"/>
                      <a:pt x="164" y="28"/>
                      <a:pt x="162" y="31"/>
                    </a:cubicBezTo>
                    <a:cubicBezTo>
                      <a:pt x="162" y="32"/>
                      <a:pt x="161" y="33"/>
                      <a:pt x="161" y="34"/>
                    </a:cubicBezTo>
                    <a:cubicBezTo>
                      <a:pt x="161" y="35"/>
                      <a:pt x="162" y="36"/>
                      <a:pt x="162" y="37"/>
                    </a:cubicBezTo>
                    <a:cubicBezTo>
                      <a:pt x="162" y="37"/>
                      <a:pt x="162" y="37"/>
                      <a:pt x="163" y="37"/>
                    </a:cubicBezTo>
                    <a:cubicBezTo>
                      <a:pt x="164" y="37"/>
                      <a:pt x="164" y="36"/>
                      <a:pt x="165" y="35"/>
                    </a:cubicBezTo>
                    <a:cubicBezTo>
                      <a:pt x="166" y="33"/>
                      <a:pt x="167" y="30"/>
                      <a:pt x="168" y="28"/>
                    </a:cubicBezTo>
                    <a:cubicBezTo>
                      <a:pt x="169" y="25"/>
                      <a:pt x="170" y="22"/>
                      <a:pt x="171" y="19"/>
                    </a:cubicBezTo>
                    <a:cubicBezTo>
                      <a:pt x="171" y="18"/>
                      <a:pt x="171" y="17"/>
                      <a:pt x="171" y="16"/>
                    </a:cubicBezTo>
                    <a:close/>
                    <a:moveTo>
                      <a:pt x="178" y="15"/>
                    </a:moveTo>
                    <a:cubicBezTo>
                      <a:pt x="177" y="15"/>
                      <a:pt x="176" y="14"/>
                      <a:pt x="175" y="14"/>
                    </a:cubicBezTo>
                    <a:cubicBezTo>
                      <a:pt x="174" y="14"/>
                      <a:pt x="173" y="14"/>
                      <a:pt x="172" y="14"/>
                    </a:cubicBezTo>
                    <a:cubicBezTo>
                      <a:pt x="172" y="13"/>
                      <a:pt x="173" y="12"/>
                      <a:pt x="173" y="11"/>
                    </a:cubicBezTo>
                    <a:cubicBezTo>
                      <a:pt x="175" y="11"/>
                      <a:pt x="176" y="11"/>
                      <a:pt x="178" y="11"/>
                    </a:cubicBezTo>
                    <a:cubicBezTo>
                      <a:pt x="178" y="11"/>
                      <a:pt x="179" y="11"/>
                      <a:pt x="178" y="11"/>
                    </a:cubicBezTo>
                    <a:cubicBezTo>
                      <a:pt x="178" y="10"/>
                      <a:pt x="178" y="10"/>
                      <a:pt x="177" y="9"/>
                    </a:cubicBezTo>
                    <a:cubicBezTo>
                      <a:pt x="176" y="9"/>
                      <a:pt x="175" y="9"/>
                      <a:pt x="174" y="9"/>
                    </a:cubicBezTo>
                    <a:cubicBezTo>
                      <a:pt x="174" y="9"/>
                      <a:pt x="174" y="9"/>
                      <a:pt x="174" y="9"/>
                    </a:cubicBezTo>
                    <a:cubicBezTo>
                      <a:pt x="174" y="7"/>
                      <a:pt x="175" y="5"/>
                      <a:pt x="175" y="5"/>
                    </a:cubicBezTo>
                    <a:cubicBezTo>
                      <a:pt x="175" y="5"/>
                      <a:pt x="176" y="5"/>
                      <a:pt x="176" y="5"/>
                    </a:cubicBezTo>
                    <a:cubicBezTo>
                      <a:pt x="177" y="5"/>
                      <a:pt x="178" y="5"/>
                      <a:pt x="179" y="5"/>
                    </a:cubicBezTo>
                    <a:cubicBezTo>
                      <a:pt x="181" y="5"/>
                      <a:pt x="181" y="5"/>
                      <a:pt x="182" y="5"/>
                    </a:cubicBezTo>
                    <a:cubicBezTo>
                      <a:pt x="182" y="6"/>
                      <a:pt x="182" y="6"/>
                      <a:pt x="182" y="7"/>
                    </a:cubicBezTo>
                    <a:cubicBezTo>
                      <a:pt x="181" y="10"/>
                      <a:pt x="180" y="13"/>
                      <a:pt x="179" y="15"/>
                    </a:cubicBezTo>
                    <a:cubicBezTo>
                      <a:pt x="179" y="16"/>
                      <a:pt x="179" y="16"/>
                      <a:pt x="178" y="16"/>
                    </a:cubicBezTo>
                    <a:cubicBezTo>
                      <a:pt x="178" y="16"/>
                      <a:pt x="178" y="15"/>
                      <a:pt x="178" y="15"/>
                    </a:cubicBezTo>
                    <a:close/>
                    <a:moveTo>
                      <a:pt x="191" y="19"/>
                    </a:moveTo>
                    <a:cubicBezTo>
                      <a:pt x="191" y="19"/>
                      <a:pt x="192" y="20"/>
                      <a:pt x="192" y="20"/>
                    </a:cubicBezTo>
                    <a:cubicBezTo>
                      <a:pt x="194" y="20"/>
                      <a:pt x="196" y="20"/>
                      <a:pt x="200" y="21"/>
                    </a:cubicBezTo>
                    <a:cubicBezTo>
                      <a:pt x="198" y="29"/>
                      <a:pt x="195" y="36"/>
                      <a:pt x="194" y="42"/>
                    </a:cubicBezTo>
                    <a:cubicBezTo>
                      <a:pt x="193" y="42"/>
                      <a:pt x="193" y="43"/>
                      <a:pt x="193" y="43"/>
                    </a:cubicBezTo>
                    <a:cubicBezTo>
                      <a:pt x="192" y="44"/>
                      <a:pt x="192" y="43"/>
                      <a:pt x="191" y="43"/>
                    </a:cubicBezTo>
                    <a:cubicBezTo>
                      <a:pt x="190" y="43"/>
                      <a:pt x="190" y="42"/>
                      <a:pt x="189" y="42"/>
                    </a:cubicBezTo>
                    <a:cubicBezTo>
                      <a:pt x="188" y="41"/>
                      <a:pt x="188" y="41"/>
                      <a:pt x="188" y="41"/>
                    </a:cubicBezTo>
                    <a:cubicBezTo>
                      <a:pt x="189" y="44"/>
                      <a:pt x="190" y="46"/>
                      <a:pt x="191" y="47"/>
                    </a:cubicBezTo>
                    <a:cubicBezTo>
                      <a:pt x="191" y="48"/>
                      <a:pt x="191" y="49"/>
                      <a:pt x="192" y="49"/>
                    </a:cubicBezTo>
                    <a:cubicBezTo>
                      <a:pt x="192" y="49"/>
                      <a:pt x="193" y="49"/>
                      <a:pt x="193" y="49"/>
                    </a:cubicBezTo>
                    <a:cubicBezTo>
                      <a:pt x="194" y="49"/>
                      <a:pt x="194" y="48"/>
                      <a:pt x="195" y="47"/>
                    </a:cubicBezTo>
                    <a:cubicBezTo>
                      <a:pt x="196" y="46"/>
                      <a:pt x="196" y="45"/>
                      <a:pt x="197" y="44"/>
                    </a:cubicBezTo>
                    <a:cubicBezTo>
                      <a:pt x="198" y="37"/>
                      <a:pt x="201" y="27"/>
                      <a:pt x="204" y="15"/>
                    </a:cubicBezTo>
                    <a:cubicBezTo>
                      <a:pt x="205" y="13"/>
                      <a:pt x="206" y="11"/>
                      <a:pt x="206" y="11"/>
                    </a:cubicBezTo>
                    <a:cubicBezTo>
                      <a:pt x="207" y="10"/>
                      <a:pt x="207" y="9"/>
                      <a:pt x="207" y="9"/>
                    </a:cubicBezTo>
                    <a:cubicBezTo>
                      <a:pt x="206" y="8"/>
                      <a:pt x="205" y="7"/>
                      <a:pt x="204" y="6"/>
                    </a:cubicBezTo>
                    <a:cubicBezTo>
                      <a:pt x="204" y="6"/>
                      <a:pt x="203" y="6"/>
                      <a:pt x="202" y="6"/>
                    </a:cubicBezTo>
                    <a:cubicBezTo>
                      <a:pt x="201" y="6"/>
                      <a:pt x="200" y="6"/>
                      <a:pt x="199" y="6"/>
                    </a:cubicBezTo>
                    <a:cubicBezTo>
                      <a:pt x="198" y="6"/>
                      <a:pt x="196" y="6"/>
                      <a:pt x="194" y="6"/>
                    </a:cubicBezTo>
                    <a:cubicBezTo>
                      <a:pt x="194" y="5"/>
                      <a:pt x="193" y="4"/>
                      <a:pt x="192" y="4"/>
                    </a:cubicBezTo>
                    <a:cubicBezTo>
                      <a:pt x="192" y="4"/>
                      <a:pt x="192" y="3"/>
                      <a:pt x="192" y="4"/>
                    </a:cubicBezTo>
                    <a:cubicBezTo>
                      <a:pt x="191" y="4"/>
                      <a:pt x="191" y="4"/>
                      <a:pt x="192" y="4"/>
                    </a:cubicBezTo>
                    <a:cubicBezTo>
                      <a:pt x="192" y="6"/>
                      <a:pt x="192" y="7"/>
                      <a:pt x="191" y="9"/>
                    </a:cubicBezTo>
                    <a:cubicBezTo>
                      <a:pt x="191" y="11"/>
                      <a:pt x="190" y="13"/>
                      <a:pt x="190" y="15"/>
                    </a:cubicBezTo>
                    <a:cubicBezTo>
                      <a:pt x="189" y="16"/>
                      <a:pt x="189" y="18"/>
                      <a:pt x="189" y="19"/>
                    </a:cubicBezTo>
                    <a:cubicBezTo>
                      <a:pt x="189" y="20"/>
                      <a:pt x="189" y="20"/>
                      <a:pt x="190" y="20"/>
                    </a:cubicBezTo>
                    <a:cubicBezTo>
                      <a:pt x="190" y="21"/>
                      <a:pt x="191" y="21"/>
                      <a:pt x="191" y="20"/>
                    </a:cubicBezTo>
                    <a:cubicBezTo>
                      <a:pt x="191" y="19"/>
                      <a:pt x="191" y="19"/>
                      <a:pt x="191" y="19"/>
                    </a:cubicBezTo>
                    <a:close/>
                    <a:moveTo>
                      <a:pt x="200" y="19"/>
                    </a:moveTo>
                    <a:cubicBezTo>
                      <a:pt x="199" y="18"/>
                      <a:pt x="198" y="18"/>
                      <a:pt x="197" y="18"/>
                    </a:cubicBezTo>
                    <a:cubicBezTo>
                      <a:pt x="195" y="18"/>
                      <a:pt x="193" y="18"/>
                      <a:pt x="192" y="18"/>
                    </a:cubicBezTo>
                    <a:cubicBezTo>
                      <a:pt x="192" y="17"/>
                      <a:pt x="192" y="17"/>
                      <a:pt x="192" y="16"/>
                    </a:cubicBezTo>
                    <a:cubicBezTo>
                      <a:pt x="192" y="15"/>
                      <a:pt x="192" y="14"/>
                      <a:pt x="193" y="13"/>
                    </a:cubicBezTo>
                    <a:cubicBezTo>
                      <a:pt x="193" y="13"/>
                      <a:pt x="193" y="13"/>
                      <a:pt x="193" y="14"/>
                    </a:cubicBezTo>
                    <a:cubicBezTo>
                      <a:pt x="195" y="14"/>
                      <a:pt x="197" y="14"/>
                      <a:pt x="198" y="14"/>
                    </a:cubicBezTo>
                    <a:cubicBezTo>
                      <a:pt x="199" y="14"/>
                      <a:pt x="200" y="14"/>
                      <a:pt x="199" y="14"/>
                    </a:cubicBezTo>
                    <a:cubicBezTo>
                      <a:pt x="199" y="13"/>
                      <a:pt x="199" y="13"/>
                      <a:pt x="198" y="12"/>
                    </a:cubicBezTo>
                    <a:cubicBezTo>
                      <a:pt x="197" y="12"/>
                      <a:pt x="196" y="12"/>
                      <a:pt x="195" y="12"/>
                    </a:cubicBezTo>
                    <a:cubicBezTo>
                      <a:pt x="194" y="12"/>
                      <a:pt x="194" y="12"/>
                      <a:pt x="193" y="12"/>
                    </a:cubicBezTo>
                    <a:cubicBezTo>
                      <a:pt x="194" y="10"/>
                      <a:pt x="194" y="9"/>
                      <a:pt x="195" y="8"/>
                    </a:cubicBezTo>
                    <a:cubicBezTo>
                      <a:pt x="195" y="8"/>
                      <a:pt x="195" y="8"/>
                      <a:pt x="195" y="8"/>
                    </a:cubicBezTo>
                    <a:cubicBezTo>
                      <a:pt x="197" y="8"/>
                      <a:pt x="199" y="8"/>
                      <a:pt x="201" y="8"/>
                    </a:cubicBezTo>
                    <a:cubicBezTo>
                      <a:pt x="202" y="8"/>
                      <a:pt x="202" y="8"/>
                      <a:pt x="202" y="9"/>
                    </a:cubicBezTo>
                    <a:cubicBezTo>
                      <a:pt x="202" y="10"/>
                      <a:pt x="202" y="11"/>
                      <a:pt x="202" y="12"/>
                    </a:cubicBezTo>
                    <a:cubicBezTo>
                      <a:pt x="201" y="15"/>
                      <a:pt x="201" y="17"/>
                      <a:pt x="200" y="20"/>
                    </a:cubicBezTo>
                    <a:cubicBezTo>
                      <a:pt x="200" y="19"/>
                      <a:pt x="200" y="19"/>
                      <a:pt x="200" y="19"/>
                    </a:cubicBezTo>
                    <a:close/>
                    <a:moveTo>
                      <a:pt x="90" y="28"/>
                    </a:moveTo>
                    <a:cubicBezTo>
                      <a:pt x="91" y="29"/>
                      <a:pt x="94" y="31"/>
                      <a:pt x="98" y="34"/>
                    </a:cubicBezTo>
                    <a:cubicBezTo>
                      <a:pt x="102" y="37"/>
                      <a:pt x="105" y="39"/>
                      <a:pt x="108" y="41"/>
                    </a:cubicBezTo>
                    <a:cubicBezTo>
                      <a:pt x="110" y="42"/>
                      <a:pt x="111" y="42"/>
                      <a:pt x="112" y="42"/>
                    </a:cubicBezTo>
                    <a:cubicBezTo>
                      <a:pt x="114" y="41"/>
                      <a:pt x="117" y="39"/>
                      <a:pt x="119" y="39"/>
                    </a:cubicBezTo>
                    <a:cubicBezTo>
                      <a:pt x="120" y="38"/>
                      <a:pt x="121" y="38"/>
                      <a:pt x="121" y="38"/>
                    </a:cubicBezTo>
                    <a:cubicBezTo>
                      <a:pt x="120" y="37"/>
                      <a:pt x="120" y="37"/>
                      <a:pt x="119" y="37"/>
                    </a:cubicBezTo>
                    <a:cubicBezTo>
                      <a:pt x="117" y="37"/>
                      <a:pt x="115" y="37"/>
                      <a:pt x="113" y="36"/>
                    </a:cubicBezTo>
                    <a:cubicBezTo>
                      <a:pt x="111" y="36"/>
                      <a:pt x="109" y="36"/>
                      <a:pt x="108" y="36"/>
                    </a:cubicBezTo>
                    <a:cubicBezTo>
                      <a:pt x="106" y="35"/>
                      <a:pt x="103" y="34"/>
                      <a:pt x="100" y="32"/>
                    </a:cubicBezTo>
                    <a:cubicBezTo>
                      <a:pt x="95" y="29"/>
                      <a:pt x="92" y="27"/>
                      <a:pt x="90" y="26"/>
                    </a:cubicBezTo>
                    <a:cubicBezTo>
                      <a:pt x="90" y="25"/>
                      <a:pt x="90" y="24"/>
                      <a:pt x="90" y="24"/>
                    </a:cubicBezTo>
                    <a:cubicBezTo>
                      <a:pt x="93" y="22"/>
                      <a:pt x="97" y="20"/>
                      <a:pt x="102" y="18"/>
                    </a:cubicBezTo>
                    <a:cubicBezTo>
                      <a:pt x="103" y="18"/>
                      <a:pt x="104" y="18"/>
                      <a:pt x="104" y="17"/>
                    </a:cubicBezTo>
                    <a:cubicBezTo>
                      <a:pt x="105" y="17"/>
                      <a:pt x="105" y="17"/>
                      <a:pt x="106" y="16"/>
                    </a:cubicBezTo>
                    <a:cubicBezTo>
                      <a:pt x="105" y="16"/>
                      <a:pt x="105" y="15"/>
                      <a:pt x="104" y="15"/>
                    </a:cubicBezTo>
                    <a:cubicBezTo>
                      <a:pt x="103" y="15"/>
                      <a:pt x="102" y="15"/>
                      <a:pt x="101" y="15"/>
                    </a:cubicBezTo>
                    <a:cubicBezTo>
                      <a:pt x="100" y="15"/>
                      <a:pt x="99" y="15"/>
                      <a:pt x="99" y="15"/>
                    </a:cubicBezTo>
                    <a:cubicBezTo>
                      <a:pt x="96" y="17"/>
                      <a:pt x="93" y="19"/>
                      <a:pt x="89" y="21"/>
                    </a:cubicBezTo>
                    <a:cubicBezTo>
                      <a:pt x="89" y="20"/>
                      <a:pt x="88" y="19"/>
                      <a:pt x="88" y="17"/>
                    </a:cubicBezTo>
                    <a:cubicBezTo>
                      <a:pt x="88" y="16"/>
                      <a:pt x="87" y="15"/>
                      <a:pt x="87" y="14"/>
                    </a:cubicBezTo>
                    <a:cubicBezTo>
                      <a:pt x="87" y="12"/>
                      <a:pt x="86" y="11"/>
                      <a:pt x="86" y="9"/>
                    </a:cubicBezTo>
                    <a:cubicBezTo>
                      <a:pt x="86" y="8"/>
                      <a:pt x="86" y="8"/>
                      <a:pt x="86" y="8"/>
                    </a:cubicBezTo>
                    <a:cubicBezTo>
                      <a:pt x="85" y="7"/>
                      <a:pt x="83" y="7"/>
                      <a:pt x="82" y="7"/>
                    </a:cubicBezTo>
                    <a:cubicBezTo>
                      <a:pt x="81" y="7"/>
                      <a:pt x="80" y="7"/>
                      <a:pt x="80" y="8"/>
                    </a:cubicBezTo>
                    <a:cubicBezTo>
                      <a:pt x="79" y="8"/>
                      <a:pt x="79" y="9"/>
                      <a:pt x="80" y="9"/>
                    </a:cubicBezTo>
                    <a:cubicBezTo>
                      <a:pt x="81" y="10"/>
                      <a:pt x="82" y="11"/>
                      <a:pt x="83" y="12"/>
                    </a:cubicBezTo>
                    <a:cubicBezTo>
                      <a:pt x="84" y="16"/>
                      <a:pt x="85" y="20"/>
                      <a:pt x="86" y="23"/>
                    </a:cubicBezTo>
                    <a:cubicBezTo>
                      <a:pt x="83" y="25"/>
                      <a:pt x="79" y="27"/>
                      <a:pt x="76" y="29"/>
                    </a:cubicBezTo>
                    <a:cubicBezTo>
                      <a:pt x="75" y="29"/>
                      <a:pt x="75" y="30"/>
                      <a:pt x="76" y="30"/>
                    </a:cubicBezTo>
                    <a:cubicBezTo>
                      <a:pt x="76" y="30"/>
                      <a:pt x="77" y="30"/>
                      <a:pt x="78" y="30"/>
                    </a:cubicBezTo>
                    <a:cubicBezTo>
                      <a:pt x="79" y="30"/>
                      <a:pt x="79" y="30"/>
                      <a:pt x="80" y="30"/>
                    </a:cubicBezTo>
                    <a:cubicBezTo>
                      <a:pt x="82" y="28"/>
                      <a:pt x="84" y="27"/>
                      <a:pt x="87" y="25"/>
                    </a:cubicBezTo>
                    <a:cubicBezTo>
                      <a:pt x="87" y="26"/>
                      <a:pt x="87" y="26"/>
                      <a:pt x="87" y="26"/>
                    </a:cubicBezTo>
                    <a:cubicBezTo>
                      <a:pt x="88" y="30"/>
                      <a:pt x="88" y="33"/>
                      <a:pt x="87" y="36"/>
                    </a:cubicBezTo>
                    <a:cubicBezTo>
                      <a:pt x="87" y="38"/>
                      <a:pt x="86" y="41"/>
                      <a:pt x="85" y="43"/>
                    </a:cubicBezTo>
                    <a:cubicBezTo>
                      <a:pt x="84" y="45"/>
                      <a:pt x="82" y="48"/>
                      <a:pt x="79" y="51"/>
                    </a:cubicBezTo>
                    <a:cubicBezTo>
                      <a:pt x="79" y="51"/>
                      <a:pt x="79" y="52"/>
                      <a:pt x="79" y="52"/>
                    </a:cubicBezTo>
                    <a:cubicBezTo>
                      <a:pt x="79" y="52"/>
                      <a:pt x="79" y="52"/>
                      <a:pt x="80" y="52"/>
                    </a:cubicBezTo>
                    <a:cubicBezTo>
                      <a:pt x="80" y="52"/>
                      <a:pt x="81" y="51"/>
                      <a:pt x="83" y="49"/>
                    </a:cubicBezTo>
                    <a:cubicBezTo>
                      <a:pt x="84" y="48"/>
                      <a:pt x="86" y="46"/>
                      <a:pt x="88" y="44"/>
                    </a:cubicBezTo>
                    <a:cubicBezTo>
                      <a:pt x="89" y="42"/>
                      <a:pt x="90" y="40"/>
                      <a:pt x="90" y="38"/>
                    </a:cubicBezTo>
                    <a:cubicBezTo>
                      <a:pt x="91" y="36"/>
                      <a:pt x="91" y="33"/>
                      <a:pt x="91" y="30"/>
                    </a:cubicBezTo>
                    <a:cubicBezTo>
                      <a:pt x="90" y="29"/>
                      <a:pt x="90" y="29"/>
                      <a:pt x="90" y="28"/>
                    </a:cubicBezTo>
                    <a:close/>
                    <a:moveTo>
                      <a:pt x="10" y="68"/>
                    </a:moveTo>
                    <a:cubicBezTo>
                      <a:pt x="11" y="68"/>
                      <a:pt x="12" y="67"/>
                      <a:pt x="12" y="67"/>
                    </a:cubicBezTo>
                    <a:cubicBezTo>
                      <a:pt x="13" y="67"/>
                      <a:pt x="13" y="66"/>
                      <a:pt x="13" y="66"/>
                    </a:cubicBezTo>
                    <a:cubicBezTo>
                      <a:pt x="13" y="66"/>
                      <a:pt x="13" y="66"/>
                      <a:pt x="13" y="66"/>
                    </a:cubicBezTo>
                    <a:cubicBezTo>
                      <a:pt x="13" y="65"/>
                      <a:pt x="13" y="65"/>
                      <a:pt x="12" y="65"/>
                    </a:cubicBezTo>
                    <a:cubicBezTo>
                      <a:pt x="11" y="65"/>
                      <a:pt x="11" y="65"/>
                      <a:pt x="10" y="65"/>
                    </a:cubicBezTo>
                    <a:cubicBezTo>
                      <a:pt x="10" y="65"/>
                      <a:pt x="10" y="66"/>
                      <a:pt x="10" y="66"/>
                    </a:cubicBezTo>
                    <a:cubicBezTo>
                      <a:pt x="10" y="65"/>
                      <a:pt x="10" y="65"/>
                      <a:pt x="9" y="64"/>
                    </a:cubicBezTo>
                    <a:cubicBezTo>
                      <a:pt x="9" y="63"/>
                      <a:pt x="9" y="63"/>
                      <a:pt x="9" y="62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8" y="62"/>
                      <a:pt x="8" y="62"/>
                      <a:pt x="7" y="62"/>
                    </a:cubicBezTo>
                    <a:cubicBezTo>
                      <a:pt x="6" y="62"/>
                      <a:pt x="6" y="62"/>
                      <a:pt x="6" y="62"/>
                    </a:cubicBezTo>
                    <a:cubicBezTo>
                      <a:pt x="5" y="63"/>
                      <a:pt x="5" y="63"/>
                      <a:pt x="6" y="63"/>
                    </a:cubicBezTo>
                    <a:cubicBezTo>
                      <a:pt x="6" y="63"/>
                      <a:pt x="7" y="64"/>
                      <a:pt x="7" y="64"/>
                    </a:cubicBezTo>
                    <a:cubicBezTo>
                      <a:pt x="7" y="65"/>
                      <a:pt x="8" y="66"/>
                      <a:pt x="8" y="67"/>
                    </a:cubicBezTo>
                    <a:cubicBezTo>
                      <a:pt x="8" y="67"/>
                      <a:pt x="8" y="67"/>
                      <a:pt x="8" y="67"/>
                    </a:cubicBezTo>
                    <a:cubicBezTo>
                      <a:pt x="7" y="68"/>
                      <a:pt x="6" y="69"/>
                      <a:pt x="5" y="70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5" y="70"/>
                      <a:pt x="6" y="70"/>
                      <a:pt x="6" y="70"/>
                    </a:cubicBezTo>
                    <a:cubicBezTo>
                      <a:pt x="7" y="70"/>
                      <a:pt x="8" y="69"/>
                      <a:pt x="9" y="69"/>
                    </a:cubicBezTo>
                    <a:cubicBezTo>
                      <a:pt x="9" y="69"/>
                      <a:pt x="9" y="70"/>
                      <a:pt x="9" y="71"/>
                    </a:cubicBezTo>
                    <a:cubicBezTo>
                      <a:pt x="9" y="72"/>
                      <a:pt x="9" y="72"/>
                      <a:pt x="9" y="72"/>
                    </a:cubicBezTo>
                    <a:cubicBezTo>
                      <a:pt x="10" y="72"/>
                      <a:pt x="10" y="72"/>
                      <a:pt x="10" y="72"/>
                    </a:cubicBezTo>
                    <a:cubicBezTo>
                      <a:pt x="10" y="72"/>
                      <a:pt x="10" y="71"/>
                      <a:pt x="10" y="70"/>
                    </a:cubicBezTo>
                    <a:cubicBezTo>
                      <a:pt x="10" y="70"/>
                      <a:pt x="10" y="69"/>
                      <a:pt x="10" y="68"/>
                    </a:cubicBezTo>
                    <a:close/>
                    <a:moveTo>
                      <a:pt x="17" y="72"/>
                    </a:moveTo>
                    <a:cubicBezTo>
                      <a:pt x="18" y="71"/>
                      <a:pt x="18" y="71"/>
                      <a:pt x="19" y="71"/>
                    </a:cubicBezTo>
                    <a:cubicBezTo>
                      <a:pt x="20" y="71"/>
                      <a:pt x="20" y="70"/>
                      <a:pt x="20" y="70"/>
                    </a:cubicBezTo>
                    <a:cubicBezTo>
                      <a:pt x="20" y="70"/>
                      <a:pt x="20" y="70"/>
                      <a:pt x="20" y="70"/>
                    </a:cubicBezTo>
                    <a:cubicBezTo>
                      <a:pt x="20" y="69"/>
                      <a:pt x="20" y="69"/>
                      <a:pt x="19" y="69"/>
                    </a:cubicBezTo>
                    <a:cubicBezTo>
                      <a:pt x="18" y="69"/>
                      <a:pt x="18" y="69"/>
                      <a:pt x="18" y="69"/>
                    </a:cubicBezTo>
                    <a:cubicBezTo>
                      <a:pt x="17" y="69"/>
                      <a:pt x="17" y="70"/>
                      <a:pt x="16" y="70"/>
                    </a:cubicBezTo>
                    <a:cubicBezTo>
                      <a:pt x="16" y="70"/>
                      <a:pt x="16" y="69"/>
                      <a:pt x="16" y="69"/>
                    </a:cubicBezTo>
                    <a:cubicBezTo>
                      <a:pt x="16" y="68"/>
                      <a:pt x="16" y="68"/>
                      <a:pt x="16" y="68"/>
                    </a:cubicBezTo>
                    <a:cubicBezTo>
                      <a:pt x="16" y="67"/>
                      <a:pt x="15" y="67"/>
                      <a:pt x="15" y="67"/>
                    </a:cubicBezTo>
                    <a:cubicBezTo>
                      <a:pt x="15" y="67"/>
                      <a:pt x="15" y="67"/>
                      <a:pt x="14" y="67"/>
                    </a:cubicBezTo>
                    <a:cubicBezTo>
                      <a:pt x="13" y="67"/>
                      <a:pt x="13" y="67"/>
                      <a:pt x="12" y="68"/>
                    </a:cubicBezTo>
                    <a:cubicBezTo>
                      <a:pt x="12" y="68"/>
                      <a:pt x="12" y="68"/>
                      <a:pt x="13" y="68"/>
                    </a:cubicBezTo>
                    <a:cubicBezTo>
                      <a:pt x="13" y="69"/>
                      <a:pt x="14" y="69"/>
                      <a:pt x="14" y="69"/>
                    </a:cubicBezTo>
                    <a:cubicBezTo>
                      <a:pt x="14" y="70"/>
                      <a:pt x="14" y="70"/>
                      <a:pt x="15" y="71"/>
                    </a:cubicBezTo>
                    <a:cubicBezTo>
                      <a:pt x="14" y="72"/>
                      <a:pt x="13" y="72"/>
                      <a:pt x="12" y="73"/>
                    </a:cubicBezTo>
                    <a:cubicBezTo>
                      <a:pt x="12" y="73"/>
                      <a:pt x="12" y="73"/>
                      <a:pt x="12" y="73"/>
                    </a:cubicBezTo>
                    <a:cubicBezTo>
                      <a:pt x="12" y="74"/>
                      <a:pt x="13" y="74"/>
                      <a:pt x="13" y="73"/>
                    </a:cubicBezTo>
                    <a:cubicBezTo>
                      <a:pt x="14" y="73"/>
                      <a:pt x="15" y="73"/>
                      <a:pt x="15" y="72"/>
                    </a:cubicBezTo>
                    <a:cubicBezTo>
                      <a:pt x="15" y="72"/>
                      <a:pt x="15" y="72"/>
                      <a:pt x="15" y="73"/>
                    </a:cubicBezTo>
                    <a:cubicBezTo>
                      <a:pt x="16" y="74"/>
                      <a:pt x="16" y="75"/>
                      <a:pt x="17" y="76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7" y="77"/>
                      <a:pt x="17" y="76"/>
                      <a:pt x="17" y="76"/>
                    </a:cubicBezTo>
                    <a:cubicBezTo>
                      <a:pt x="17" y="75"/>
                      <a:pt x="17" y="74"/>
                      <a:pt x="17" y="73"/>
                    </a:cubicBezTo>
                    <a:cubicBezTo>
                      <a:pt x="17" y="73"/>
                      <a:pt x="17" y="72"/>
                      <a:pt x="17" y="72"/>
                    </a:cubicBezTo>
                    <a:close/>
                    <a:moveTo>
                      <a:pt x="14" y="88"/>
                    </a:moveTo>
                    <a:cubicBezTo>
                      <a:pt x="16" y="88"/>
                      <a:pt x="16" y="87"/>
                      <a:pt x="17" y="86"/>
                    </a:cubicBezTo>
                    <a:cubicBezTo>
                      <a:pt x="18" y="83"/>
                      <a:pt x="18" y="81"/>
                      <a:pt x="20" y="78"/>
                    </a:cubicBezTo>
                    <a:cubicBezTo>
                      <a:pt x="21" y="75"/>
                      <a:pt x="23" y="71"/>
                      <a:pt x="25" y="66"/>
                    </a:cubicBezTo>
                    <a:cubicBezTo>
                      <a:pt x="26" y="64"/>
                      <a:pt x="27" y="62"/>
                      <a:pt x="28" y="61"/>
                    </a:cubicBezTo>
                    <a:cubicBezTo>
                      <a:pt x="28" y="61"/>
                      <a:pt x="29" y="61"/>
                      <a:pt x="29" y="61"/>
                    </a:cubicBezTo>
                    <a:cubicBezTo>
                      <a:pt x="29" y="61"/>
                      <a:pt x="29" y="61"/>
                      <a:pt x="29" y="62"/>
                    </a:cubicBezTo>
                    <a:cubicBezTo>
                      <a:pt x="30" y="63"/>
                      <a:pt x="31" y="63"/>
                      <a:pt x="31" y="64"/>
                    </a:cubicBezTo>
                    <a:cubicBezTo>
                      <a:pt x="31" y="65"/>
                      <a:pt x="32" y="65"/>
                      <a:pt x="32" y="65"/>
                    </a:cubicBezTo>
                    <a:cubicBezTo>
                      <a:pt x="32" y="65"/>
                      <a:pt x="32" y="64"/>
                      <a:pt x="32" y="64"/>
                    </a:cubicBezTo>
                    <a:cubicBezTo>
                      <a:pt x="32" y="61"/>
                      <a:pt x="33" y="59"/>
                      <a:pt x="33" y="58"/>
                    </a:cubicBezTo>
                    <a:cubicBezTo>
                      <a:pt x="34" y="57"/>
                      <a:pt x="34" y="56"/>
                      <a:pt x="33" y="56"/>
                    </a:cubicBezTo>
                    <a:cubicBezTo>
                      <a:pt x="33" y="56"/>
                      <a:pt x="31" y="56"/>
                      <a:pt x="28" y="57"/>
                    </a:cubicBezTo>
                    <a:cubicBezTo>
                      <a:pt x="28" y="58"/>
                      <a:pt x="27" y="58"/>
                      <a:pt x="27" y="59"/>
                    </a:cubicBezTo>
                    <a:cubicBezTo>
                      <a:pt x="26" y="60"/>
                      <a:pt x="25" y="62"/>
                      <a:pt x="25" y="63"/>
                    </a:cubicBezTo>
                    <a:cubicBezTo>
                      <a:pt x="21" y="59"/>
                      <a:pt x="18" y="56"/>
                      <a:pt x="17" y="54"/>
                    </a:cubicBezTo>
                    <a:cubicBezTo>
                      <a:pt x="17" y="53"/>
                      <a:pt x="17" y="53"/>
                      <a:pt x="16" y="53"/>
                    </a:cubicBezTo>
                    <a:cubicBezTo>
                      <a:pt x="16" y="53"/>
                      <a:pt x="14" y="53"/>
                      <a:pt x="13" y="54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1" y="57"/>
                      <a:pt x="10" y="59"/>
                      <a:pt x="10" y="61"/>
                    </a:cubicBezTo>
                    <a:cubicBezTo>
                      <a:pt x="9" y="61"/>
                      <a:pt x="9" y="62"/>
                      <a:pt x="10" y="62"/>
                    </a:cubicBezTo>
                    <a:cubicBezTo>
                      <a:pt x="10" y="62"/>
                      <a:pt x="11" y="61"/>
                      <a:pt x="11" y="61"/>
                    </a:cubicBezTo>
                    <a:cubicBezTo>
                      <a:pt x="12" y="61"/>
                      <a:pt x="12" y="60"/>
                      <a:pt x="12" y="59"/>
                    </a:cubicBezTo>
                    <a:cubicBezTo>
                      <a:pt x="13" y="59"/>
                      <a:pt x="13" y="58"/>
                      <a:pt x="13" y="57"/>
                    </a:cubicBezTo>
                    <a:cubicBezTo>
                      <a:pt x="13" y="57"/>
                      <a:pt x="13" y="57"/>
                      <a:pt x="13" y="57"/>
                    </a:cubicBezTo>
                    <a:cubicBezTo>
                      <a:pt x="14" y="57"/>
                      <a:pt x="14" y="57"/>
                      <a:pt x="15" y="57"/>
                    </a:cubicBezTo>
                    <a:cubicBezTo>
                      <a:pt x="15" y="58"/>
                      <a:pt x="16" y="58"/>
                      <a:pt x="17" y="59"/>
                    </a:cubicBezTo>
                    <a:cubicBezTo>
                      <a:pt x="16" y="59"/>
                      <a:pt x="16" y="59"/>
                      <a:pt x="16" y="60"/>
                    </a:cubicBezTo>
                    <a:cubicBezTo>
                      <a:pt x="15" y="60"/>
                      <a:pt x="15" y="61"/>
                      <a:pt x="14" y="62"/>
                    </a:cubicBezTo>
                    <a:cubicBezTo>
                      <a:pt x="14" y="63"/>
                      <a:pt x="14" y="63"/>
                      <a:pt x="14" y="64"/>
                    </a:cubicBezTo>
                    <a:cubicBezTo>
                      <a:pt x="13" y="65"/>
                      <a:pt x="14" y="65"/>
                      <a:pt x="14" y="65"/>
                    </a:cubicBezTo>
                    <a:cubicBezTo>
                      <a:pt x="15" y="64"/>
                      <a:pt x="15" y="64"/>
                      <a:pt x="15" y="64"/>
                    </a:cubicBezTo>
                    <a:cubicBezTo>
                      <a:pt x="16" y="62"/>
                      <a:pt x="17" y="61"/>
                      <a:pt x="17" y="60"/>
                    </a:cubicBezTo>
                    <a:cubicBezTo>
                      <a:pt x="18" y="60"/>
                      <a:pt x="19" y="61"/>
                      <a:pt x="20" y="62"/>
                    </a:cubicBezTo>
                    <a:cubicBezTo>
                      <a:pt x="19" y="62"/>
                      <a:pt x="19" y="62"/>
                      <a:pt x="19" y="63"/>
                    </a:cubicBezTo>
                    <a:cubicBezTo>
                      <a:pt x="18" y="63"/>
                      <a:pt x="18" y="64"/>
                      <a:pt x="18" y="65"/>
                    </a:cubicBezTo>
                    <a:cubicBezTo>
                      <a:pt x="18" y="66"/>
                      <a:pt x="17" y="67"/>
                      <a:pt x="17" y="67"/>
                    </a:cubicBezTo>
                    <a:cubicBezTo>
                      <a:pt x="17" y="68"/>
                      <a:pt x="17" y="68"/>
                      <a:pt x="18" y="68"/>
                    </a:cubicBezTo>
                    <a:cubicBezTo>
                      <a:pt x="18" y="68"/>
                      <a:pt x="18" y="67"/>
                      <a:pt x="19" y="67"/>
                    </a:cubicBezTo>
                    <a:cubicBezTo>
                      <a:pt x="19" y="65"/>
                      <a:pt x="20" y="64"/>
                      <a:pt x="21" y="63"/>
                    </a:cubicBezTo>
                    <a:cubicBezTo>
                      <a:pt x="21" y="64"/>
                      <a:pt x="22" y="65"/>
                      <a:pt x="23" y="66"/>
                    </a:cubicBezTo>
                    <a:cubicBezTo>
                      <a:pt x="23" y="67"/>
                      <a:pt x="23" y="67"/>
                      <a:pt x="22" y="68"/>
                    </a:cubicBezTo>
                    <a:cubicBezTo>
                      <a:pt x="21" y="71"/>
                      <a:pt x="19" y="76"/>
                      <a:pt x="16" y="81"/>
                    </a:cubicBezTo>
                    <a:cubicBezTo>
                      <a:pt x="16" y="81"/>
                      <a:pt x="16" y="82"/>
                      <a:pt x="16" y="82"/>
                    </a:cubicBezTo>
                    <a:cubicBezTo>
                      <a:pt x="15" y="81"/>
                      <a:pt x="13" y="81"/>
                      <a:pt x="12" y="80"/>
                    </a:cubicBezTo>
                    <a:cubicBezTo>
                      <a:pt x="12" y="80"/>
                      <a:pt x="12" y="80"/>
                      <a:pt x="12" y="80"/>
                    </a:cubicBezTo>
                    <a:cubicBezTo>
                      <a:pt x="13" y="79"/>
                      <a:pt x="13" y="77"/>
                      <a:pt x="14" y="76"/>
                    </a:cubicBezTo>
                    <a:cubicBezTo>
                      <a:pt x="14" y="75"/>
                      <a:pt x="14" y="75"/>
                      <a:pt x="13" y="75"/>
                    </a:cubicBezTo>
                    <a:cubicBezTo>
                      <a:pt x="13" y="75"/>
                      <a:pt x="12" y="76"/>
                      <a:pt x="12" y="76"/>
                    </a:cubicBezTo>
                    <a:cubicBezTo>
                      <a:pt x="11" y="77"/>
                      <a:pt x="11" y="78"/>
                      <a:pt x="11" y="79"/>
                    </a:cubicBezTo>
                    <a:cubicBezTo>
                      <a:pt x="11" y="79"/>
                      <a:pt x="11" y="79"/>
                      <a:pt x="11" y="80"/>
                    </a:cubicBezTo>
                    <a:cubicBezTo>
                      <a:pt x="10" y="79"/>
                      <a:pt x="10" y="79"/>
                      <a:pt x="9" y="79"/>
                    </a:cubicBezTo>
                    <a:cubicBezTo>
                      <a:pt x="9" y="79"/>
                      <a:pt x="8" y="79"/>
                      <a:pt x="8" y="79"/>
                    </a:cubicBezTo>
                    <a:cubicBezTo>
                      <a:pt x="8" y="77"/>
                      <a:pt x="9" y="75"/>
                      <a:pt x="9" y="74"/>
                    </a:cubicBezTo>
                    <a:cubicBezTo>
                      <a:pt x="10" y="73"/>
                      <a:pt x="10" y="73"/>
                      <a:pt x="9" y="73"/>
                    </a:cubicBezTo>
                    <a:cubicBezTo>
                      <a:pt x="9" y="73"/>
                      <a:pt x="8" y="73"/>
                      <a:pt x="8" y="74"/>
                    </a:cubicBezTo>
                    <a:cubicBezTo>
                      <a:pt x="7" y="75"/>
                      <a:pt x="7" y="75"/>
                      <a:pt x="7" y="77"/>
                    </a:cubicBezTo>
                    <a:cubicBezTo>
                      <a:pt x="7" y="77"/>
                      <a:pt x="7" y="78"/>
                      <a:pt x="7" y="78"/>
                    </a:cubicBezTo>
                    <a:cubicBezTo>
                      <a:pt x="6" y="78"/>
                      <a:pt x="6" y="78"/>
                      <a:pt x="5" y="77"/>
                    </a:cubicBezTo>
                    <a:cubicBezTo>
                      <a:pt x="5" y="77"/>
                      <a:pt x="5" y="77"/>
                      <a:pt x="5" y="77"/>
                    </a:cubicBezTo>
                    <a:cubicBezTo>
                      <a:pt x="5" y="76"/>
                      <a:pt x="4" y="76"/>
                      <a:pt x="4" y="75"/>
                    </a:cubicBezTo>
                    <a:cubicBezTo>
                      <a:pt x="4" y="75"/>
                      <a:pt x="4" y="74"/>
                      <a:pt x="4" y="73"/>
                    </a:cubicBezTo>
                    <a:cubicBezTo>
                      <a:pt x="4" y="73"/>
                      <a:pt x="4" y="72"/>
                      <a:pt x="4" y="71"/>
                    </a:cubicBezTo>
                    <a:cubicBezTo>
                      <a:pt x="4" y="71"/>
                      <a:pt x="4" y="70"/>
                      <a:pt x="4" y="70"/>
                    </a:cubicBezTo>
                    <a:cubicBezTo>
                      <a:pt x="3" y="70"/>
                      <a:pt x="2" y="71"/>
                      <a:pt x="2" y="71"/>
                    </a:cubicBezTo>
                    <a:cubicBezTo>
                      <a:pt x="1" y="72"/>
                      <a:pt x="1" y="72"/>
                      <a:pt x="1" y="72"/>
                    </a:cubicBezTo>
                    <a:cubicBezTo>
                      <a:pt x="0" y="73"/>
                      <a:pt x="1" y="73"/>
                      <a:pt x="1" y="73"/>
                    </a:cubicBezTo>
                    <a:cubicBezTo>
                      <a:pt x="1" y="73"/>
                      <a:pt x="2" y="73"/>
                      <a:pt x="2" y="74"/>
                    </a:cubicBezTo>
                    <a:cubicBezTo>
                      <a:pt x="2" y="75"/>
                      <a:pt x="3" y="75"/>
                      <a:pt x="3" y="76"/>
                    </a:cubicBezTo>
                    <a:cubicBezTo>
                      <a:pt x="3" y="76"/>
                      <a:pt x="3" y="77"/>
                      <a:pt x="4" y="77"/>
                    </a:cubicBezTo>
                    <a:cubicBezTo>
                      <a:pt x="3" y="78"/>
                      <a:pt x="2" y="78"/>
                      <a:pt x="2" y="79"/>
                    </a:cubicBezTo>
                    <a:cubicBezTo>
                      <a:pt x="1" y="79"/>
                      <a:pt x="1" y="80"/>
                      <a:pt x="1" y="80"/>
                    </a:cubicBezTo>
                    <a:cubicBezTo>
                      <a:pt x="1" y="80"/>
                      <a:pt x="2" y="81"/>
                      <a:pt x="2" y="80"/>
                    </a:cubicBezTo>
                    <a:cubicBezTo>
                      <a:pt x="3" y="80"/>
                      <a:pt x="5" y="80"/>
                      <a:pt x="6" y="81"/>
                    </a:cubicBezTo>
                    <a:cubicBezTo>
                      <a:pt x="7" y="81"/>
                      <a:pt x="11" y="82"/>
                      <a:pt x="15" y="84"/>
                    </a:cubicBezTo>
                    <a:cubicBezTo>
                      <a:pt x="15" y="85"/>
                      <a:pt x="14" y="86"/>
                      <a:pt x="13" y="88"/>
                    </a:cubicBezTo>
                    <a:cubicBezTo>
                      <a:pt x="13" y="88"/>
                      <a:pt x="13" y="88"/>
                      <a:pt x="13" y="88"/>
                    </a:cubicBezTo>
                    <a:cubicBezTo>
                      <a:pt x="13" y="88"/>
                      <a:pt x="13" y="88"/>
                      <a:pt x="13" y="88"/>
                    </a:cubicBezTo>
                    <a:cubicBezTo>
                      <a:pt x="12" y="88"/>
                      <a:pt x="12" y="88"/>
                      <a:pt x="11" y="88"/>
                    </a:cubicBezTo>
                    <a:cubicBezTo>
                      <a:pt x="10" y="88"/>
                      <a:pt x="10" y="89"/>
                      <a:pt x="11" y="89"/>
                    </a:cubicBezTo>
                    <a:cubicBezTo>
                      <a:pt x="11" y="89"/>
                      <a:pt x="12" y="89"/>
                      <a:pt x="12" y="89"/>
                    </a:cubicBezTo>
                    <a:cubicBezTo>
                      <a:pt x="12" y="90"/>
                      <a:pt x="13" y="90"/>
                      <a:pt x="13" y="91"/>
                    </a:cubicBezTo>
                    <a:cubicBezTo>
                      <a:pt x="13" y="92"/>
                      <a:pt x="14" y="93"/>
                      <a:pt x="14" y="94"/>
                    </a:cubicBezTo>
                    <a:cubicBezTo>
                      <a:pt x="14" y="95"/>
                      <a:pt x="15" y="95"/>
                      <a:pt x="15" y="95"/>
                    </a:cubicBezTo>
                    <a:cubicBezTo>
                      <a:pt x="16" y="96"/>
                      <a:pt x="17" y="96"/>
                      <a:pt x="18" y="96"/>
                    </a:cubicBezTo>
                    <a:cubicBezTo>
                      <a:pt x="19" y="96"/>
                      <a:pt x="19" y="95"/>
                      <a:pt x="19" y="94"/>
                    </a:cubicBezTo>
                    <a:cubicBezTo>
                      <a:pt x="18" y="93"/>
                      <a:pt x="18" y="92"/>
                      <a:pt x="17" y="91"/>
                    </a:cubicBezTo>
                    <a:cubicBezTo>
                      <a:pt x="16" y="90"/>
                      <a:pt x="15" y="89"/>
                      <a:pt x="14" y="88"/>
                    </a:cubicBezTo>
                    <a:close/>
                    <a:moveTo>
                      <a:pt x="34" y="79"/>
                    </a:moveTo>
                    <a:cubicBezTo>
                      <a:pt x="36" y="76"/>
                      <a:pt x="38" y="72"/>
                      <a:pt x="41" y="68"/>
                    </a:cubicBezTo>
                    <a:cubicBezTo>
                      <a:pt x="41" y="67"/>
                      <a:pt x="42" y="66"/>
                      <a:pt x="42" y="66"/>
                    </a:cubicBezTo>
                    <a:cubicBezTo>
                      <a:pt x="43" y="65"/>
                      <a:pt x="43" y="64"/>
                      <a:pt x="43" y="64"/>
                    </a:cubicBezTo>
                    <a:cubicBezTo>
                      <a:pt x="43" y="64"/>
                      <a:pt x="42" y="64"/>
                      <a:pt x="41" y="64"/>
                    </a:cubicBezTo>
                    <a:cubicBezTo>
                      <a:pt x="40" y="64"/>
                      <a:pt x="39" y="65"/>
                      <a:pt x="38" y="65"/>
                    </a:cubicBezTo>
                    <a:cubicBezTo>
                      <a:pt x="38" y="66"/>
                      <a:pt x="37" y="67"/>
                      <a:pt x="37" y="67"/>
                    </a:cubicBezTo>
                    <a:cubicBezTo>
                      <a:pt x="36" y="70"/>
                      <a:pt x="34" y="74"/>
                      <a:pt x="32" y="79"/>
                    </a:cubicBezTo>
                    <a:cubicBezTo>
                      <a:pt x="32" y="79"/>
                      <a:pt x="32" y="78"/>
                      <a:pt x="32" y="78"/>
                    </a:cubicBezTo>
                    <a:cubicBezTo>
                      <a:pt x="31" y="78"/>
                      <a:pt x="31" y="78"/>
                      <a:pt x="30" y="79"/>
                    </a:cubicBezTo>
                    <a:cubicBezTo>
                      <a:pt x="30" y="77"/>
                      <a:pt x="30" y="76"/>
                      <a:pt x="30" y="74"/>
                    </a:cubicBezTo>
                    <a:cubicBezTo>
                      <a:pt x="30" y="73"/>
                      <a:pt x="30" y="71"/>
                      <a:pt x="30" y="70"/>
                    </a:cubicBezTo>
                    <a:cubicBezTo>
                      <a:pt x="30" y="70"/>
                      <a:pt x="30" y="69"/>
                      <a:pt x="30" y="69"/>
                    </a:cubicBezTo>
                    <a:cubicBezTo>
                      <a:pt x="29" y="69"/>
                      <a:pt x="28" y="70"/>
                      <a:pt x="25" y="71"/>
                    </a:cubicBezTo>
                    <a:cubicBezTo>
                      <a:pt x="25" y="71"/>
                      <a:pt x="24" y="72"/>
                      <a:pt x="24" y="72"/>
                    </a:cubicBezTo>
                    <a:cubicBezTo>
                      <a:pt x="24" y="75"/>
                      <a:pt x="23" y="77"/>
                      <a:pt x="22" y="81"/>
                    </a:cubicBezTo>
                    <a:cubicBezTo>
                      <a:pt x="22" y="82"/>
                      <a:pt x="21" y="83"/>
                      <a:pt x="20" y="84"/>
                    </a:cubicBezTo>
                    <a:cubicBezTo>
                      <a:pt x="19" y="85"/>
                      <a:pt x="19" y="86"/>
                      <a:pt x="20" y="86"/>
                    </a:cubicBezTo>
                    <a:cubicBezTo>
                      <a:pt x="21" y="86"/>
                      <a:pt x="21" y="86"/>
                      <a:pt x="22" y="85"/>
                    </a:cubicBezTo>
                    <a:cubicBezTo>
                      <a:pt x="23" y="85"/>
                      <a:pt x="23" y="84"/>
                      <a:pt x="23" y="82"/>
                    </a:cubicBezTo>
                    <a:cubicBezTo>
                      <a:pt x="24" y="82"/>
                      <a:pt x="24" y="79"/>
                      <a:pt x="25" y="75"/>
                    </a:cubicBezTo>
                    <a:cubicBezTo>
                      <a:pt x="25" y="74"/>
                      <a:pt x="26" y="74"/>
                      <a:pt x="26" y="74"/>
                    </a:cubicBezTo>
                    <a:cubicBezTo>
                      <a:pt x="27" y="74"/>
                      <a:pt x="27" y="74"/>
                      <a:pt x="27" y="74"/>
                    </a:cubicBezTo>
                    <a:cubicBezTo>
                      <a:pt x="28" y="76"/>
                      <a:pt x="29" y="77"/>
                      <a:pt x="29" y="79"/>
                    </a:cubicBezTo>
                    <a:cubicBezTo>
                      <a:pt x="29" y="79"/>
                      <a:pt x="29" y="79"/>
                      <a:pt x="28" y="80"/>
                    </a:cubicBezTo>
                    <a:cubicBezTo>
                      <a:pt x="28" y="80"/>
                      <a:pt x="27" y="81"/>
                      <a:pt x="27" y="81"/>
                    </a:cubicBezTo>
                    <a:cubicBezTo>
                      <a:pt x="27" y="82"/>
                      <a:pt x="28" y="82"/>
                      <a:pt x="28" y="82"/>
                    </a:cubicBezTo>
                    <a:cubicBezTo>
                      <a:pt x="29" y="81"/>
                      <a:pt x="30" y="81"/>
                      <a:pt x="31" y="81"/>
                    </a:cubicBezTo>
                    <a:cubicBezTo>
                      <a:pt x="29" y="86"/>
                      <a:pt x="26" y="92"/>
                      <a:pt x="24" y="97"/>
                    </a:cubicBezTo>
                    <a:cubicBezTo>
                      <a:pt x="23" y="98"/>
                      <a:pt x="23" y="98"/>
                      <a:pt x="24" y="98"/>
                    </a:cubicBezTo>
                    <a:cubicBezTo>
                      <a:pt x="25" y="98"/>
                      <a:pt x="26" y="98"/>
                      <a:pt x="26" y="97"/>
                    </a:cubicBezTo>
                    <a:cubicBezTo>
                      <a:pt x="27" y="97"/>
                      <a:pt x="27" y="96"/>
                      <a:pt x="27" y="95"/>
                    </a:cubicBezTo>
                    <a:cubicBezTo>
                      <a:pt x="28" y="92"/>
                      <a:pt x="30" y="88"/>
                      <a:pt x="32" y="84"/>
                    </a:cubicBezTo>
                    <a:cubicBezTo>
                      <a:pt x="32" y="83"/>
                      <a:pt x="33" y="83"/>
                      <a:pt x="33" y="82"/>
                    </a:cubicBezTo>
                    <a:cubicBezTo>
                      <a:pt x="35" y="82"/>
                      <a:pt x="36" y="83"/>
                      <a:pt x="37" y="84"/>
                    </a:cubicBezTo>
                    <a:cubicBezTo>
                      <a:pt x="38" y="85"/>
                      <a:pt x="39" y="86"/>
                      <a:pt x="40" y="87"/>
                    </a:cubicBezTo>
                    <a:cubicBezTo>
                      <a:pt x="40" y="87"/>
                      <a:pt x="40" y="88"/>
                      <a:pt x="40" y="89"/>
                    </a:cubicBezTo>
                    <a:cubicBezTo>
                      <a:pt x="39" y="90"/>
                      <a:pt x="38" y="91"/>
                      <a:pt x="37" y="92"/>
                    </a:cubicBezTo>
                    <a:cubicBezTo>
                      <a:pt x="37" y="92"/>
                      <a:pt x="37" y="92"/>
                      <a:pt x="38" y="92"/>
                    </a:cubicBezTo>
                    <a:cubicBezTo>
                      <a:pt x="38" y="92"/>
                      <a:pt x="38" y="92"/>
                      <a:pt x="39" y="92"/>
                    </a:cubicBezTo>
                    <a:cubicBezTo>
                      <a:pt x="41" y="91"/>
                      <a:pt x="42" y="91"/>
                      <a:pt x="43" y="91"/>
                    </a:cubicBezTo>
                    <a:cubicBezTo>
                      <a:pt x="44" y="91"/>
                      <a:pt x="45" y="91"/>
                      <a:pt x="45" y="90"/>
                    </a:cubicBezTo>
                    <a:cubicBezTo>
                      <a:pt x="45" y="90"/>
                      <a:pt x="45" y="89"/>
                      <a:pt x="45" y="87"/>
                    </a:cubicBezTo>
                    <a:cubicBezTo>
                      <a:pt x="44" y="86"/>
                      <a:pt x="44" y="85"/>
                      <a:pt x="43" y="84"/>
                    </a:cubicBezTo>
                    <a:cubicBezTo>
                      <a:pt x="41" y="83"/>
                      <a:pt x="40" y="82"/>
                      <a:pt x="37" y="80"/>
                    </a:cubicBezTo>
                    <a:cubicBezTo>
                      <a:pt x="36" y="80"/>
                      <a:pt x="35" y="79"/>
                      <a:pt x="34" y="79"/>
                    </a:cubicBezTo>
                    <a:close/>
                    <a:moveTo>
                      <a:pt x="252" y="73"/>
                    </a:moveTo>
                    <a:cubicBezTo>
                      <a:pt x="252" y="73"/>
                      <a:pt x="252" y="74"/>
                      <a:pt x="252" y="74"/>
                    </a:cubicBezTo>
                    <a:cubicBezTo>
                      <a:pt x="255" y="77"/>
                      <a:pt x="257" y="79"/>
                      <a:pt x="259" y="81"/>
                    </a:cubicBezTo>
                    <a:cubicBezTo>
                      <a:pt x="259" y="82"/>
                      <a:pt x="258" y="82"/>
                      <a:pt x="259" y="82"/>
                    </a:cubicBezTo>
                    <a:cubicBezTo>
                      <a:pt x="259" y="83"/>
                      <a:pt x="260" y="83"/>
                      <a:pt x="261" y="83"/>
                    </a:cubicBezTo>
                    <a:cubicBezTo>
                      <a:pt x="261" y="83"/>
                      <a:pt x="262" y="82"/>
                      <a:pt x="262" y="82"/>
                    </a:cubicBezTo>
                    <a:cubicBezTo>
                      <a:pt x="262" y="82"/>
                      <a:pt x="262" y="82"/>
                      <a:pt x="262" y="82"/>
                    </a:cubicBezTo>
                    <a:cubicBezTo>
                      <a:pt x="264" y="81"/>
                      <a:pt x="265" y="79"/>
                      <a:pt x="268" y="78"/>
                    </a:cubicBezTo>
                    <a:cubicBezTo>
                      <a:pt x="268" y="77"/>
                      <a:pt x="269" y="77"/>
                      <a:pt x="270" y="77"/>
                    </a:cubicBezTo>
                    <a:cubicBezTo>
                      <a:pt x="270" y="77"/>
                      <a:pt x="271" y="77"/>
                      <a:pt x="271" y="76"/>
                    </a:cubicBezTo>
                    <a:cubicBezTo>
                      <a:pt x="271" y="75"/>
                      <a:pt x="271" y="74"/>
                      <a:pt x="270" y="72"/>
                    </a:cubicBezTo>
                    <a:cubicBezTo>
                      <a:pt x="270" y="72"/>
                      <a:pt x="270" y="71"/>
                      <a:pt x="269" y="71"/>
                    </a:cubicBezTo>
                    <a:cubicBezTo>
                      <a:pt x="268" y="70"/>
                      <a:pt x="266" y="69"/>
                      <a:pt x="265" y="68"/>
                    </a:cubicBezTo>
                    <a:cubicBezTo>
                      <a:pt x="264" y="68"/>
                      <a:pt x="264" y="67"/>
                      <a:pt x="263" y="67"/>
                    </a:cubicBezTo>
                    <a:cubicBezTo>
                      <a:pt x="263" y="67"/>
                      <a:pt x="263" y="67"/>
                      <a:pt x="263" y="67"/>
                    </a:cubicBezTo>
                    <a:cubicBezTo>
                      <a:pt x="264" y="67"/>
                      <a:pt x="265" y="67"/>
                      <a:pt x="265" y="67"/>
                    </a:cubicBezTo>
                    <a:cubicBezTo>
                      <a:pt x="266" y="67"/>
                      <a:pt x="266" y="67"/>
                      <a:pt x="266" y="67"/>
                    </a:cubicBezTo>
                    <a:cubicBezTo>
                      <a:pt x="267" y="67"/>
                      <a:pt x="267" y="67"/>
                      <a:pt x="267" y="67"/>
                    </a:cubicBezTo>
                    <a:cubicBezTo>
                      <a:pt x="267" y="67"/>
                      <a:pt x="268" y="67"/>
                      <a:pt x="268" y="66"/>
                    </a:cubicBezTo>
                    <a:cubicBezTo>
                      <a:pt x="269" y="67"/>
                      <a:pt x="270" y="68"/>
                      <a:pt x="271" y="69"/>
                    </a:cubicBezTo>
                    <a:cubicBezTo>
                      <a:pt x="272" y="71"/>
                      <a:pt x="274" y="72"/>
                      <a:pt x="275" y="73"/>
                    </a:cubicBezTo>
                    <a:cubicBezTo>
                      <a:pt x="275" y="74"/>
                      <a:pt x="275" y="74"/>
                      <a:pt x="276" y="74"/>
                    </a:cubicBezTo>
                    <a:cubicBezTo>
                      <a:pt x="276" y="74"/>
                      <a:pt x="276" y="73"/>
                      <a:pt x="276" y="72"/>
                    </a:cubicBezTo>
                    <a:cubicBezTo>
                      <a:pt x="276" y="72"/>
                      <a:pt x="276" y="72"/>
                      <a:pt x="276" y="71"/>
                    </a:cubicBezTo>
                    <a:cubicBezTo>
                      <a:pt x="276" y="71"/>
                      <a:pt x="275" y="70"/>
                      <a:pt x="275" y="70"/>
                    </a:cubicBezTo>
                    <a:cubicBezTo>
                      <a:pt x="273" y="69"/>
                      <a:pt x="272" y="67"/>
                      <a:pt x="270" y="66"/>
                    </a:cubicBezTo>
                    <a:cubicBezTo>
                      <a:pt x="269" y="65"/>
                      <a:pt x="267" y="63"/>
                      <a:pt x="266" y="62"/>
                    </a:cubicBezTo>
                    <a:cubicBezTo>
                      <a:pt x="265" y="61"/>
                      <a:pt x="264" y="60"/>
                      <a:pt x="263" y="59"/>
                    </a:cubicBezTo>
                    <a:cubicBezTo>
                      <a:pt x="262" y="58"/>
                      <a:pt x="262" y="58"/>
                      <a:pt x="262" y="59"/>
                    </a:cubicBezTo>
                    <a:cubicBezTo>
                      <a:pt x="262" y="60"/>
                      <a:pt x="262" y="60"/>
                      <a:pt x="262" y="61"/>
                    </a:cubicBezTo>
                    <a:cubicBezTo>
                      <a:pt x="262" y="61"/>
                      <a:pt x="262" y="62"/>
                      <a:pt x="263" y="62"/>
                    </a:cubicBezTo>
                    <a:cubicBezTo>
                      <a:pt x="264" y="63"/>
                      <a:pt x="265" y="64"/>
                      <a:pt x="266" y="65"/>
                    </a:cubicBezTo>
                    <a:cubicBezTo>
                      <a:pt x="265" y="65"/>
                      <a:pt x="264" y="65"/>
                      <a:pt x="263" y="65"/>
                    </a:cubicBezTo>
                    <a:cubicBezTo>
                      <a:pt x="262" y="65"/>
                      <a:pt x="262" y="66"/>
                      <a:pt x="262" y="66"/>
                    </a:cubicBezTo>
                    <a:cubicBezTo>
                      <a:pt x="262" y="65"/>
                      <a:pt x="262" y="65"/>
                      <a:pt x="262" y="65"/>
                    </a:cubicBezTo>
                    <a:cubicBezTo>
                      <a:pt x="261" y="65"/>
                      <a:pt x="261" y="64"/>
                      <a:pt x="261" y="63"/>
                    </a:cubicBezTo>
                    <a:cubicBezTo>
                      <a:pt x="261" y="63"/>
                      <a:pt x="261" y="63"/>
                      <a:pt x="261" y="63"/>
                    </a:cubicBezTo>
                    <a:cubicBezTo>
                      <a:pt x="260" y="63"/>
                      <a:pt x="260" y="63"/>
                      <a:pt x="260" y="64"/>
                    </a:cubicBezTo>
                    <a:cubicBezTo>
                      <a:pt x="260" y="64"/>
                      <a:pt x="260" y="64"/>
                      <a:pt x="260" y="65"/>
                    </a:cubicBezTo>
                    <a:cubicBezTo>
                      <a:pt x="259" y="65"/>
                      <a:pt x="259" y="65"/>
                      <a:pt x="259" y="66"/>
                    </a:cubicBezTo>
                    <a:cubicBezTo>
                      <a:pt x="257" y="67"/>
                      <a:pt x="256" y="68"/>
                      <a:pt x="255" y="68"/>
                    </a:cubicBezTo>
                    <a:cubicBezTo>
                      <a:pt x="254" y="69"/>
                      <a:pt x="254" y="69"/>
                      <a:pt x="253" y="70"/>
                    </a:cubicBezTo>
                    <a:cubicBezTo>
                      <a:pt x="252" y="70"/>
                      <a:pt x="251" y="70"/>
                      <a:pt x="251" y="71"/>
                    </a:cubicBezTo>
                    <a:cubicBezTo>
                      <a:pt x="251" y="72"/>
                      <a:pt x="250" y="72"/>
                      <a:pt x="250" y="73"/>
                    </a:cubicBezTo>
                    <a:cubicBezTo>
                      <a:pt x="250" y="73"/>
                      <a:pt x="250" y="73"/>
                      <a:pt x="251" y="73"/>
                    </a:cubicBezTo>
                    <a:cubicBezTo>
                      <a:pt x="251" y="73"/>
                      <a:pt x="251" y="73"/>
                      <a:pt x="252" y="73"/>
                    </a:cubicBezTo>
                    <a:close/>
                    <a:moveTo>
                      <a:pt x="260" y="79"/>
                    </a:moveTo>
                    <a:cubicBezTo>
                      <a:pt x="260" y="79"/>
                      <a:pt x="259" y="78"/>
                      <a:pt x="258" y="77"/>
                    </a:cubicBezTo>
                    <a:cubicBezTo>
                      <a:pt x="256" y="75"/>
                      <a:pt x="254" y="74"/>
                      <a:pt x="253" y="72"/>
                    </a:cubicBezTo>
                    <a:cubicBezTo>
                      <a:pt x="253" y="72"/>
                      <a:pt x="254" y="72"/>
                      <a:pt x="255" y="71"/>
                    </a:cubicBezTo>
                    <a:cubicBezTo>
                      <a:pt x="255" y="71"/>
                      <a:pt x="255" y="71"/>
                      <a:pt x="255" y="71"/>
                    </a:cubicBezTo>
                    <a:cubicBezTo>
                      <a:pt x="255" y="71"/>
                      <a:pt x="255" y="72"/>
                      <a:pt x="256" y="72"/>
                    </a:cubicBezTo>
                    <a:cubicBezTo>
                      <a:pt x="258" y="74"/>
                      <a:pt x="259" y="75"/>
                      <a:pt x="261" y="76"/>
                    </a:cubicBezTo>
                    <a:cubicBezTo>
                      <a:pt x="261" y="77"/>
                      <a:pt x="261" y="77"/>
                      <a:pt x="262" y="76"/>
                    </a:cubicBezTo>
                    <a:cubicBezTo>
                      <a:pt x="262" y="76"/>
                      <a:pt x="262" y="75"/>
                      <a:pt x="261" y="75"/>
                    </a:cubicBezTo>
                    <a:cubicBezTo>
                      <a:pt x="261" y="74"/>
                      <a:pt x="260" y="74"/>
                      <a:pt x="259" y="73"/>
                    </a:cubicBezTo>
                    <a:cubicBezTo>
                      <a:pt x="258" y="72"/>
                      <a:pt x="257" y="71"/>
                      <a:pt x="256" y="70"/>
                    </a:cubicBezTo>
                    <a:cubicBezTo>
                      <a:pt x="256" y="70"/>
                      <a:pt x="257" y="70"/>
                      <a:pt x="257" y="69"/>
                    </a:cubicBezTo>
                    <a:cubicBezTo>
                      <a:pt x="257" y="69"/>
                      <a:pt x="258" y="69"/>
                      <a:pt x="258" y="69"/>
                    </a:cubicBezTo>
                    <a:cubicBezTo>
                      <a:pt x="258" y="69"/>
                      <a:pt x="258" y="69"/>
                      <a:pt x="259" y="70"/>
                    </a:cubicBezTo>
                    <a:cubicBezTo>
                      <a:pt x="260" y="71"/>
                      <a:pt x="262" y="73"/>
                      <a:pt x="263" y="74"/>
                    </a:cubicBezTo>
                    <a:cubicBezTo>
                      <a:pt x="264" y="74"/>
                      <a:pt x="264" y="74"/>
                      <a:pt x="264" y="74"/>
                    </a:cubicBezTo>
                    <a:cubicBezTo>
                      <a:pt x="264" y="73"/>
                      <a:pt x="264" y="73"/>
                      <a:pt x="264" y="72"/>
                    </a:cubicBezTo>
                    <a:cubicBezTo>
                      <a:pt x="264" y="72"/>
                      <a:pt x="263" y="71"/>
                      <a:pt x="262" y="70"/>
                    </a:cubicBezTo>
                    <a:cubicBezTo>
                      <a:pt x="261" y="69"/>
                      <a:pt x="260" y="69"/>
                      <a:pt x="259" y="68"/>
                    </a:cubicBezTo>
                    <a:cubicBezTo>
                      <a:pt x="260" y="67"/>
                      <a:pt x="260" y="67"/>
                      <a:pt x="261" y="67"/>
                    </a:cubicBezTo>
                    <a:cubicBezTo>
                      <a:pt x="261" y="67"/>
                      <a:pt x="261" y="67"/>
                      <a:pt x="261" y="67"/>
                    </a:cubicBezTo>
                    <a:cubicBezTo>
                      <a:pt x="263" y="68"/>
                      <a:pt x="264" y="69"/>
                      <a:pt x="265" y="70"/>
                    </a:cubicBezTo>
                    <a:cubicBezTo>
                      <a:pt x="267" y="72"/>
                      <a:pt x="268" y="73"/>
                      <a:pt x="268" y="73"/>
                    </a:cubicBezTo>
                    <a:cubicBezTo>
                      <a:pt x="268" y="73"/>
                      <a:pt x="268" y="73"/>
                      <a:pt x="268" y="73"/>
                    </a:cubicBezTo>
                    <a:cubicBezTo>
                      <a:pt x="268" y="74"/>
                      <a:pt x="267" y="75"/>
                      <a:pt x="266" y="75"/>
                    </a:cubicBezTo>
                    <a:cubicBezTo>
                      <a:pt x="263" y="78"/>
                      <a:pt x="261" y="79"/>
                      <a:pt x="260" y="80"/>
                    </a:cubicBezTo>
                    <a:cubicBezTo>
                      <a:pt x="260" y="80"/>
                      <a:pt x="260" y="80"/>
                      <a:pt x="260" y="80"/>
                    </a:cubicBezTo>
                    <a:cubicBezTo>
                      <a:pt x="260" y="80"/>
                      <a:pt x="260" y="80"/>
                      <a:pt x="260" y="79"/>
                    </a:cubicBezTo>
                    <a:close/>
                    <a:moveTo>
                      <a:pt x="245" y="84"/>
                    </a:moveTo>
                    <a:cubicBezTo>
                      <a:pt x="244" y="84"/>
                      <a:pt x="242" y="84"/>
                      <a:pt x="241" y="83"/>
                    </a:cubicBezTo>
                    <a:cubicBezTo>
                      <a:pt x="239" y="82"/>
                      <a:pt x="236" y="80"/>
                      <a:pt x="234" y="78"/>
                    </a:cubicBezTo>
                    <a:cubicBezTo>
                      <a:pt x="234" y="78"/>
                      <a:pt x="234" y="78"/>
                      <a:pt x="233" y="79"/>
                    </a:cubicBezTo>
                    <a:cubicBezTo>
                      <a:pt x="234" y="79"/>
                      <a:pt x="234" y="80"/>
                      <a:pt x="235" y="81"/>
                    </a:cubicBezTo>
                    <a:cubicBezTo>
                      <a:pt x="236" y="82"/>
                      <a:pt x="238" y="84"/>
                      <a:pt x="240" y="85"/>
                    </a:cubicBezTo>
                    <a:cubicBezTo>
                      <a:pt x="242" y="86"/>
                      <a:pt x="244" y="86"/>
                      <a:pt x="245" y="87"/>
                    </a:cubicBezTo>
                    <a:cubicBezTo>
                      <a:pt x="245" y="90"/>
                      <a:pt x="245" y="93"/>
                      <a:pt x="245" y="96"/>
                    </a:cubicBezTo>
                    <a:cubicBezTo>
                      <a:pt x="245" y="97"/>
                      <a:pt x="246" y="98"/>
                      <a:pt x="247" y="99"/>
                    </a:cubicBezTo>
                    <a:cubicBezTo>
                      <a:pt x="248" y="101"/>
                      <a:pt x="250" y="102"/>
                      <a:pt x="252" y="104"/>
                    </a:cubicBezTo>
                    <a:cubicBezTo>
                      <a:pt x="253" y="104"/>
                      <a:pt x="253" y="104"/>
                      <a:pt x="253" y="104"/>
                    </a:cubicBezTo>
                    <a:cubicBezTo>
                      <a:pt x="253" y="104"/>
                      <a:pt x="253" y="104"/>
                      <a:pt x="253" y="103"/>
                    </a:cubicBezTo>
                    <a:cubicBezTo>
                      <a:pt x="252" y="101"/>
                      <a:pt x="251" y="99"/>
                      <a:pt x="250" y="97"/>
                    </a:cubicBezTo>
                    <a:cubicBezTo>
                      <a:pt x="249" y="95"/>
                      <a:pt x="249" y="92"/>
                      <a:pt x="248" y="90"/>
                    </a:cubicBezTo>
                    <a:cubicBezTo>
                      <a:pt x="248" y="89"/>
                      <a:pt x="248" y="88"/>
                      <a:pt x="248" y="87"/>
                    </a:cubicBezTo>
                    <a:cubicBezTo>
                      <a:pt x="249" y="87"/>
                      <a:pt x="251" y="86"/>
                      <a:pt x="253" y="86"/>
                    </a:cubicBezTo>
                    <a:cubicBezTo>
                      <a:pt x="254" y="86"/>
                      <a:pt x="255" y="86"/>
                      <a:pt x="256" y="86"/>
                    </a:cubicBezTo>
                    <a:cubicBezTo>
                      <a:pt x="257" y="86"/>
                      <a:pt x="257" y="86"/>
                      <a:pt x="257" y="86"/>
                    </a:cubicBezTo>
                    <a:cubicBezTo>
                      <a:pt x="257" y="85"/>
                      <a:pt x="257" y="84"/>
                      <a:pt x="257" y="83"/>
                    </a:cubicBezTo>
                    <a:cubicBezTo>
                      <a:pt x="257" y="83"/>
                      <a:pt x="256" y="82"/>
                      <a:pt x="256" y="81"/>
                    </a:cubicBezTo>
                    <a:cubicBezTo>
                      <a:pt x="255" y="81"/>
                      <a:pt x="254" y="80"/>
                      <a:pt x="253" y="80"/>
                    </a:cubicBezTo>
                    <a:cubicBezTo>
                      <a:pt x="252" y="79"/>
                      <a:pt x="252" y="78"/>
                      <a:pt x="251" y="78"/>
                    </a:cubicBezTo>
                    <a:cubicBezTo>
                      <a:pt x="251" y="77"/>
                      <a:pt x="251" y="77"/>
                      <a:pt x="251" y="77"/>
                    </a:cubicBezTo>
                    <a:cubicBezTo>
                      <a:pt x="251" y="76"/>
                      <a:pt x="251" y="76"/>
                      <a:pt x="251" y="75"/>
                    </a:cubicBezTo>
                    <a:cubicBezTo>
                      <a:pt x="251" y="75"/>
                      <a:pt x="251" y="74"/>
                      <a:pt x="251" y="74"/>
                    </a:cubicBezTo>
                    <a:cubicBezTo>
                      <a:pt x="251" y="74"/>
                      <a:pt x="250" y="74"/>
                      <a:pt x="250" y="74"/>
                    </a:cubicBezTo>
                    <a:cubicBezTo>
                      <a:pt x="250" y="74"/>
                      <a:pt x="249" y="74"/>
                      <a:pt x="249" y="75"/>
                    </a:cubicBezTo>
                    <a:cubicBezTo>
                      <a:pt x="247" y="75"/>
                      <a:pt x="246" y="75"/>
                      <a:pt x="245" y="75"/>
                    </a:cubicBezTo>
                    <a:cubicBezTo>
                      <a:pt x="243" y="75"/>
                      <a:pt x="242" y="74"/>
                      <a:pt x="240" y="74"/>
                    </a:cubicBezTo>
                    <a:cubicBezTo>
                      <a:pt x="239" y="74"/>
                      <a:pt x="237" y="73"/>
                      <a:pt x="234" y="72"/>
                    </a:cubicBezTo>
                    <a:cubicBezTo>
                      <a:pt x="234" y="72"/>
                      <a:pt x="234" y="72"/>
                      <a:pt x="234" y="72"/>
                    </a:cubicBezTo>
                    <a:cubicBezTo>
                      <a:pt x="234" y="72"/>
                      <a:pt x="234" y="73"/>
                      <a:pt x="235" y="73"/>
                    </a:cubicBezTo>
                    <a:cubicBezTo>
                      <a:pt x="236" y="74"/>
                      <a:pt x="237" y="74"/>
                      <a:pt x="238" y="75"/>
                    </a:cubicBezTo>
                    <a:cubicBezTo>
                      <a:pt x="239" y="76"/>
                      <a:pt x="240" y="76"/>
                      <a:pt x="242" y="77"/>
                    </a:cubicBezTo>
                    <a:cubicBezTo>
                      <a:pt x="243" y="77"/>
                      <a:pt x="244" y="77"/>
                      <a:pt x="246" y="77"/>
                    </a:cubicBezTo>
                    <a:cubicBezTo>
                      <a:pt x="246" y="77"/>
                      <a:pt x="246" y="77"/>
                      <a:pt x="246" y="77"/>
                    </a:cubicBezTo>
                    <a:cubicBezTo>
                      <a:pt x="246" y="80"/>
                      <a:pt x="246" y="82"/>
                      <a:pt x="245" y="84"/>
                    </a:cubicBezTo>
                    <a:close/>
                    <a:moveTo>
                      <a:pt x="251" y="80"/>
                    </a:moveTo>
                    <a:cubicBezTo>
                      <a:pt x="252" y="81"/>
                      <a:pt x="253" y="82"/>
                      <a:pt x="253" y="82"/>
                    </a:cubicBezTo>
                    <a:cubicBezTo>
                      <a:pt x="254" y="82"/>
                      <a:pt x="253" y="83"/>
                      <a:pt x="253" y="83"/>
                    </a:cubicBezTo>
                    <a:cubicBezTo>
                      <a:pt x="251" y="84"/>
                      <a:pt x="249" y="84"/>
                      <a:pt x="247" y="84"/>
                    </a:cubicBezTo>
                    <a:cubicBezTo>
                      <a:pt x="247" y="83"/>
                      <a:pt x="247" y="82"/>
                      <a:pt x="247" y="82"/>
                    </a:cubicBezTo>
                    <a:cubicBezTo>
                      <a:pt x="247" y="80"/>
                      <a:pt x="247" y="78"/>
                      <a:pt x="247" y="77"/>
                    </a:cubicBezTo>
                    <a:cubicBezTo>
                      <a:pt x="248" y="77"/>
                      <a:pt x="248" y="77"/>
                      <a:pt x="249" y="78"/>
                    </a:cubicBezTo>
                    <a:cubicBezTo>
                      <a:pt x="249" y="78"/>
                      <a:pt x="250" y="79"/>
                      <a:pt x="251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" name="Freeform 17"/>
              <p:cNvSpPr>
                <a:spLocks noEditPoints="1"/>
              </p:cNvSpPr>
              <p:nvPr/>
            </p:nvSpPr>
            <p:spPr bwMode="auto">
              <a:xfrm>
                <a:off x="3970338" y="2078038"/>
                <a:ext cx="1195388" cy="534988"/>
              </a:xfrm>
              <a:custGeom>
                <a:avLst/>
                <a:gdLst>
                  <a:gd name="T0" fmla="*/ 287 w 317"/>
                  <a:gd name="T1" fmla="*/ 63 h 142"/>
                  <a:gd name="T2" fmla="*/ 293 w 317"/>
                  <a:gd name="T3" fmla="*/ 69 h 142"/>
                  <a:gd name="T4" fmla="*/ 290 w 317"/>
                  <a:gd name="T5" fmla="*/ 73 h 142"/>
                  <a:gd name="T6" fmla="*/ 312 w 317"/>
                  <a:gd name="T7" fmla="*/ 10 h 142"/>
                  <a:gd name="T8" fmla="*/ 301 w 317"/>
                  <a:gd name="T9" fmla="*/ 14 h 142"/>
                  <a:gd name="T10" fmla="*/ 298 w 317"/>
                  <a:gd name="T11" fmla="*/ 0 h 142"/>
                  <a:gd name="T12" fmla="*/ 295 w 317"/>
                  <a:gd name="T13" fmla="*/ 9 h 142"/>
                  <a:gd name="T14" fmla="*/ 309 w 317"/>
                  <a:gd name="T15" fmla="*/ 2 h 142"/>
                  <a:gd name="T16" fmla="*/ 306 w 317"/>
                  <a:gd name="T17" fmla="*/ 17 h 142"/>
                  <a:gd name="T18" fmla="*/ 293 w 317"/>
                  <a:gd name="T19" fmla="*/ 52 h 142"/>
                  <a:gd name="T20" fmla="*/ 300 w 317"/>
                  <a:gd name="T21" fmla="*/ 44 h 142"/>
                  <a:gd name="T22" fmla="*/ 284 w 317"/>
                  <a:gd name="T23" fmla="*/ 47 h 142"/>
                  <a:gd name="T24" fmla="*/ 289 w 317"/>
                  <a:gd name="T25" fmla="*/ 39 h 142"/>
                  <a:gd name="T26" fmla="*/ 291 w 317"/>
                  <a:gd name="T27" fmla="*/ 40 h 142"/>
                  <a:gd name="T28" fmla="*/ 306 w 317"/>
                  <a:gd name="T29" fmla="*/ 42 h 142"/>
                  <a:gd name="T30" fmla="*/ 253 w 317"/>
                  <a:gd name="T31" fmla="*/ 76 h 142"/>
                  <a:gd name="T32" fmla="*/ 273 w 317"/>
                  <a:gd name="T33" fmla="*/ 78 h 142"/>
                  <a:gd name="T34" fmla="*/ 261 w 317"/>
                  <a:gd name="T35" fmla="*/ 105 h 142"/>
                  <a:gd name="T36" fmla="*/ 241 w 317"/>
                  <a:gd name="T37" fmla="*/ 111 h 142"/>
                  <a:gd name="T38" fmla="*/ 236 w 317"/>
                  <a:gd name="T39" fmla="*/ 97 h 142"/>
                  <a:gd name="T40" fmla="*/ 231 w 317"/>
                  <a:gd name="T41" fmla="*/ 93 h 142"/>
                  <a:gd name="T42" fmla="*/ 241 w 317"/>
                  <a:gd name="T43" fmla="*/ 118 h 142"/>
                  <a:gd name="T44" fmla="*/ 213 w 317"/>
                  <a:gd name="T45" fmla="*/ 113 h 142"/>
                  <a:gd name="T46" fmla="*/ 221 w 317"/>
                  <a:gd name="T47" fmla="*/ 100 h 142"/>
                  <a:gd name="T48" fmla="*/ 218 w 317"/>
                  <a:gd name="T49" fmla="*/ 112 h 142"/>
                  <a:gd name="T50" fmla="*/ 207 w 317"/>
                  <a:gd name="T51" fmla="*/ 110 h 142"/>
                  <a:gd name="T52" fmla="*/ 185 w 317"/>
                  <a:gd name="T53" fmla="*/ 112 h 142"/>
                  <a:gd name="T54" fmla="*/ 190 w 317"/>
                  <a:gd name="T55" fmla="*/ 138 h 142"/>
                  <a:gd name="T56" fmla="*/ 189 w 317"/>
                  <a:gd name="T57" fmla="*/ 116 h 142"/>
                  <a:gd name="T58" fmla="*/ 159 w 317"/>
                  <a:gd name="T59" fmla="*/ 135 h 142"/>
                  <a:gd name="T60" fmla="*/ 161 w 317"/>
                  <a:gd name="T61" fmla="*/ 132 h 142"/>
                  <a:gd name="T62" fmla="*/ 162 w 317"/>
                  <a:gd name="T63" fmla="*/ 115 h 142"/>
                  <a:gd name="T64" fmla="*/ 163 w 317"/>
                  <a:gd name="T65" fmla="*/ 120 h 142"/>
                  <a:gd name="T66" fmla="*/ 164 w 317"/>
                  <a:gd name="T67" fmla="*/ 127 h 142"/>
                  <a:gd name="T68" fmla="*/ 155 w 317"/>
                  <a:gd name="T69" fmla="*/ 140 h 142"/>
                  <a:gd name="T70" fmla="*/ 147 w 317"/>
                  <a:gd name="T71" fmla="*/ 141 h 142"/>
                  <a:gd name="T72" fmla="*/ 137 w 317"/>
                  <a:gd name="T73" fmla="*/ 131 h 142"/>
                  <a:gd name="T74" fmla="*/ 139 w 317"/>
                  <a:gd name="T75" fmla="*/ 123 h 142"/>
                  <a:gd name="T76" fmla="*/ 129 w 317"/>
                  <a:gd name="T77" fmla="*/ 112 h 142"/>
                  <a:gd name="T78" fmla="*/ 105 w 317"/>
                  <a:gd name="T79" fmla="*/ 104 h 142"/>
                  <a:gd name="T80" fmla="*/ 82 w 317"/>
                  <a:gd name="T81" fmla="*/ 115 h 142"/>
                  <a:gd name="T82" fmla="*/ 85 w 317"/>
                  <a:gd name="T83" fmla="*/ 113 h 142"/>
                  <a:gd name="T84" fmla="*/ 95 w 317"/>
                  <a:gd name="T85" fmla="*/ 99 h 142"/>
                  <a:gd name="T86" fmla="*/ 93 w 317"/>
                  <a:gd name="T87" fmla="*/ 104 h 142"/>
                  <a:gd name="T88" fmla="*/ 91 w 317"/>
                  <a:gd name="T89" fmla="*/ 110 h 142"/>
                  <a:gd name="T90" fmla="*/ 76 w 317"/>
                  <a:gd name="T91" fmla="*/ 117 h 142"/>
                  <a:gd name="T92" fmla="*/ 73 w 317"/>
                  <a:gd name="T93" fmla="*/ 94 h 142"/>
                  <a:gd name="T94" fmla="*/ 70 w 317"/>
                  <a:gd name="T95" fmla="*/ 82 h 142"/>
                  <a:gd name="T96" fmla="*/ 75 w 317"/>
                  <a:gd name="T97" fmla="*/ 100 h 142"/>
                  <a:gd name="T98" fmla="*/ 66 w 317"/>
                  <a:gd name="T99" fmla="*/ 113 h 142"/>
                  <a:gd name="T100" fmla="*/ 66 w 317"/>
                  <a:gd name="T101" fmla="*/ 98 h 142"/>
                  <a:gd name="T102" fmla="*/ 62 w 317"/>
                  <a:gd name="T103" fmla="*/ 82 h 142"/>
                  <a:gd name="T104" fmla="*/ 45 w 317"/>
                  <a:gd name="T105" fmla="*/ 88 h 142"/>
                  <a:gd name="T106" fmla="*/ 48 w 317"/>
                  <a:gd name="T107" fmla="*/ 57 h 142"/>
                  <a:gd name="T108" fmla="*/ 50 w 317"/>
                  <a:gd name="T109" fmla="*/ 60 h 142"/>
                  <a:gd name="T110" fmla="*/ 42 w 317"/>
                  <a:gd name="T111" fmla="*/ 47 h 142"/>
                  <a:gd name="T112" fmla="*/ 24 w 317"/>
                  <a:gd name="T113" fmla="*/ 33 h 142"/>
                  <a:gd name="T114" fmla="*/ 36 w 317"/>
                  <a:gd name="T115" fmla="*/ 36 h 142"/>
                  <a:gd name="T116" fmla="*/ 20 w 317"/>
                  <a:gd name="T117" fmla="*/ 30 h 142"/>
                  <a:gd name="T118" fmla="*/ 6 w 317"/>
                  <a:gd name="T119" fmla="*/ 9 h 142"/>
                  <a:gd name="T120" fmla="*/ 10 w 317"/>
                  <a:gd name="T121" fmla="*/ 18 h 142"/>
                  <a:gd name="T122" fmla="*/ 27 w 317"/>
                  <a:gd name="T123" fmla="*/ 6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317" h="142">
                    <a:moveTo>
                      <a:pt x="287" y="78"/>
                    </a:moveTo>
                    <a:cubicBezTo>
                      <a:pt x="265" y="62"/>
                      <a:pt x="265" y="62"/>
                      <a:pt x="265" y="62"/>
                    </a:cubicBezTo>
                    <a:cubicBezTo>
                      <a:pt x="269" y="57"/>
                      <a:pt x="269" y="57"/>
                      <a:pt x="269" y="57"/>
                    </a:cubicBezTo>
                    <a:cubicBezTo>
                      <a:pt x="280" y="60"/>
                      <a:pt x="280" y="60"/>
                      <a:pt x="280" y="60"/>
                    </a:cubicBezTo>
                    <a:cubicBezTo>
                      <a:pt x="281" y="61"/>
                      <a:pt x="282" y="61"/>
                      <a:pt x="284" y="62"/>
                    </a:cubicBezTo>
                    <a:cubicBezTo>
                      <a:pt x="285" y="62"/>
                      <a:pt x="286" y="63"/>
                      <a:pt x="287" y="63"/>
                    </a:cubicBezTo>
                    <a:cubicBezTo>
                      <a:pt x="286" y="63"/>
                      <a:pt x="285" y="62"/>
                      <a:pt x="284" y="61"/>
                    </a:cubicBezTo>
                    <a:cubicBezTo>
                      <a:pt x="283" y="61"/>
                      <a:pt x="282" y="60"/>
                      <a:pt x="280" y="59"/>
                    </a:cubicBezTo>
                    <a:cubicBezTo>
                      <a:pt x="272" y="53"/>
                      <a:pt x="272" y="53"/>
                      <a:pt x="272" y="53"/>
                    </a:cubicBezTo>
                    <a:cubicBezTo>
                      <a:pt x="276" y="48"/>
                      <a:pt x="276" y="48"/>
                      <a:pt x="276" y="48"/>
                    </a:cubicBezTo>
                    <a:cubicBezTo>
                      <a:pt x="297" y="64"/>
                      <a:pt x="297" y="64"/>
                      <a:pt x="297" y="64"/>
                    </a:cubicBezTo>
                    <a:cubicBezTo>
                      <a:pt x="293" y="69"/>
                      <a:pt x="293" y="69"/>
                      <a:pt x="293" y="69"/>
                    </a:cubicBezTo>
                    <a:cubicBezTo>
                      <a:pt x="282" y="65"/>
                      <a:pt x="282" y="65"/>
                      <a:pt x="282" y="65"/>
                    </a:cubicBezTo>
                    <a:cubicBezTo>
                      <a:pt x="281" y="65"/>
                      <a:pt x="280" y="64"/>
                      <a:pt x="278" y="64"/>
                    </a:cubicBezTo>
                    <a:cubicBezTo>
                      <a:pt x="277" y="63"/>
                      <a:pt x="276" y="63"/>
                      <a:pt x="275" y="62"/>
                    </a:cubicBezTo>
                    <a:cubicBezTo>
                      <a:pt x="276" y="63"/>
                      <a:pt x="278" y="64"/>
                      <a:pt x="279" y="65"/>
                    </a:cubicBezTo>
                    <a:cubicBezTo>
                      <a:pt x="281" y="66"/>
                      <a:pt x="282" y="67"/>
                      <a:pt x="283" y="68"/>
                    </a:cubicBezTo>
                    <a:cubicBezTo>
                      <a:pt x="290" y="73"/>
                      <a:pt x="290" y="73"/>
                      <a:pt x="290" y="73"/>
                    </a:cubicBezTo>
                    <a:cubicBezTo>
                      <a:pt x="287" y="78"/>
                      <a:pt x="287" y="78"/>
                      <a:pt x="287" y="78"/>
                    </a:cubicBezTo>
                    <a:close/>
                    <a:moveTo>
                      <a:pt x="306" y="17"/>
                    </a:moveTo>
                    <a:cubicBezTo>
                      <a:pt x="307" y="11"/>
                      <a:pt x="307" y="11"/>
                      <a:pt x="307" y="11"/>
                    </a:cubicBezTo>
                    <a:cubicBezTo>
                      <a:pt x="309" y="12"/>
                      <a:pt x="309" y="12"/>
                      <a:pt x="309" y="12"/>
                    </a:cubicBezTo>
                    <a:cubicBezTo>
                      <a:pt x="310" y="12"/>
                      <a:pt x="311" y="12"/>
                      <a:pt x="311" y="12"/>
                    </a:cubicBezTo>
                    <a:cubicBezTo>
                      <a:pt x="312" y="11"/>
                      <a:pt x="312" y="11"/>
                      <a:pt x="312" y="10"/>
                    </a:cubicBezTo>
                    <a:cubicBezTo>
                      <a:pt x="312" y="10"/>
                      <a:pt x="312" y="9"/>
                      <a:pt x="312" y="9"/>
                    </a:cubicBezTo>
                    <a:cubicBezTo>
                      <a:pt x="311" y="8"/>
                      <a:pt x="311" y="8"/>
                      <a:pt x="310" y="8"/>
                    </a:cubicBezTo>
                    <a:cubicBezTo>
                      <a:pt x="310" y="8"/>
                      <a:pt x="309" y="8"/>
                      <a:pt x="309" y="8"/>
                    </a:cubicBezTo>
                    <a:cubicBezTo>
                      <a:pt x="308" y="9"/>
                      <a:pt x="307" y="9"/>
                      <a:pt x="307" y="10"/>
                    </a:cubicBezTo>
                    <a:cubicBezTo>
                      <a:pt x="306" y="10"/>
                      <a:pt x="306" y="10"/>
                      <a:pt x="305" y="11"/>
                    </a:cubicBezTo>
                    <a:cubicBezTo>
                      <a:pt x="304" y="12"/>
                      <a:pt x="302" y="13"/>
                      <a:pt x="301" y="14"/>
                    </a:cubicBezTo>
                    <a:cubicBezTo>
                      <a:pt x="300" y="15"/>
                      <a:pt x="300" y="15"/>
                      <a:pt x="299" y="15"/>
                    </a:cubicBezTo>
                    <a:cubicBezTo>
                      <a:pt x="298" y="15"/>
                      <a:pt x="297" y="15"/>
                      <a:pt x="295" y="15"/>
                    </a:cubicBezTo>
                    <a:cubicBezTo>
                      <a:pt x="293" y="15"/>
                      <a:pt x="292" y="14"/>
                      <a:pt x="291" y="12"/>
                    </a:cubicBezTo>
                    <a:cubicBezTo>
                      <a:pt x="290" y="11"/>
                      <a:pt x="289" y="9"/>
                      <a:pt x="290" y="6"/>
                    </a:cubicBezTo>
                    <a:cubicBezTo>
                      <a:pt x="290" y="4"/>
                      <a:pt x="291" y="2"/>
                      <a:pt x="292" y="1"/>
                    </a:cubicBezTo>
                    <a:cubicBezTo>
                      <a:pt x="294" y="0"/>
                      <a:pt x="296" y="0"/>
                      <a:pt x="298" y="0"/>
                    </a:cubicBezTo>
                    <a:cubicBezTo>
                      <a:pt x="300" y="0"/>
                      <a:pt x="300" y="0"/>
                      <a:pt x="300" y="0"/>
                    </a:cubicBezTo>
                    <a:cubicBezTo>
                      <a:pt x="299" y="6"/>
                      <a:pt x="299" y="6"/>
                      <a:pt x="299" y="6"/>
                    </a:cubicBezTo>
                    <a:cubicBezTo>
                      <a:pt x="297" y="6"/>
                      <a:pt x="297" y="6"/>
                      <a:pt x="297" y="6"/>
                    </a:cubicBezTo>
                    <a:cubicBezTo>
                      <a:pt x="296" y="6"/>
                      <a:pt x="296" y="6"/>
                      <a:pt x="295" y="6"/>
                    </a:cubicBezTo>
                    <a:cubicBezTo>
                      <a:pt x="295" y="6"/>
                      <a:pt x="294" y="7"/>
                      <a:pt x="294" y="7"/>
                    </a:cubicBezTo>
                    <a:cubicBezTo>
                      <a:pt x="294" y="8"/>
                      <a:pt x="294" y="8"/>
                      <a:pt x="295" y="9"/>
                    </a:cubicBezTo>
                    <a:cubicBezTo>
                      <a:pt x="295" y="9"/>
                      <a:pt x="295" y="9"/>
                      <a:pt x="296" y="9"/>
                    </a:cubicBezTo>
                    <a:cubicBezTo>
                      <a:pt x="297" y="9"/>
                      <a:pt x="299" y="8"/>
                      <a:pt x="301" y="6"/>
                    </a:cubicBezTo>
                    <a:cubicBezTo>
                      <a:pt x="302" y="6"/>
                      <a:pt x="302" y="6"/>
                      <a:pt x="302" y="6"/>
                    </a:cubicBezTo>
                    <a:cubicBezTo>
                      <a:pt x="302" y="6"/>
                      <a:pt x="302" y="6"/>
                      <a:pt x="302" y="6"/>
                    </a:cubicBezTo>
                    <a:cubicBezTo>
                      <a:pt x="304" y="4"/>
                      <a:pt x="306" y="3"/>
                      <a:pt x="307" y="2"/>
                    </a:cubicBezTo>
                    <a:cubicBezTo>
                      <a:pt x="307" y="2"/>
                      <a:pt x="308" y="2"/>
                      <a:pt x="309" y="2"/>
                    </a:cubicBezTo>
                    <a:cubicBezTo>
                      <a:pt x="309" y="2"/>
                      <a:pt x="310" y="2"/>
                      <a:pt x="311" y="2"/>
                    </a:cubicBezTo>
                    <a:cubicBezTo>
                      <a:pt x="313" y="2"/>
                      <a:pt x="315" y="3"/>
                      <a:pt x="316" y="5"/>
                    </a:cubicBezTo>
                    <a:cubicBezTo>
                      <a:pt x="317" y="7"/>
                      <a:pt x="317" y="9"/>
                      <a:pt x="317" y="11"/>
                    </a:cubicBezTo>
                    <a:cubicBezTo>
                      <a:pt x="316" y="14"/>
                      <a:pt x="315" y="16"/>
                      <a:pt x="314" y="17"/>
                    </a:cubicBezTo>
                    <a:cubicBezTo>
                      <a:pt x="312" y="18"/>
                      <a:pt x="310" y="18"/>
                      <a:pt x="308" y="18"/>
                    </a:cubicBezTo>
                    <a:cubicBezTo>
                      <a:pt x="306" y="17"/>
                      <a:pt x="306" y="17"/>
                      <a:pt x="306" y="17"/>
                    </a:cubicBezTo>
                    <a:close/>
                    <a:moveTo>
                      <a:pt x="311" y="33"/>
                    </a:moveTo>
                    <a:cubicBezTo>
                      <a:pt x="286" y="25"/>
                      <a:pt x="286" y="25"/>
                      <a:pt x="286" y="25"/>
                    </a:cubicBezTo>
                    <a:cubicBezTo>
                      <a:pt x="287" y="19"/>
                      <a:pt x="287" y="19"/>
                      <a:pt x="287" y="19"/>
                    </a:cubicBezTo>
                    <a:cubicBezTo>
                      <a:pt x="313" y="28"/>
                      <a:pt x="313" y="28"/>
                      <a:pt x="313" y="28"/>
                    </a:cubicBezTo>
                    <a:cubicBezTo>
                      <a:pt x="311" y="33"/>
                      <a:pt x="311" y="33"/>
                      <a:pt x="311" y="33"/>
                    </a:cubicBezTo>
                    <a:close/>
                    <a:moveTo>
                      <a:pt x="293" y="52"/>
                    </a:moveTo>
                    <a:cubicBezTo>
                      <a:pt x="296" y="46"/>
                      <a:pt x="296" y="46"/>
                      <a:pt x="296" y="46"/>
                    </a:cubicBezTo>
                    <a:cubicBezTo>
                      <a:pt x="298" y="47"/>
                      <a:pt x="298" y="47"/>
                      <a:pt x="298" y="47"/>
                    </a:cubicBezTo>
                    <a:cubicBezTo>
                      <a:pt x="298" y="48"/>
                      <a:pt x="299" y="48"/>
                      <a:pt x="300" y="48"/>
                    </a:cubicBezTo>
                    <a:cubicBezTo>
                      <a:pt x="300" y="47"/>
                      <a:pt x="301" y="47"/>
                      <a:pt x="301" y="46"/>
                    </a:cubicBezTo>
                    <a:cubicBezTo>
                      <a:pt x="301" y="46"/>
                      <a:pt x="301" y="45"/>
                      <a:pt x="301" y="45"/>
                    </a:cubicBezTo>
                    <a:cubicBezTo>
                      <a:pt x="301" y="44"/>
                      <a:pt x="300" y="44"/>
                      <a:pt x="300" y="44"/>
                    </a:cubicBezTo>
                    <a:cubicBezTo>
                      <a:pt x="299" y="44"/>
                      <a:pt x="299" y="43"/>
                      <a:pt x="298" y="44"/>
                    </a:cubicBezTo>
                    <a:cubicBezTo>
                      <a:pt x="297" y="44"/>
                      <a:pt x="297" y="44"/>
                      <a:pt x="296" y="44"/>
                    </a:cubicBezTo>
                    <a:cubicBezTo>
                      <a:pt x="295" y="44"/>
                      <a:pt x="295" y="45"/>
                      <a:pt x="294" y="45"/>
                    </a:cubicBezTo>
                    <a:cubicBezTo>
                      <a:pt x="292" y="46"/>
                      <a:pt x="291" y="47"/>
                      <a:pt x="289" y="47"/>
                    </a:cubicBezTo>
                    <a:cubicBezTo>
                      <a:pt x="289" y="48"/>
                      <a:pt x="288" y="48"/>
                      <a:pt x="287" y="48"/>
                    </a:cubicBezTo>
                    <a:cubicBezTo>
                      <a:pt x="286" y="48"/>
                      <a:pt x="285" y="48"/>
                      <a:pt x="284" y="47"/>
                    </a:cubicBezTo>
                    <a:cubicBezTo>
                      <a:pt x="282" y="46"/>
                      <a:pt x="280" y="45"/>
                      <a:pt x="280" y="43"/>
                    </a:cubicBezTo>
                    <a:cubicBezTo>
                      <a:pt x="279" y="41"/>
                      <a:pt x="279" y="39"/>
                      <a:pt x="280" y="37"/>
                    </a:cubicBezTo>
                    <a:cubicBezTo>
                      <a:pt x="281" y="35"/>
                      <a:pt x="283" y="33"/>
                      <a:pt x="284" y="33"/>
                    </a:cubicBezTo>
                    <a:cubicBezTo>
                      <a:pt x="286" y="32"/>
                      <a:pt x="287" y="32"/>
                      <a:pt x="290" y="33"/>
                    </a:cubicBezTo>
                    <a:cubicBezTo>
                      <a:pt x="292" y="34"/>
                      <a:pt x="292" y="34"/>
                      <a:pt x="292" y="34"/>
                    </a:cubicBezTo>
                    <a:cubicBezTo>
                      <a:pt x="289" y="39"/>
                      <a:pt x="289" y="39"/>
                      <a:pt x="289" y="39"/>
                    </a:cubicBezTo>
                    <a:cubicBezTo>
                      <a:pt x="288" y="38"/>
                      <a:pt x="288" y="38"/>
                      <a:pt x="288" y="38"/>
                    </a:cubicBezTo>
                    <a:cubicBezTo>
                      <a:pt x="287" y="38"/>
                      <a:pt x="286" y="38"/>
                      <a:pt x="286" y="38"/>
                    </a:cubicBezTo>
                    <a:cubicBezTo>
                      <a:pt x="285" y="38"/>
                      <a:pt x="285" y="38"/>
                      <a:pt x="284" y="39"/>
                    </a:cubicBezTo>
                    <a:cubicBezTo>
                      <a:pt x="284" y="40"/>
                      <a:pt x="284" y="40"/>
                      <a:pt x="284" y="40"/>
                    </a:cubicBezTo>
                    <a:cubicBezTo>
                      <a:pt x="285" y="41"/>
                      <a:pt x="285" y="41"/>
                      <a:pt x="286" y="41"/>
                    </a:cubicBezTo>
                    <a:cubicBezTo>
                      <a:pt x="286" y="42"/>
                      <a:pt x="288" y="41"/>
                      <a:pt x="291" y="40"/>
                    </a:cubicBezTo>
                    <a:cubicBezTo>
                      <a:pt x="292" y="40"/>
                      <a:pt x="292" y="40"/>
                      <a:pt x="292" y="40"/>
                    </a:cubicBezTo>
                    <a:cubicBezTo>
                      <a:pt x="292" y="39"/>
                      <a:pt x="292" y="39"/>
                      <a:pt x="292" y="39"/>
                    </a:cubicBezTo>
                    <a:cubicBezTo>
                      <a:pt x="295" y="38"/>
                      <a:pt x="297" y="37"/>
                      <a:pt x="298" y="37"/>
                    </a:cubicBezTo>
                    <a:cubicBezTo>
                      <a:pt x="298" y="37"/>
                      <a:pt x="299" y="37"/>
                      <a:pt x="300" y="37"/>
                    </a:cubicBezTo>
                    <a:cubicBezTo>
                      <a:pt x="300" y="38"/>
                      <a:pt x="301" y="38"/>
                      <a:pt x="302" y="38"/>
                    </a:cubicBezTo>
                    <a:cubicBezTo>
                      <a:pt x="304" y="39"/>
                      <a:pt x="305" y="40"/>
                      <a:pt x="306" y="42"/>
                    </a:cubicBezTo>
                    <a:cubicBezTo>
                      <a:pt x="306" y="44"/>
                      <a:pt x="306" y="46"/>
                      <a:pt x="305" y="49"/>
                    </a:cubicBezTo>
                    <a:cubicBezTo>
                      <a:pt x="304" y="51"/>
                      <a:pt x="303" y="52"/>
                      <a:pt x="301" y="53"/>
                    </a:cubicBezTo>
                    <a:cubicBezTo>
                      <a:pt x="299" y="54"/>
                      <a:pt x="297" y="54"/>
                      <a:pt x="295" y="53"/>
                    </a:cubicBezTo>
                    <a:cubicBezTo>
                      <a:pt x="293" y="52"/>
                      <a:pt x="293" y="52"/>
                      <a:pt x="293" y="52"/>
                    </a:cubicBezTo>
                    <a:close/>
                    <a:moveTo>
                      <a:pt x="272" y="95"/>
                    </a:moveTo>
                    <a:cubicBezTo>
                      <a:pt x="253" y="76"/>
                      <a:pt x="253" y="76"/>
                      <a:pt x="253" y="76"/>
                    </a:cubicBezTo>
                    <a:cubicBezTo>
                      <a:pt x="263" y="66"/>
                      <a:pt x="263" y="66"/>
                      <a:pt x="263" y="66"/>
                    </a:cubicBezTo>
                    <a:cubicBezTo>
                      <a:pt x="266" y="70"/>
                      <a:pt x="266" y="70"/>
                      <a:pt x="266" y="70"/>
                    </a:cubicBezTo>
                    <a:cubicBezTo>
                      <a:pt x="261" y="75"/>
                      <a:pt x="261" y="75"/>
                      <a:pt x="261" y="75"/>
                    </a:cubicBezTo>
                    <a:cubicBezTo>
                      <a:pt x="265" y="79"/>
                      <a:pt x="265" y="79"/>
                      <a:pt x="265" y="79"/>
                    </a:cubicBezTo>
                    <a:cubicBezTo>
                      <a:pt x="270" y="74"/>
                      <a:pt x="270" y="74"/>
                      <a:pt x="270" y="74"/>
                    </a:cubicBezTo>
                    <a:cubicBezTo>
                      <a:pt x="273" y="78"/>
                      <a:pt x="273" y="78"/>
                      <a:pt x="273" y="78"/>
                    </a:cubicBezTo>
                    <a:cubicBezTo>
                      <a:pt x="269" y="83"/>
                      <a:pt x="269" y="83"/>
                      <a:pt x="269" y="83"/>
                    </a:cubicBezTo>
                    <a:cubicBezTo>
                      <a:pt x="273" y="87"/>
                      <a:pt x="273" y="87"/>
                      <a:pt x="273" y="87"/>
                    </a:cubicBezTo>
                    <a:cubicBezTo>
                      <a:pt x="278" y="81"/>
                      <a:pt x="278" y="81"/>
                      <a:pt x="278" y="81"/>
                    </a:cubicBezTo>
                    <a:cubicBezTo>
                      <a:pt x="282" y="85"/>
                      <a:pt x="282" y="85"/>
                      <a:pt x="282" y="85"/>
                    </a:cubicBezTo>
                    <a:cubicBezTo>
                      <a:pt x="272" y="95"/>
                      <a:pt x="272" y="95"/>
                      <a:pt x="272" y="95"/>
                    </a:cubicBezTo>
                    <a:close/>
                    <a:moveTo>
                      <a:pt x="261" y="105"/>
                    </a:moveTo>
                    <a:cubicBezTo>
                      <a:pt x="243" y="85"/>
                      <a:pt x="243" y="85"/>
                      <a:pt x="243" y="85"/>
                    </a:cubicBezTo>
                    <a:cubicBezTo>
                      <a:pt x="248" y="81"/>
                      <a:pt x="248" y="81"/>
                      <a:pt x="248" y="81"/>
                    </a:cubicBezTo>
                    <a:cubicBezTo>
                      <a:pt x="266" y="101"/>
                      <a:pt x="266" y="101"/>
                      <a:pt x="266" y="101"/>
                    </a:cubicBezTo>
                    <a:cubicBezTo>
                      <a:pt x="261" y="105"/>
                      <a:pt x="261" y="105"/>
                      <a:pt x="261" y="105"/>
                    </a:cubicBezTo>
                    <a:close/>
                    <a:moveTo>
                      <a:pt x="234" y="100"/>
                    </a:moveTo>
                    <a:cubicBezTo>
                      <a:pt x="241" y="111"/>
                      <a:pt x="241" y="111"/>
                      <a:pt x="241" y="111"/>
                    </a:cubicBezTo>
                    <a:cubicBezTo>
                      <a:pt x="242" y="112"/>
                      <a:pt x="242" y="112"/>
                      <a:pt x="243" y="112"/>
                    </a:cubicBezTo>
                    <a:cubicBezTo>
                      <a:pt x="243" y="112"/>
                      <a:pt x="244" y="112"/>
                      <a:pt x="244" y="112"/>
                    </a:cubicBezTo>
                    <a:cubicBezTo>
                      <a:pt x="245" y="112"/>
                      <a:pt x="245" y="111"/>
                      <a:pt x="245" y="111"/>
                    </a:cubicBezTo>
                    <a:cubicBezTo>
                      <a:pt x="245" y="110"/>
                      <a:pt x="245" y="110"/>
                      <a:pt x="244" y="109"/>
                    </a:cubicBezTo>
                    <a:cubicBezTo>
                      <a:pt x="237" y="98"/>
                      <a:pt x="237" y="98"/>
                      <a:pt x="237" y="98"/>
                    </a:cubicBezTo>
                    <a:cubicBezTo>
                      <a:pt x="237" y="97"/>
                      <a:pt x="236" y="97"/>
                      <a:pt x="236" y="97"/>
                    </a:cubicBezTo>
                    <a:cubicBezTo>
                      <a:pt x="235" y="97"/>
                      <a:pt x="235" y="97"/>
                      <a:pt x="234" y="97"/>
                    </a:cubicBezTo>
                    <a:cubicBezTo>
                      <a:pt x="234" y="97"/>
                      <a:pt x="233" y="98"/>
                      <a:pt x="233" y="98"/>
                    </a:cubicBezTo>
                    <a:cubicBezTo>
                      <a:pt x="233" y="99"/>
                      <a:pt x="233" y="99"/>
                      <a:pt x="234" y="100"/>
                    </a:cubicBezTo>
                    <a:close/>
                    <a:moveTo>
                      <a:pt x="229" y="104"/>
                    </a:moveTo>
                    <a:cubicBezTo>
                      <a:pt x="228" y="102"/>
                      <a:pt x="227" y="100"/>
                      <a:pt x="228" y="98"/>
                    </a:cubicBezTo>
                    <a:cubicBezTo>
                      <a:pt x="228" y="96"/>
                      <a:pt x="229" y="95"/>
                      <a:pt x="231" y="93"/>
                    </a:cubicBezTo>
                    <a:cubicBezTo>
                      <a:pt x="234" y="92"/>
                      <a:pt x="236" y="91"/>
                      <a:pt x="238" y="92"/>
                    </a:cubicBezTo>
                    <a:cubicBezTo>
                      <a:pt x="239" y="92"/>
                      <a:pt x="241" y="93"/>
                      <a:pt x="243" y="96"/>
                    </a:cubicBezTo>
                    <a:cubicBezTo>
                      <a:pt x="249" y="105"/>
                      <a:pt x="249" y="105"/>
                      <a:pt x="249" y="105"/>
                    </a:cubicBezTo>
                    <a:cubicBezTo>
                      <a:pt x="250" y="107"/>
                      <a:pt x="251" y="109"/>
                      <a:pt x="251" y="111"/>
                    </a:cubicBezTo>
                    <a:cubicBezTo>
                      <a:pt x="250" y="113"/>
                      <a:pt x="249" y="114"/>
                      <a:pt x="247" y="116"/>
                    </a:cubicBezTo>
                    <a:cubicBezTo>
                      <a:pt x="245" y="117"/>
                      <a:pt x="243" y="118"/>
                      <a:pt x="241" y="118"/>
                    </a:cubicBezTo>
                    <a:cubicBezTo>
                      <a:pt x="239" y="117"/>
                      <a:pt x="237" y="116"/>
                      <a:pt x="236" y="114"/>
                    </a:cubicBezTo>
                    <a:cubicBezTo>
                      <a:pt x="229" y="104"/>
                      <a:pt x="229" y="104"/>
                      <a:pt x="229" y="104"/>
                    </a:cubicBezTo>
                    <a:close/>
                    <a:moveTo>
                      <a:pt x="210" y="134"/>
                    </a:moveTo>
                    <a:cubicBezTo>
                      <a:pt x="200" y="109"/>
                      <a:pt x="200" y="109"/>
                      <a:pt x="200" y="109"/>
                    </a:cubicBezTo>
                    <a:cubicBezTo>
                      <a:pt x="209" y="105"/>
                      <a:pt x="209" y="105"/>
                      <a:pt x="209" y="105"/>
                    </a:cubicBezTo>
                    <a:cubicBezTo>
                      <a:pt x="213" y="113"/>
                      <a:pt x="213" y="113"/>
                      <a:pt x="213" y="113"/>
                    </a:cubicBezTo>
                    <a:cubicBezTo>
                      <a:pt x="214" y="114"/>
                      <a:pt x="214" y="115"/>
                      <a:pt x="215" y="116"/>
                    </a:cubicBezTo>
                    <a:cubicBezTo>
                      <a:pt x="215" y="117"/>
                      <a:pt x="216" y="118"/>
                      <a:pt x="216" y="119"/>
                    </a:cubicBezTo>
                    <a:cubicBezTo>
                      <a:pt x="216" y="118"/>
                      <a:pt x="215" y="116"/>
                      <a:pt x="215" y="115"/>
                    </a:cubicBezTo>
                    <a:cubicBezTo>
                      <a:pt x="215" y="114"/>
                      <a:pt x="214" y="113"/>
                      <a:pt x="214" y="113"/>
                    </a:cubicBezTo>
                    <a:cubicBezTo>
                      <a:pt x="212" y="104"/>
                      <a:pt x="212" y="104"/>
                      <a:pt x="212" y="104"/>
                    </a:cubicBezTo>
                    <a:cubicBezTo>
                      <a:pt x="221" y="100"/>
                      <a:pt x="221" y="100"/>
                      <a:pt x="221" y="100"/>
                    </a:cubicBezTo>
                    <a:cubicBezTo>
                      <a:pt x="231" y="125"/>
                      <a:pt x="231" y="125"/>
                      <a:pt x="231" y="125"/>
                    </a:cubicBezTo>
                    <a:cubicBezTo>
                      <a:pt x="226" y="127"/>
                      <a:pt x="226" y="127"/>
                      <a:pt x="226" y="127"/>
                    </a:cubicBezTo>
                    <a:cubicBezTo>
                      <a:pt x="222" y="118"/>
                      <a:pt x="222" y="118"/>
                      <a:pt x="222" y="118"/>
                    </a:cubicBezTo>
                    <a:cubicBezTo>
                      <a:pt x="221" y="116"/>
                      <a:pt x="220" y="114"/>
                      <a:pt x="219" y="112"/>
                    </a:cubicBezTo>
                    <a:cubicBezTo>
                      <a:pt x="219" y="110"/>
                      <a:pt x="218" y="108"/>
                      <a:pt x="217" y="106"/>
                    </a:cubicBezTo>
                    <a:cubicBezTo>
                      <a:pt x="218" y="109"/>
                      <a:pt x="218" y="110"/>
                      <a:pt x="218" y="112"/>
                    </a:cubicBezTo>
                    <a:cubicBezTo>
                      <a:pt x="219" y="113"/>
                      <a:pt x="219" y="114"/>
                      <a:pt x="219" y="115"/>
                    </a:cubicBezTo>
                    <a:cubicBezTo>
                      <a:pt x="222" y="129"/>
                      <a:pt x="222" y="129"/>
                      <a:pt x="222" y="129"/>
                    </a:cubicBezTo>
                    <a:cubicBezTo>
                      <a:pt x="219" y="130"/>
                      <a:pt x="219" y="130"/>
                      <a:pt x="219" y="130"/>
                    </a:cubicBezTo>
                    <a:cubicBezTo>
                      <a:pt x="212" y="119"/>
                      <a:pt x="212" y="119"/>
                      <a:pt x="212" y="119"/>
                    </a:cubicBezTo>
                    <a:cubicBezTo>
                      <a:pt x="211" y="117"/>
                      <a:pt x="210" y="116"/>
                      <a:pt x="209" y="114"/>
                    </a:cubicBezTo>
                    <a:cubicBezTo>
                      <a:pt x="208" y="113"/>
                      <a:pt x="207" y="112"/>
                      <a:pt x="207" y="110"/>
                    </a:cubicBezTo>
                    <a:cubicBezTo>
                      <a:pt x="208" y="112"/>
                      <a:pt x="208" y="114"/>
                      <a:pt x="209" y="116"/>
                    </a:cubicBezTo>
                    <a:cubicBezTo>
                      <a:pt x="210" y="118"/>
                      <a:pt x="211" y="120"/>
                      <a:pt x="212" y="122"/>
                    </a:cubicBezTo>
                    <a:cubicBezTo>
                      <a:pt x="216" y="131"/>
                      <a:pt x="216" y="131"/>
                      <a:pt x="216" y="131"/>
                    </a:cubicBezTo>
                    <a:cubicBezTo>
                      <a:pt x="210" y="134"/>
                      <a:pt x="210" y="134"/>
                      <a:pt x="210" y="134"/>
                    </a:cubicBezTo>
                    <a:close/>
                    <a:moveTo>
                      <a:pt x="184" y="139"/>
                    </a:moveTo>
                    <a:cubicBezTo>
                      <a:pt x="185" y="112"/>
                      <a:pt x="185" y="112"/>
                      <a:pt x="185" y="112"/>
                    </a:cubicBezTo>
                    <a:cubicBezTo>
                      <a:pt x="193" y="111"/>
                      <a:pt x="193" y="111"/>
                      <a:pt x="193" y="111"/>
                    </a:cubicBezTo>
                    <a:cubicBezTo>
                      <a:pt x="202" y="137"/>
                      <a:pt x="202" y="137"/>
                      <a:pt x="202" y="137"/>
                    </a:cubicBezTo>
                    <a:cubicBezTo>
                      <a:pt x="195" y="138"/>
                      <a:pt x="195" y="138"/>
                      <a:pt x="195" y="138"/>
                    </a:cubicBezTo>
                    <a:cubicBezTo>
                      <a:pt x="194" y="133"/>
                      <a:pt x="194" y="133"/>
                      <a:pt x="194" y="133"/>
                    </a:cubicBezTo>
                    <a:cubicBezTo>
                      <a:pt x="190" y="134"/>
                      <a:pt x="190" y="134"/>
                      <a:pt x="190" y="134"/>
                    </a:cubicBezTo>
                    <a:cubicBezTo>
                      <a:pt x="190" y="138"/>
                      <a:pt x="190" y="138"/>
                      <a:pt x="190" y="138"/>
                    </a:cubicBezTo>
                    <a:cubicBezTo>
                      <a:pt x="184" y="139"/>
                      <a:pt x="184" y="139"/>
                      <a:pt x="184" y="139"/>
                    </a:cubicBezTo>
                    <a:close/>
                    <a:moveTo>
                      <a:pt x="190" y="129"/>
                    </a:moveTo>
                    <a:cubicBezTo>
                      <a:pt x="193" y="128"/>
                      <a:pt x="193" y="128"/>
                      <a:pt x="193" y="128"/>
                    </a:cubicBezTo>
                    <a:cubicBezTo>
                      <a:pt x="191" y="120"/>
                      <a:pt x="191" y="120"/>
                      <a:pt x="191" y="120"/>
                    </a:cubicBezTo>
                    <a:cubicBezTo>
                      <a:pt x="190" y="120"/>
                      <a:pt x="190" y="119"/>
                      <a:pt x="190" y="119"/>
                    </a:cubicBezTo>
                    <a:cubicBezTo>
                      <a:pt x="190" y="118"/>
                      <a:pt x="190" y="117"/>
                      <a:pt x="189" y="116"/>
                    </a:cubicBezTo>
                    <a:cubicBezTo>
                      <a:pt x="189" y="117"/>
                      <a:pt x="190" y="117"/>
                      <a:pt x="190" y="118"/>
                    </a:cubicBezTo>
                    <a:cubicBezTo>
                      <a:pt x="190" y="119"/>
                      <a:pt x="190" y="120"/>
                      <a:pt x="190" y="120"/>
                    </a:cubicBezTo>
                    <a:cubicBezTo>
                      <a:pt x="190" y="129"/>
                      <a:pt x="190" y="129"/>
                      <a:pt x="190" y="129"/>
                    </a:cubicBezTo>
                    <a:close/>
                    <a:moveTo>
                      <a:pt x="153" y="132"/>
                    </a:moveTo>
                    <a:cubicBezTo>
                      <a:pt x="159" y="133"/>
                      <a:pt x="159" y="133"/>
                      <a:pt x="159" y="133"/>
                    </a:cubicBezTo>
                    <a:cubicBezTo>
                      <a:pt x="159" y="135"/>
                      <a:pt x="159" y="135"/>
                      <a:pt x="159" y="135"/>
                    </a:cubicBezTo>
                    <a:cubicBezTo>
                      <a:pt x="159" y="136"/>
                      <a:pt x="159" y="136"/>
                      <a:pt x="159" y="137"/>
                    </a:cubicBezTo>
                    <a:cubicBezTo>
                      <a:pt x="160" y="137"/>
                      <a:pt x="160" y="137"/>
                      <a:pt x="161" y="137"/>
                    </a:cubicBezTo>
                    <a:cubicBezTo>
                      <a:pt x="162" y="138"/>
                      <a:pt x="162" y="137"/>
                      <a:pt x="162" y="137"/>
                    </a:cubicBezTo>
                    <a:cubicBezTo>
                      <a:pt x="163" y="137"/>
                      <a:pt x="163" y="136"/>
                      <a:pt x="163" y="135"/>
                    </a:cubicBezTo>
                    <a:cubicBezTo>
                      <a:pt x="163" y="135"/>
                      <a:pt x="163" y="134"/>
                      <a:pt x="163" y="134"/>
                    </a:cubicBezTo>
                    <a:cubicBezTo>
                      <a:pt x="162" y="133"/>
                      <a:pt x="162" y="133"/>
                      <a:pt x="161" y="132"/>
                    </a:cubicBezTo>
                    <a:cubicBezTo>
                      <a:pt x="161" y="132"/>
                      <a:pt x="160" y="131"/>
                      <a:pt x="160" y="131"/>
                    </a:cubicBezTo>
                    <a:cubicBezTo>
                      <a:pt x="158" y="129"/>
                      <a:pt x="157" y="128"/>
                      <a:pt x="156" y="127"/>
                    </a:cubicBezTo>
                    <a:cubicBezTo>
                      <a:pt x="155" y="126"/>
                      <a:pt x="155" y="126"/>
                      <a:pt x="155" y="125"/>
                    </a:cubicBezTo>
                    <a:cubicBezTo>
                      <a:pt x="154" y="124"/>
                      <a:pt x="154" y="123"/>
                      <a:pt x="154" y="122"/>
                    </a:cubicBezTo>
                    <a:cubicBezTo>
                      <a:pt x="154" y="119"/>
                      <a:pt x="155" y="118"/>
                      <a:pt x="156" y="116"/>
                    </a:cubicBezTo>
                    <a:cubicBezTo>
                      <a:pt x="158" y="115"/>
                      <a:pt x="160" y="115"/>
                      <a:pt x="162" y="115"/>
                    </a:cubicBezTo>
                    <a:cubicBezTo>
                      <a:pt x="165" y="115"/>
                      <a:pt x="167" y="116"/>
                      <a:pt x="168" y="117"/>
                    </a:cubicBezTo>
                    <a:cubicBezTo>
                      <a:pt x="169" y="118"/>
                      <a:pt x="170" y="120"/>
                      <a:pt x="169" y="122"/>
                    </a:cubicBezTo>
                    <a:cubicBezTo>
                      <a:pt x="169" y="124"/>
                      <a:pt x="169" y="124"/>
                      <a:pt x="169" y="124"/>
                    </a:cubicBezTo>
                    <a:cubicBezTo>
                      <a:pt x="164" y="124"/>
                      <a:pt x="164" y="124"/>
                      <a:pt x="164" y="124"/>
                    </a:cubicBezTo>
                    <a:cubicBezTo>
                      <a:pt x="164" y="122"/>
                      <a:pt x="164" y="122"/>
                      <a:pt x="164" y="122"/>
                    </a:cubicBezTo>
                    <a:cubicBezTo>
                      <a:pt x="164" y="121"/>
                      <a:pt x="164" y="121"/>
                      <a:pt x="163" y="120"/>
                    </a:cubicBezTo>
                    <a:cubicBezTo>
                      <a:pt x="163" y="120"/>
                      <a:pt x="163" y="120"/>
                      <a:pt x="162" y="120"/>
                    </a:cubicBezTo>
                    <a:cubicBezTo>
                      <a:pt x="161" y="119"/>
                      <a:pt x="161" y="120"/>
                      <a:pt x="161" y="120"/>
                    </a:cubicBezTo>
                    <a:cubicBezTo>
                      <a:pt x="160" y="120"/>
                      <a:pt x="160" y="121"/>
                      <a:pt x="160" y="121"/>
                    </a:cubicBezTo>
                    <a:cubicBezTo>
                      <a:pt x="160" y="122"/>
                      <a:pt x="161" y="124"/>
                      <a:pt x="164" y="126"/>
                    </a:cubicBezTo>
                    <a:cubicBezTo>
                      <a:pt x="164" y="127"/>
                      <a:pt x="164" y="127"/>
                      <a:pt x="164" y="127"/>
                    </a:cubicBezTo>
                    <a:cubicBezTo>
                      <a:pt x="164" y="127"/>
                      <a:pt x="164" y="127"/>
                      <a:pt x="164" y="127"/>
                    </a:cubicBezTo>
                    <a:cubicBezTo>
                      <a:pt x="167" y="129"/>
                      <a:pt x="168" y="130"/>
                      <a:pt x="168" y="131"/>
                    </a:cubicBezTo>
                    <a:cubicBezTo>
                      <a:pt x="169" y="132"/>
                      <a:pt x="169" y="133"/>
                      <a:pt x="169" y="133"/>
                    </a:cubicBezTo>
                    <a:cubicBezTo>
                      <a:pt x="169" y="134"/>
                      <a:pt x="169" y="135"/>
                      <a:pt x="169" y="135"/>
                    </a:cubicBezTo>
                    <a:cubicBezTo>
                      <a:pt x="169" y="138"/>
                      <a:pt x="168" y="139"/>
                      <a:pt x="167" y="141"/>
                    </a:cubicBezTo>
                    <a:cubicBezTo>
                      <a:pt x="165" y="142"/>
                      <a:pt x="163" y="142"/>
                      <a:pt x="161" y="142"/>
                    </a:cubicBezTo>
                    <a:cubicBezTo>
                      <a:pt x="158" y="142"/>
                      <a:pt x="156" y="141"/>
                      <a:pt x="155" y="140"/>
                    </a:cubicBezTo>
                    <a:cubicBezTo>
                      <a:pt x="154" y="139"/>
                      <a:pt x="153" y="137"/>
                      <a:pt x="153" y="134"/>
                    </a:cubicBezTo>
                    <a:cubicBezTo>
                      <a:pt x="153" y="132"/>
                      <a:pt x="153" y="132"/>
                      <a:pt x="153" y="132"/>
                    </a:cubicBezTo>
                    <a:close/>
                    <a:moveTo>
                      <a:pt x="129" y="140"/>
                    </a:moveTo>
                    <a:cubicBezTo>
                      <a:pt x="136" y="113"/>
                      <a:pt x="136" y="113"/>
                      <a:pt x="136" y="113"/>
                    </a:cubicBezTo>
                    <a:cubicBezTo>
                      <a:pt x="144" y="114"/>
                      <a:pt x="144" y="114"/>
                      <a:pt x="144" y="114"/>
                    </a:cubicBezTo>
                    <a:cubicBezTo>
                      <a:pt x="147" y="141"/>
                      <a:pt x="147" y="141"/>
                      <a:pt x="147" y="141"/>
                    </a:cubicBezTo>
                    <a:cubicBezTo>
                      <a:pt x="140" y="140"/>
                      <a:pt x="140" y="140"/>
                      <a:pt x="140" y="140"/>
                    </a:cubicBez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36" y="135"/>
                      <a:pt x="136" y="135"/>
                      <a:pt x="136" y="135"/>
                    </a:cubicBezTo>
                    <a:cubicBezTo>
                      <a:pt x="135" y="140"/>
                      <a:pt x="135" y="140"/>
                      <a:pt x="135" y="140"/>
                    </a:cubicBezTo>
                    <a:cubicBezTo>
                      <a:pt x="129" y="140"/>
                      <a:pt x="129" y="140"/>
                      <a:pt x="129" y="140"/>
                    </a:cubicBezTo>
                    <a:close/>
                    <a:moveTo>
                      <a:pt x="137" y="131"/>
                    </a:moveTo>
                    <a:cubicBezTo>
                      <a:pt x="140" y="131"/>
                      <a:pt x="140" y="131"/>
                      <a:pt x="140" y="131"/>
                    </a:cubicBezTo>
                    <a:cubicBezTo>
                      <a:pt x="140" y="123"/>
                      <a:pt x="140" y="123"/>
                      <a:pt x="140" y="123"/>
                    </a:cubicBezTo>
                    <a:cubicBezTo>
                      <a:pt x="140" y="122"/>
                      <a:pt x="140" y="121"/>
                      <a:pt x="140" y="121"/>
                    </a:cubicBezTo>
                    <a:cubicBezTo>
                      <a:pt x="140" y="120"/>
                      <a:pt x="140" y="119"/>
                      <a:pt x="140" y="118"/>
                    </a:cubicBezTo>
                    <a:cubicBezTo>
                      <a:pt x="140" y="119"/>
                      <a:pt x="140" y="119"/>
                      <a:pt x="139" y="120"/>
                    </a:cubicBezTo>
                    <a:cubicBezTo>
                      <a:pt x="139" y="121"/>
                      <a:pt x="139" y="122"/>
                      <a:pt x="139" y="123"/>
                    </a:cubicBezTo>
                    <a:cubicBezTo>
                      <a:pt x="137" y="131"/>
                      <a:pt x="137" y="131"/>
                      <a:pt x="137" y="131"/>
                    </a:cubicBezTo>
                    <a:close/>
                    <a:moveTo>
                      <a:pt x="113" y="136"/>
                    </a:moveTo>
                    <a:cubicBezTo>
                      <a:pt x="118" y="115"/>
                      <a:pt x="118" y="115"/>
                      <a:pt x="118" y="115"/>
                    </a:cubicBezTo>
                    <a:cubicBezTo>
                      <a:pt x="114" y="114"/>
                      <a:pt x="114" y="114"/>
                      <a:pt x="114" y="114"/>
                    </a:cubicBezTo>
                    <a:cubicBezTo>
                      <a:pt x="115" y="109"/>
                      <a:pt x="115" y="109"/>
                      <a:pt x="115" y="109"/>
                    </a:cubicBezTo>
                    <a:cubicBezTo>
                      <a:pt x="129" y="112"/>
                      <a:pt x="129" y="112"/>
                      <a:pt x="129" y="112"/>
                    </a:cubicBezTo>
                    <a:cubicBezTo>
                      <a:pt x="128" y="117"/>
                      <a:pt x="128" y="117"/>
                      <a:pt x="128" y="117"/>
                    </a:cubicBezTo>
                    <a:cubicBezTo>
                      <a:pt x="124" y="116"/>
                      <a:pt x="124" y="116"/>
                      <a:pt x="124" y="116"/>
                    </a:cubicBezTo>
                    <a:cubicBezTo>
                      <a:pt x="119" y="137"/>
                      <a:pt x="119" y="137"/>
                      <a:pt x="119" y="137"/>
                    </a:cubicBezTo>
                    <a:cubicBezTo>
                      <a:pt x="113" y="136"/>
                      <a:pt x="113" y="136"/>
                      <a:pt x="113" y="136"/>
                    </a:cubicBezTo>
                    <a:close/>
                    <a:moveTo>
                      <a:pt x="95" y="129"/>
                    </a:moveTo>
                    <a:cubicBezTo>
                      <a:pt x="105" y="104"/>
                      <a:pt x="105" y="104"/>
                      <a:pt x="105" y="104"/>
                    </a:cubicBezTo>
                    <a:cubicBezTo>
                      <a:pt x="111" y="107"/>
                      <a:pt x="111" y="107"/>
                      <a:pt x="111" y="107"/>
                    </a:cubicBezTo>
                    <a:cubicBezTo>
                      <a:pt x="101" y="131"/>
                      <a:pt x="101" y="131"/>
                      <a:pt x="101" y="131"/>
                    </a:cubicBezTo>
                    <a:cubicBezTo>
                      <a:pt x="95" y="129"/>
                      <a:pt x="95" y="129"/>
                      <a:pt x="95" y="129"/>
                    </a:cubicBezTo>
                    <a:close/>
                    <a:moveTo>
                      <a:pt x="78" y="110"/>
                    </a:moveTo>
                    <a:cubicBezTo>
                      <a:pt x="83" y="113"/>
                      <a:pt x="83" y="113"/>
                      <a:pt x="83" y="113"/>
                    </a:cubicBezTo>
                    <a:cubicBezTo>
                      <a:pt x="82" y="115"/>
                      <a:pt x="82" y="115"/>
                      <a:pt x="82" y="115"/>
                    </a:cubicBezTo>
                    <a:cubicBezTo>
                      <a:pt x="82" y="115"/>
                      <a:pt x="81" y="116"/>
                      <a:pt x="82" y="117"/>
                    </a:cubicBezTo>
                    <a:cubicBezTo>
                      <a:pt x="82" y="117"/>
                      <a:pt x="82" y="118"/>
                      <a:pt x="82" y="118"/>
                    </a:cubicBezTo>
                    <a:cubicBezTo>
                      <a:pt x="83" y="118"/>
                      <a:pt x="83" y="118"/>
                      <a:pt x="84" y="118"/>
                    </a:cubicBezTo>
                    <a:cubicBezTo>
                      <a:pt x="84" y="118"/>
                      <a:pt x="85" y="118"/>
                      <a:pt x="85" y="117"/>
                    </a:cubicBezTo>
                    <a:cubicBezTo>
                      <a:pt x="86" y="117"/>
                      <a:pt x="86" y="116"/>
                      <a:pt x="86" y="115"/>
                    </a:cubicBezTo>
                    <a:cubicBezTo>
                      <a:pt x="86" y="115"/>
                      <a:pt x="86" y="114"/>
                      <a:pt x="85" y="113"/>
                    </a:cubicBezTo>
                    <a:cubicBezTo>
                      <a:pt x="85" y="113"/>
                      <a:pt x="85" y="112"/>
                      <a:pt x="85" y="112"/>
                    </a:cubicBezTo>
                    <a:cubicBezTo>
                      <a:pt x="84" y="109"/>
                      <a:pt x="83" y="108"/>
                      <a:pt x="83" y="106"/>
                    </a:cubicBezTo>
                    <a:cubicBezTo>
                      <a:pt x="83" y="106"/>
                      <a:pt x="83" y="105"/>
                      <a:pt x="83" y="104"/>
                    </a:cubicBezTo>
                    <a:cubicBezTo>
                      <a:pt x="83" y="103"/>
                      <a:pt x="84" y="102"/>
                      <a:pt x="84" y="101"/>
                    </a:cubicBezTo>
                    <a:cubicBezTo>
                      <a:pt x="85" y="99"/>
                      <a:pt x="87" y="98"/>
                      <a:pt x="89" y="97"/>
                    </a:cubicBezTo>
                    <a:cubicBezTo>
                      <a:pt x="91" y="97"/>
                      <a:pt x="93" y="97"/>
                      <a:pt x="95" y="99"/>
                    </a:cubicBezTo>
                    <a:cubicBezTo>
                      <a:pt x="97" y="100"/>
                      <a:pt x="98" y="102"/>
                      <a:pt x="98" y="103"/>
                    </a:cubicBezTo>
                    <a:cubicBezTo>
                      <a:pt x="99" y="105"/>
                      <a:pt x="99" y="107"/>
                      <a:pt x="97" y="108"/>
                    </a:cubicBezTo>
                    <a:cubicBezTo>
                      <a:pt x="96" y="110"/>
                      <a:pt x="96" y="110"/>
                      <a:pt x="96" y="110"/>
                    </a:cubicBezTo>
                    <a:cubicBezTo>
                      <a:pt x="91" y="107"/>
                      <a:pt x="91" y="107"/>
                      <a:pt x="91" y="107"/>
                    </a:cubicBezTo>
                    <a:cubicBezTo>
                      <a:pt x="92" y="106"/>
                      <a:pt x="92" y="106"/>
                      <a:pt x="92" y="106"/>
                    </a:cubicBezTo>
                    <a:cubicBezTo>
                      <a:pt x="93" y="105"/>
                      <a:pt x="93" y="104"/>
                      <a:pt x="93" y="104"/>
                    </a:cubicBezTo>
                    <a:cubicBezTo>
                      <a:pt x="93" y="103"/>
                      <a:pt x="93" y="103"/>
                      <a:pt x="92" y="103"/>
                    </a:cubicBezTo>
                    <a:cubicBezTo>
                      <a:pt x="92" y="102"/>
                      <a:pt x="91" y="102"/>
                      <a:pt x="91" y="102"/>
                    </a:cubicBezTo>
                    <a:cubicBezTo>
                      <a:pt x="90" y="103"/>
                      <a:pt x="90" y="103"/>
                      <a:pt x="89" y="103"/>
                    </a:cubicBezTo>
                    <a:cubicBezTo>
                      <a:pt x="89" y="104"/>
                      <a:pt x="89" y="106"/>
                      <a:pt x="90" y="110"/>
                    </a:cubicBezTo>
                    <a:cubicBezTo>
                      <a:pt x="90" y="110"/>
                      <a:pt x="90" y="110"/>
                      <a:pt x="90" y="110"/>
                    </a:cubicBezTo>
                    <a:cubicBezTo>
                      <a:pt x="91" y="110"/>
                      <a:pt x="91" y="110"/>
                      <a:pt x="91" y="110"/>
                    </a:cubicBezTo>
                    <a:cubicBezTo>
                      <a:pt x="92" y="113"/>
                      <a:pt x="92" y="115"/>
                      <a:pt x="92" y="116"/>
                    </a:cubicBezTo>
                    <a:cubicBezTo>
                      <a:pt x="92" y="117"/>
                      <a:pt x="92" y="117"/>
                      <a:pt x="91" y="118"/>
                    </a:cubicBezTo>
                    <a:cubicBezTo>
                      <a:pt x="91" y="119"/>
                      <a:pt x="91" y="119"/>
                      <a:pt x="91" y="120"/>
                    </a:cubicBezTo>
                    <a:cubicBezTo>
                      <a:pt x="89" y="122"/>
                      <a:pt x="88" y="123"/>
                      <a:pt x="86" y="123"/>
                    </a:cubicBezTo>
                    <a:cubicBezTo>
                      <a:pt x="84" y="124"/>
                      <a:pt x="82" y="123"/>
                      <a:pt x="80" y="122"/>
                    </a:cubicBezTo>
                    <a:cubicBezTo>
                      <a:pt x="78" y="120"/>
                      <a:pt x="76" y="119"/>
                      <a:pt x="76" y="117"/>
                    </a:cubicBezTo>
                    <a:cubicBezTo>
                      <a:pt x="75" y="115"/>
                      <a:pt x="76" y="113"/>
                      <a:pt x="77" y="111"/>
                    </a:cubicBezTo>
                    <a:cubicBezTo>
                      <a:pt x="78" y="110"/>
                      <a:pt x="78" y="110"/>
                      <a:pt x="78" y="110"/>
                    </a:cubicBezTo>
                    <a:close/>
                    <a:moveTo>
                      <a:pt x="68" y="95"/>
                    </a:moveTo>
                    <a:cubicBezTo>
                      <a:pt x="69" y="95"/>
                      <a:pt x="70" y="96"/>
                      <a:pt x="71" y="96"/>
                    </a:cubicBezTo>
                    <a:cubicBezTo>
                      <a:pt x="71" y="96"/>
                      <a:pt x="72" y="96"/>
                      <a:pt x="72" y="95"/>
                    </a:cubicBezTo>
                    <a:cubicBezTo>
                      <a:pt x="73" y="94"/>
                      <a:pt x="73" y="94"/>
                      <a:pt x="73" y="94"/>
                    </a:cubicBezTo>
                    <a:cubicBezTo>
                      <a:pt x="74" y="93"/>
                      <a:pt x="74" y="92"/>
                      <a:pt x="74" y="92"/>
                    </a:cubicBezTo>
                    <a:cubicBezTo>
                      <a:pt x="74" y="91"/>
                      <a:pt x="73" y="91"/>
                      <a:pt x="72" y="90"/>
                    </a:cubicBezTo>
                    <a:cubicBezTo>
                      <a:pt x="72" y="90"/>
                      <a:pt x="72" y="90"/>
                      <a:pt x="72" y="90"/>
                    </a:cubicBezTo>
                    <a:cubicBezTo>
                      <a:pt x="68" y="95"/>
                      <a:pt x="68" y="95"/>
                      <a:pt x="68" y="95"/>
                    </a:cubicBezTo>
                    <a:close/>
                    <a:moveTo>
                      <a:pt x="54" y="103"/>
                    </a:moveTo>
                    <a:cubicBezTo>
                      <a:pt x="70" y="82"/>
                      <a:pt x="70" y="82"/>
                      <a:pt x="70" y="82"/>
                    </a:cubicBezTo>
                    <a:cubicBezTo>
                      <a:pt x="77" y="88"/>
                      <a:pt x="77" y="88"/>
                      <a:pt x="77" y="88"/>
                    </a:cubicBezTo>
                    <a:cubicBezTo>
                      <a:pt x="79" y="89"/>
                      <a:pt x="80" y="91"/>
                      <a:pt x="80" y="92"/>
                    </a:cubicBezTo>
                    <a:cubicBezTo>
                      <a:pt x="80" y="94"/>
                      <a:pt x="80" y="95"/>
                      <a:pt x="79" y="97"/>
                    </a:cubicBezTo>
                    <a:cubicBezTo>
                      <a:pt x="78" y="97"/>
                      <a:pt x="78" y="97"/>
                      <a:pt x="78" y="97"/>
                    </a:cubicBezTo>
                    <a:cubicBezTo>
                      <a:pt x="78" y="98"/>
                      <a:pt x="78" y="98"/>
                      <a:pt x="78" y="98"/>
                    </a:cubicBezTo>
                    <a:cubicBezTo>
                      <a:pt x="77" y="99"/>
                      <a:pt x="76" y="100"/>
                      <a:pt x="75" y="100"/>
                    </a:cubicBezTo>
                    <a:cubicBezTo>
                      <a:pt x="74" y="100"/>
                      <a:pt x="73" y="100"/>
                      <a:pt x="72" y="100"/>
                    </a:cubicBezTo>
                    <a:cubicBezTo>
                      <a:pt x="72" y="101"/>
                      <a:pt x="73" y="102"/>
                      <a:pt x="73" y="103"/>
                    </a:cubicBezTo>
                    <a:cubicBezTo>
                      <a:pt x="73" y="104"/>
                      <a:pt x="72" y="105"/>
                      <a:pt x="71" y="106"/>
                    </a:cubicBezTo>
                    <a:cubicBezTo>
                      <a:pt x="67" y="111"/>
                      <a:pt x="67" y="111"/>
                      <a:pt x="67" y="111"/>
                    </a:cubicBezTo>
                    <a:cubicBezTo>
                      <a:pt x="67" y="111"/>
                      <a:pt x="66" y="112"/>
                      <a:pt x="66" y="112"/>
                    </a:cubicBezTo>
                    <a:cubicBezTo>
                      <a:pt x="66" y="112"/>
                      <a:pt x="66" y="113"/>
                      <a:pt x="66" y="113"/>
                    </a:cubicBezTo>
                    <a:cubicBezTo>
                      <a:pt x="61" y="109"/>
                      <a:pt x="61" y="109"/>
                      <a:pt x="61" y="109"/>
                    </a:cubicBezTo>
                    <a:cubicBezTo>
                      <a:pt x="61" y="109"/>
                      <a:pt x="61" y="109"/>
                      <a:pt x="62" y="108"/>
                    </a:cubicBezTo>
                    <a:cubicBezTo>
                      <a:pt x="62" y="108"/>
                      <a:pt x="62" y="107"/>
                      <a:pt x="63" y="107"/>
                    </a:cubicBezTo>
                    <a:cubicBezTo>
                      <a:pt x="66" y="103"/>
                      <a:pt x="66" y="103"/>
                      <a:pt x="66" y="103"/>
                    </a:cubicBezTo>
                    <a:cubicBezTo>
                      <a:pt x="67" y="102"/>
                      <a:pt x="67" y="101"/>
                      <a:pt x="67" y="100"/>
                    </a:cubicBezTo>
                    <a:cubicBezTo>
                      <a:pt x="67" y="99"/>
                      <a:pt x="67" y="99"/>
                      <a:pt x="66" y="98"/>
                    </a:cubicBezTo>
                    <a:cubicBezTo>
                      <a:pt x="58" y="107"/>
                      <a:pt x="58" y="107"/>
                      <a:pt x="58" y="107"/>
                    </a:cubicBezTo>
                    <a:cubicBezTo>
                      <a:pt x="54" y="103"/>
                      <a:pt x="54" y="103"/>
                      <a:pt x="54" y="103"/>
                    </a:cubicBezTo>
                    <a:close/>
                    <a:moveTo>
                      <a:pt x="37" y="87"/>
                    </a:moveTo>
                    <a:cubicBezTo>
                      <a:pt x="57" y="69"/>
                      <a:pt x="57" y="69"/>
                      <a:pt x="57" y="69"/>
                    </a:cubicBezTo>
                    <a:cubicBezTo>
                      <a:pt x="66" y="78"/>
                      <a:pt x="66" y="78"/>
                      <a:pt x="66" y="78"/>
                    </a:cubicBezTo>
                    <a:cubicBezTo>
                      <a:pt x="62" y="82"/>
                      <a:pt x="62" y="82"/>
                      <a:pt x="62" y="82"/>
                    </a:cubicBezTo>
                    <a:cubicBezTo>
                      <a:pt x="57" y="77"/>
                      <a:pt x="57" y="77"/>
                      <a:pt x="57" y="77"/>
                    </a:cubicBezTo>
                    <a:cubicBezTo>
                      <a:pt x="53" y="80"/>
                      <a:pt x="53" y="80"/>
                      <a:pt x="53" y="80"/>
                    </a:cubicBezTo>
                    <a:cubicBezTo>
                      <a:pt x="58" y="85"/>
                      <a:pt x="58" y="85"/>
                      <a:pt x="58" y="85"/>
                    </a:cubicBezTo>
                    <a:cubicBezTo>
                      <a:pt x="54" y="89"/>
                      <a:pt x="54" y="89"/>
                      <a:pt x="54" y="89"/>
                    </a:cubicBezTo>
                    <a:cubicBezTo>
                      <a:pt x="50" y="84"/>
                      <a:pt x="50" y="84"/>
                      <a:pt x="50" y="84"/>
                    </a:cubicBezTo>
                    <a:cubicBezTo>
                      <a:pt x="45" y="88"/>
                      <a:pt x="45" y="88"/>
                      <a:pt x="45" y="88"/>
                    </a:cubicBezTo>
                    <a:cubicBezTo>
                      <a:pt x="51" y="93"/>
                      <a:pt x="51" y="93"/>
                      <a:pt x="51" y="93"/>
                    </a:cubicBezTo>
                    <a:cubicBezTo>
                      <a:pt x="47" y="97"/>
                      <a:pt x="47" y="97"/>
                      <a:pt x="47" y="97"/>
                    </a:cubicBezTo>
                    <a:cubicBezTo>
                      <a:pt x="37" y="87"/>
                      <a:pt x="37" y="87"/>
                      <a:pt x="37" y="87"/>
                    </a:cubicBezTo>
                    <a:close/>
                    <a:moveTo>
                      <a:pt x="25" y="70"/>
                    </a:moveTo>
                    <a:cubicBezTo>
                      <a:pt x="45" y="51"/>
                      <a:pt x="45" y="51"/>
                      <a:pt x="45" y="51"/>
                    </a:cubicBezTo>
                    <a:cubicBezTo>
                      <a:pt x="48" y="57"/>
                      <a:pt x="48" y="57"/>
                      <a:pt x="48" y="57"/>
                    </a:cubicBezTo>
                    <a:cubicBezTo>
                      <a:pt x="40" y="64"/>
                      <a:pt x="40" y="64"/>
                      <a:pt x="40" y="64"/>
                    </a:cubicBezTo>
                    <a:cubicBezTo>
                      <a:pt x="39" y="64"/>
                      <a:pt x="38" y="65"/>
                      <a:pt x="37" y="66"/>
                    </a:cubicBezTo>
                    <a:cubicBezTo>
                      <a:pt x="36" y="67"/>
                      <a:pt x="34" y="68"/>
                      <a:pt x="32" y="69"/>
                    </a:cubicBezTo>
                    <a:cubicBezTo>
                      <a:pt x="34" y="68"/>
                      <a:pt x="37" y="67"/>
                      <a:pt x="39" y="65"/>
                    </a:cubicBezTo>
                    <a:cubicBezTo>
                      <a:pt x="40" y="65"/>
                      <a:pt x="40" y="65"/>
                      <a:pt x="40" y="65"/>
                    </a:cubicBezTo>
                    <a:cubicBezTo>
                      <a:pt x="50" y="60"/>
                      <a:pt x="50" y="60"/>
                      <a:pt x="50" y="60"/>
                    </a:cubicBezTo>
                    <a:cubicBezTo>
                      <a:pt x="54" y="65"/>
                      <a:pt x="54" y="65"/>
                      <a:pt x="54" y="65"/>
                    </a:cubicBezTo>
                    <a:cubicBezTo>
                      <a:pt x="29" y="76"/>
                      <a:pt x="29" y="76"/>
                      <a:pt x="29" y="76"/>
                    </a:cubicBezTo>
                    <a:cubicBezTo>
                      <a:pt x="25" y="70"/>
                      <a:pt x="25" y="70"/>
                      <a:pt x="25" y="70"/>
                    </a:cubicBezTo>
                    <a:close/>
                    <a:moveTo>
                      <a:pt x="15" y="53"/>
                    </a:moveTo>
                    <a:cubicBezTo>
                      <a:pt x="39" y="41"/>
                      <a:pt x="39" y="41"/>
                      <a:pt x="39" y="41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18" y="58"/>
                      <a:pt x="18" y="58"/>
                      <a:pt x="18" y="58"/>
                    </a:cubicBezTo>
                    <a:cubicBezTo>
                      <a:pt x="15" y="53"/>
                      <a:pt x="15" y="53"/>
                      <a:pt x="15" y="53"/>
                    </a:cubicBezTo>
                    <a:close/>
                    <a:moveTo>
                      <a:pt x="5" y="29"/>
                    </a:moveTo>
                    <a:cubicBezTo>
                      <a:pt x="31" y="20"/>
                      <a:pt x="31" y="20"/>
                      <a:pt x="31" y="20"/>
                    </a:cubicBezTo>
                    <a:cubicBezTo>
                      <a:pt x="33" y="26"/>
                      <a:pt x="33" y="26"/>
                      <a:pt x="33" y="26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3" y="33"/>
                      <a:pt x="22" y="34"/>
                      <a:pt x="20" y="35"/>
                    </a:cubicBezTo>
                    <a:cubicBezTo>
                      <a:pt x="19" y="36"/>
                      <a:pt x="18" y="36"/>
                      <a:pt x="17" y="37"/>
                    </a:cubicBezTo>
                    <a:cubicBezTo>
                      <a:pt x="18" y="37"/>
                      <a:pt x="19" y="36"/>
                      <a:pt x="21" y="35"/>
                    </a:cubicBezTo>
                    <a:cubicBezTo>
                      <a:pt x="22" y="35"/>
                      <a:pt x="23" y="34"/>
                      <a:pt x="25" y="34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6" y="36"/>
                      <a:pt x="36" y="36"/>
                      <a:pt x="36" y="36"/>
                    </a:cubicBezTo>
                    <a:cubicBezTo>
                      <a:pt x="11" y="45"/>
                      <a:pt x="11" y="45"/>
                      <a:pt x="11" y="45"/>
                    </a:cubicBezTo>
                    <a:cubicBezTo>
                      <a:pt x="9" y="39"/>
                      <a:pt x="9" y="39"/>
                      <a:pt x="9" y="39"/>
                    </a:cubicBezTo>
                    <a:cubicBezTo>
                      <a:pt x="19" y="32"/>
                      <a:pt x="19" y="32"/>
                      <a:pt x="19" y="32"/>
                    </a:cubicBezTo>
                    <a:cubicBezTo>
                      <a:pt x="20" y="31"/>
                      <a:pt x="21" y="30"/>
                      <a:pt x="22" y="29"/>
                    </a:cubicBezTo>
                    <a:cubicBezTo>
                      <a:pt x="23" y="29"/>
                      <a:pt x="24" y="28"/>
                      <a:pt x="25" y="27"/>
                    </a:cubicBezTo>
                    <a:cubicBezTo>
                      <a:pt x="23" y="28"/>
                      <a:pt x="22" y="29"/>
                      <a:pt x="20" y="30"/>
                    </a:cubicBezTo>
                    <a:cubicBezTo>
                      <a:pt x="18" y="30"/>
                      <a:pt x="17" y="31"/>
                      <a:pt x="15" y="31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5" y="29"/>
                      <a:pt x="5" y="29"/>
                      <a:pt x="5" y="29"/>
                    </a:cubicBezTo>
                    <a:close/>
                    <a:moveTo>
                      <a:pt x="27" y="6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7" y="8"/>
                      <a:pt x="6" y="8"/>
                      <a:pt x="6" y="9"/>
                    </a:cubicBezTo>
                    <a:cubicBezTo>
                      <a:pt x="5" y="9"/>
                      <a:pt x="5" y="10"/>
                      <a:pt x="5" y="10"/>
                    </a:cubicBezTo>
                    <a:cubicBezTo>
                      <a:pt x="5" y="11"/>
                      <a:pt x="6" y="11"/>
                      <a:pt x="6" y="12"/>
                    </a:cubicBezTo>
                    <a:cubicBezTo>
                      <a:pt x="7" y="12"/>
                      <a:pt x="7" y="12"/>
                      <a:pt x="8" y="12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7" y="18"/>
                      <a:pt x="5" y="18"/>
                      <a:pt x="3" y="16"/>
                    </a:cubicBezTo>
                    <a:cubicBezTo>
                      <a:pt x="2" y="15"/>
                      <a:pt x="1" y="13"/>
                      <a:pt x="1" y="11"/>
                    </a:cubicBezTo>
                    <a:cubicBezTo>
                      <a:pt x="0" y="8"/>
                      <a:pt x="1" y="6"/>
                      <a:pt x="2" y="5"/>
                    </a:cubicBezTo>
                    <a:cubicBezTo>
                      <a:pt x="3" y="3"/>
                      <a:pt x="5" y="2"/>
                      <a:pt x="8" y="2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7" y="6"/>
                      <a:pt x="27" y="6"/>
                      <a:pt x="27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" name="Freeform 18"/>
              <p:cNvSpPr>
                <a:spLocks noEditPoints="1"/>
              </p:cNvSpPr>
              <p:nvPr/>
            </p:nvSpPr>
            <p:spPr bwMode="auto">
              <a:xfrm>
                <a:off x="3851276" y="1292225"/>
                <a:ext cx="1435100" cy="1433513"/>
              </a:xfrm>
              <a:custGeom>
                <a:avLst/>
                <a:gdLst>
                  <a:gd name="T0" fmla="*/ 191 w 381"/>
                  <a:gd name="T1" fmla="*/ 0 h 381"/>
                  <a:gd name="T2" fmla="*/ 381 w 381"/>
                  <a:gd name="T3" fmla="*/ 191 h 381"/>
                  <a:gd name="T4" fmla="*/ 191 w 381"/>
                  <a:gd name="T5" fmla="*/ 381 h 381"/>
                  <a:gd name="T6" fmla="*/ 0 w 381"/>
                  <a:gd name="T7" fmla="*/ 191 h 381"/>
                  <a:gd name="T8" fmla="*/ 191 w 381"/>
                  <a:gd name="T9" fmla="*/ 0 h 381"/>
                  <a:gd name="T10" fmla="*/ 191 w 381"/>
                  <a:gd name="T11" fmla="*/ 17 h 381"/>
                  <a:gd name="T12" fmla="*/ 365 w 381"/>
                  <a:gd name="T13" fmla="*/ 191 h 381"/>
                  <a:gd name="T14" fmla="*/ 191 w 381"/>
                  <a:gd name="T15" fmla="*/ 365 h 381"/>
                  <a:gd name="T16" fmla="*/ 16 w 381"/>
                  <a:gd name="T17" fmla="*/ 191 h 381"/>
                  <a:gd name="T18" fmla="*/ 191 w 381"/>
                  <a:gd name="T19" fmla="*/ 17 h 381"/>
                  <a:gd name="T20" fmla="*/ 191 w 381"/>
                  <a:gd name="T21" fmla="*/ 21 h 381"/>
                  <a:gd name="T22" fmla="*/ 361 w 381"/>
                  <a:gd name="T23" fmla="*/ 191 h 381"/>
                  <a:gd name="T24" fmla="*/ 191 w 381"/>
                  <a:gd name="T25" fmla="*/ 361 h 381"/>
                  <a:gd name="T26" fmla="*/ 20 w 381"/>
                  <a:gd name="T27" fmla="*/ 191 h 381"/>
                  <a:gd name="T28" fmla="*/ 191 w 381"/>
                  <a:gd name="T29" fmla="*/ 21 h 381"/>
                  <a:gd name="T30" fmla="*/ 191 w 381"/>
                  <a:gd name="T31" fmla="*/ 73 h 381"/>
                  <a:gd name="T32" fmla="*/ 309 w 381"/>
                  <a:gd name="T33" fmla="*/ 191 h 381"/>
                  <a:gd name="T34" fmla="*/ 191 w 381"/>
                  <a:gd name="T35" fmla="*/ 309 h 381"/>
                  <a:gd name="T36" fmla="*/ 72 w 381"/>
                  <a:gd name="T37" fmla="*/ 191 h 381"/>
                  <a:gd name="T38" fmla="*/ 191 w 381"/>
                  <a:gd name="T39" fmla="*/ 73 h 381"/>
                  <a:gd name="T40" fmla="*/ 191 w 381"/>
                  <a:gd name="T41" fmla="*/ 76 h 381"/>
                  <a:gd name="T42" fmla="*/ 305 w 381"/>
                  <a:gd name="T43" fmla="*/ 191 h 381"/>
                  <a:gd name="T44" fmla="*/ 191 w 381"/>
                  <a:gd name="T45" fmla="*/ 306 h 381"/>
                  <a:gd name="T46" fmla="*/ 76 w 381"/>
                  <a:gd name="T47" fmla="*/ 191 h 381"/>
                  <a:gd name="T48" fmla="*/ 191 w 381"/>
                  <a:gd name="T49" fmla="*/ 76 h 381"/>
                  <a:gd name="T50" fmla="*/ 191 w 381"/>
                  <a:gd name="T51" fmla="*/ 9 h 381"/>
                  <a:gd name="T52" fmla="*/ 372 w 381"/>
                  <a:gd name="T53" fmla="*/ 191 h 381"/>
                  <a:gd name="T54" fmla="*/ 191 w 381"/>
                  <a:gd name="T55" fmla="*/ 373 h 381"/>
                  <a:gd name="T56" fmla="*/ 9 w 381"/>
                  <a:gd name="T57" fmla="*/ 191 h 381"/>
                  <a:gd name="T58" fmla="*/ 191 w 381"/>
                  <a:gd name="T59" fmla="*/ 9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81" h="381">
                    <a:moveTo>
                      <a:pt x="191" y="0"/>
                    </a:moveTo>
                    <a:cubicBezTo>
                      <a:pt x="296" y="0"/>
                      <a:pt x="381" y="86"/>
                      <a:pt x="381" y="191"/>
                    </a:cubicBezTo>
                    <a:cubicBezTo>
                      <a:pt x="381" y="296"/>
                      <a:pt x="296" y="381"/>
                      <a:pt x="191" y="381"/>
                    </a:cubicBezTo>
                    <a:cubicBezTo>
                      <a:pt x="86" y="381"/>
                      <a:pt x="0" y="296"/>
                      <a:pt x="0" y="191"/>
                    </a:cubicBezTo>
                    <a:cubicBezTo>
                      <a:pt x="0" y="86"/>
                      <a:pt x="86" y="0"/>
                      <a:pt x="191" y="0"/>
                    </a:cubicBezTo>
                    <a:close/>
                    <a:moveTo>
                      <a:pt x="191" y="17"/>
                    </a:moveTo>
                    <a:cubicBezTo>
                      <a:pt x="286" y="17"/>
                      <a:pt x="365" y="95"/>
                      <a:pt x="365" y="191"/>
                    </a:cubicBezTo>
                    <a:cubicBezTo>
                      <a:pt x="365" y="287"/>
                      <a:pt x="286" y="365"/>
                      <a:pt x="191" y="365"/>
                    </a:cubicBezTo>
                    <a:cubicBezTo>
                      <a:pt x="95" y="365"/>
                      <a:pt x="16" y="287"/>
                      <a:pt x="16" y="191"/>
                    </a:cubicBezTo>
                    <a:cubicBezTo>
                      <a:pt x="16" y="95"/>
                      <a:pt x="95" y="17"/>
                      <a:pt x="191" y="17"/>
                    </a:cubicBezTo>
                    <a:close/>
                    <a:moveTo>
                      <a:pt x="191" y="21"/>
                    </a:moveTo>
                    <a:cubicBezTo>
                      <a:pt x="284" y="21"/>
                      <a:pt x="361" y="97"/>
                      <a:pt x="361" y="191"/>
                    </a:cubicBezTo>
                    <a:cubicBezTo>
                      <a:pt x="361" y="285"/>
                      <a:pt x="284" y="361"/>
                      <a:pt x="191" y="361"/>
                    </a:cubicBezTo>
                    <a:cubicBezTo>
                      <a:pt x="97" y="361"/>
                      <a:pt x="20" y="285"/>
                      <a:pt x="20" y="191"/>
                    </a:cubicBezTo>
                    <a:cubicBezTo>
                      <a:pt x="20" y="97"/>
                      <a:pt x="97" y="21"/>
                      <a:pt x="191" y="21"/>
                    </a:cubicBezTo>
                    <a:close/>
                    <a:moveTo>
                      <a:pt x="191" y="73"/>
                    </a:moveTo>
                    <a:cubicBezTo>
                      <a:pt x="256" y="73"/>
                      <a:pt x="309" y="126"/>
                      <a:pt x="309" y="191"/>
                    </a:cubicBezTo>
                    <a:cubicBezTo>
                      <a:pt x="309" y="256"/>
                      <a:pt x="256" y="309"/>
                      <a:pt x="191" y="309"/>
                    </a:cubicBezTo>
                    <a:cubicBezTo>
                      <a:pt x="126" y="309"/>
                      <a:pt x="72" y="256"/>
                      <a:pt x="72" y="191"/>
                    </a:cubicBezTo>
                    <a:cubicBezTo>
                      <a:pt x="72" y="126"/>
                      <a:pt x="126" y="73"/>
                      <a:pt x="191" y="73"/>
                    </a:cubicBezTo>
                    <a:close/>
                    <a:moveTo>
                      <a:pt x="191" y="76"/>
                    </a:moveTo>
                    <a:cubicBezTo>
                      <a:pt x="254" y="76"/>
                      <a:pt x="305" y="128"/>
                      <a:pt x="305" y="191"/>
                    </a:cubicBezTo>
                    <a:cubicBezTo>
                      <a:pt x="305" y="254"/>
                      <a:pt x="254" y="306"/>
                      <a:pt x="191" y="306"/>
                    </a:cubicBezTo>
                    <a:cubicBezTo>
                      <a:pt x="127" y="306"/>
                      <a:pt x="76" y="254"/>
                      <a:pt x="76" y="191"/>
                    </a:cubicBezTo>
                    <a:cubicBezTo>
                      <a:pt x="76" y="128"/>
                      <a:pt x="127" y="76"/>
                      <a:pt x="191" y="76"/>
                    </a:cubicBezTo>
                    <a:close/>
                    <a:moveTo>
                      <a:pt x="191" y="9"/>
                    </a:moveTo>
                    <a:cubicBezTo>
                      <a:pt x="291" y="9"/>
                      <a:pt x="372" y="91"/>
                      <a:pt x="372" y="191"/>
                    </a:cubicBezTo>
                    <a:cubicBezTo>
                      <a:pt x="372" y="291"/>
                      <a:pt x="291" y="373"/>
                      <a:pt x="191" y="373"/>
                    </a:cubicBezTo>
                    <a:cubicBezTo>
                      <a:pt x="90" y="373"/>
                      <a:pt x="9" y="291"/>
                      <a:pt x="9" y="191"/>
                    </a:cubicBezTo>
                    <a:cubicBezTo>
                      <a:pt x="9" y="91"/>
                      <a:pt x="90" y="9"/>
                      <a:pt x="191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4" name="Freeform 19"/>
              <p:cNvSpPr>
                <a:spLocks noEditPoints="1"/>
              </p:cNvSpPr>
              <p:nvPr/>
            </p:nvSpPr>
            <p:spPr bwMode="auto">
              <a:xfrm>
                <a:off x="4416426" y="1778000"/>
                <a:ext cx="304800" cy="225425"/>
              </a:xfrm>
              <a:custGeom>
                <a:avLst/>
                <a:gdLst>
                  <a:gd name="T0" fmla="*/ 70 w 81"/>
                  <a:gd name="T1" fmla="*/ 19 h 60"/>
                  <a:gd name="T2" fmla="*/ 79 w 81"/>
                  <a:gd name="T3" fmla="*/ 14 h 60"/>
                  <a:gd name="T4" fmla="*/ 61 w 81"/>
                  <a:gd name="T5" fmla="*/ 19 h 60"/>
                  <a:gd name="T6" fmla="*/ 46 w 81"/>
                  <a:gd name="T7" fmla="*/ 34 h 60"/>
                  <a:gd name="T8" fmla="*/ 49 w 81"/>
                  <a:gd name="T9" fmla="*/ 37 h 60"/>
                  <a:gd name="T10" fmla="*/ 51 w 81"/>
                  <a:gd name="T11" fmla="*/ 43 h 60"/>
                  <a:gd name="T12" fmla="*/ 30 w 81"/>
                  <a:gd name="T13" fmla="*/ 43 h 60"/>
                  <a:gd name="T14" fmla="*/ 25 w 81"/>
                  <a:gd name="T15" fmla="*/ 41 h 60"/>
                  <a:gd name="T16" fmla="*/ 33 w 81"/>
                  <a:gd name="T17" fmla="*/ 36 h 60"/>
                  <a:gd name="T18" fmla="*/ 35 w 81"/>
                  <a:gd name="T19" fmla="*/ 30 h 60"/>
                  <a:gd name="T20" fmla="*/ 55 w 81"/>
                  <a:gd name="T21" fmla="*/ 35 h 60"/>
                  <a:gd name="T22" fmla="*/ 21 w 81"/>
                  <a:gd name="T23" fmla="*/ 39 h 60"/>
                  <a:gd name="T24" fmla="*/ 27 w 81"/>
                  <a:gd name="T25" fmla="*/ 34 h 60"/>
                  <a:gd name="T26" fmla="*/ 55 w 81"/>
                  <a:gd name="T27" fmla="*/ 50 h 60"/>
                  <a:gd name="T28" fmla="*/ 52 w 81"/>
                  <a:gd name="T29" fmla="*/ 59 h 60"/>
                  <a:gd name="T30" fmla="*/ 29 w 81"/>
                  <a:gd name="T31" fmla="*/ 43 h 60"/>
                  <a:gd name="T32" fmla="*/ 25 w 81"/>
                  <a:gd name="T33" fmla="*/ 53 h 60"/>
                  <a:gd name="T34" fmla="*/ 20 w 81"/>
                  <a:gd name="T35" fmla="*/ 46 h 60"/>
                  <a:gd name="T36" fmla="*/ 18 w 81"/>
                  <a:gd name="T37" fmla="*/ 52 h 60"/>
                  <a:gd name="T38" fmla="*/ 13 w 81"/>
                  <a:gd name="T39" fmla="*/ 59 h 60"/>
                  <a:gd name="T40" fmla="*/ 13 w 81"/>
                  <a:gd name="T41" fmla="*/ 41 h 60"/>
                  <a:gd name="T42" fmla="*/ 25 w 81"/>
                  <a:gd name="T43" fmla="*/ 29 h 60"/>
                  <a:gd name="T44" fmla="*/ 6 w 81"/>
                  <a:gd name="T45" fmla="*/ 35 h 60"/>
                  <a:gd name="T46" fmla="*/ 79 w 81"/>
                  <a:gd name="T47" fmla="*/ 29 h 60"/>
                  <a:gd name="T48" fmla="*/ 64 w 81"/>
                  <a:gd name="T49" fmla="*/ 35 h 60"/>
                  <a:gd name="T50" fmla="*/ 12 w 81"/>
                  <a:gd name="T51" fmla="*/ 24 h 60"/>
                  <a:gd name="T52" fmla="*/ 30 w 81"/>
                  <a:gd name="T53" fmla="*/ 28 h 60"/>
                  <a:gd name="T54" fmla="*/ 41 w 81"/>
                  <a:gd name="T55" fmla="*/ 28 h 60"/>
                  <a:gd name="T56" fmla="*/ 51 w 81"/>
                  <a:gd name="T57" fmla="*/ 28 h 60"/>
                  <a:gd name="T58" fmla="*/ 69 w 81"/>
                  <a:gd name="T59" fmla="*/ 24 h 60"/>
                  <a:gd name="T60" fmla="*/ 69 w 81"/>
                  <a:gd name="T61" fmla="*/ 59 h 60"/>
                  <a:gd name="T62" fmla="*/ 52 w 81"/>
                  <a:gd name="T63" fmla="*/ 60 h 60"/>
                  <a:gd name="T64" fmla="*/ 25 w 81"/>
                  <a:gd name="T65" fmla="*/ 60 h 60"/>
                  <a:gd name="T66" fmla="*/ 0 w 81"/>
                  <a:gd name="T67" fmla="*/ 35 h 60"/>
                  <a:gd name="T68" fmla="*/ 6 w 81"/>
                  <a:gd name="T69" fmla="*/ 18 h 60"/>
                  <a:gd name="T70" fmla="*/ 15 w 81"/>
                  <a:gd name="T71" fmla="*/ 12 h 60"/>
                  <a:gd name="T72" fmla="*/ 23 w 81"/>
                  <a:gd name="T73" fmla="*/ 0 h 60"/>
                  <a:gd name="T74" fmla="*/ 32 w 81"/>
                  <a:gd name="T75" fmla="*/ 6 h 60"/>
                  <a:gd name="T76" fmla="*/ 39 w 81"/>
                  <a:gd name="T77" fmla="*/ 6 h 60"/>
                  <a:gd name="T78" fmla="*/ 48 w 81"/>
                  <a:gd name="T79" fmla="*/ 1 h 60"/>
                  <a:gd name="T80" fmla="*/ 58 w 81"/>
                  <a:gd name="T81" fmla="*/ 0 h 60"/>
                  <a:gd name="T82" fmla="*/ 66 w 81"/>
                  <a:gd name="T83" fmla="*/ 18 h 60"/>
                  <a:gd name="T84" fmla="*/ 72 w 81"/>
                  <a:gd name="T85" fmla="*/ 18 h 60"/>
                  <a:gd name="T86" fmla="*/ 81 w 81"/>
                  <a:gd name="T87" fmla="*/ 14 h 60"/>
                  <a:gd name="T88" fmla="*/ 23 w 81"/>
                  <a:gd name="T89" fmla="*/ 14 h 60"/>
                  <a:gd name="T90" fmla="*/ 14 w 81"/>
                  <a:gd name="T91" fmla="*/ 18 h 60"/>
                  <a:gd name="T92" fmla="*/ 5 w 81"/>
                  <a:gd name="T93" fmla="*/ 19 h 60"/>
                  <a:gd name="T94" fmla="*/ 23 w 81"/>
                  <a:gd name="T95" fmla="*/ 18 h 60"/>
                  <a:gd name="T96" fmla="*/ 36 w 81"/>
                  <a:gd name="T97" fmla="*/ 22 h 60"/>
                  <a:gd name="T98" fmla="*/ 49 w 81"/>
                  <a:gd name="T99" fmla="*/ 18 h 60"/>
                  <a:gd name="T100" fmla="*/ 57 w 81"/>
                  <a:gd name="T101" fmla="*/ 59 h 60"/>
                  <a:gd name="T102" fmla="*/ 24 w 81"/>
                  <a:gd name="T103" fmla="*/ 1 h 60"/>
                  <a:gd name="T104" fmla="*/ 37 w 81"/>
                  <a:gd name="T105" fmla="*/ 1 h 60"/>
                  <a:gd name="T106" fmla="*/ 47 w 81"/>
                  <a:gd name="T107" fmla="*/ 6 h 60"/>
                  <a:gd name="T108" fmla="*/ 24 w 81"/>
                  <a:gd name="T109" fmla="*/ 10 h 60"/>
                  <a:gd name="T110" fmla="*/ 41 w 81"/>
                  <a:gd name="T111" fmla="*/ 16 h 60"/>
                  <a:gd name="T112" fmla="*/ 51 w 81"/>
                  <a:gd name="T113" fmla="*/ 16 h 60"/>
                  <a:gd name="T114" fmla="*/ 65 w 81"/>
                  <a:gd name="T115" fmla="*/ 45 h 60"/>
                  <a:gd name="T116" fmla="*/ 57 w 81"/>
                  <a:gd name="T117" fmla="*/ 45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81" h="60">
                    <a:moveTo>
                      <a:pt x="63" y="19"/>
                    </a:moveTo>
                    <a:cubicBezTo>
                      <a:pt x="66" y="19"/>
                      <a:pt x="66" y="19"/>
                      <a:pt x="66" y="19"/>
                    </a:cubicBezTo>
                    <a:cubicBezTo>
                      <a:pt x="66" y="19"/>
                      <a:pt x="66" y="19"/>
                      <a:pt x="66" y="19"/>
                    </a:cubicBezTo>
                    <a:cubicBezTo>
                      <a:pt x="67" y="19"/>
                      <a:pt x="67" y="19"/>
                      <a:pt x="67" y="19"/>
                    </a:cubicBezTo>
                    <a:cubicBezTo>
                      <a:pt x="67" y="19"/>
                      <a:pt x="67" y="19"/>
                      <a:pt x="67" y="19"/>
                    </a:cubicBezTo>
                    <a:cubicBezTo>
                      <a:pt x="67" y="18"/>
                      <a:pt x="67" y="18"/>
                      <a:pt x="67" y="18"/>
                    </a:cubicBezTo>
                    <a:cubicBezTo>
                      <a:pt x="67" y="14"/>
                      <a:pt x="67" y="14"/>
                      <a:pt x="67" y="14"/>
                    </a:cubicBezTo>
                    <a:cubicBezTo>
                      <a:pt x="70" y="14"/>
                      <a:pt x="70" y="14"/>
                      <a:pt x="70" y="14"/>
                    </a:cubicBezTo>
                    <a:cubicBezTo>
                      <a:pt x="70" y="19"/>
                      <a:pt x="70" y="19"/>
                      <a:pt x="70" y="19"/>
                    </a:cubicBezTo>
                    <a:cubicBezTo>
                      <a:pt x="72" y="19"/>
                      <a:pt x="72" y="19"/>
                      <a:pt x="72" y="19"/>
                    </a:cubicBezTo>
                    <a:cubicBezTo>
                      <a:pt x="72" y="19"/>
                      <a:pt x="72" y="19"/>
                      <a:pt x="72" y="19"/>
                    </a:cubicBezTo>
                    <a:cubicBezTo>
                      <a:pt x="75" y="19"/>
                      <a:pt x="75" y="19"/>
                      <a:pt x="75" y="19"/>
                    </a:cubicBezTo>
                    <a:cubicBezTo>
                      <a:pt x="75" y="19"/>
                      <a:pt x="75" y="19"/>
                      <a:pt x="75" y="19"/>
                    </a:cubicBezTo>
                    <a:cubicBezTo>
                      <a:pt x="76" y="19"/>
                      <a:pt x="76" y="19"/>
                      <a:pt x="76" y="19"/>
                    </a:cubicBezTo>
                    <a:cubicBezTo>
                      <a:pt x="76" y="19"/>
                      <a:pt x="76" y="19"/>
                      <a:pt x="76" y="19"/>
                    </a:cubicBezTo>
                    <a:cubicBezTo>
                      <a:pt x="76" y="18"/>
                      <a:pt x="76" y="18"/>
                      <a:pt x="76" y="18"/>
                    </a:cubicBezTo>
                    <a:cubicBezTo>
                      <a:pt x="76" y="14"/>
                      <a:pt x="76" y="14"/>
                      <a:pt x="76" y="14"/>
                    </a:cubicBezTo>
                    <a:cubicBezTo>
                      <a:pt x="79" y="14"/>
                      <a:pt x="79" y="14"/>
                      <a:pt x="79" y="14"/>
                    </a:cubicBezTo>
                    <a:cubicBezTo>
                      <a:pt x="79" y="22"/>
                      <a:pt x="79" y="22"/>
                      <a:pt x="79" y="22"/>
                    </a:cubicBezTo>
                    <a:cubicBezTo>
                      <a:pt x="56" y="22"/>
                      <a:pt x="56" y="22"/>
                      <a:pt x="56" y="22"/>
                    </a:cubicBezTo>
                    <a:cubicBezTo>
                      <a:pt x="56" y="18"/>
                      <a:pt x="56" y="18"/>
                      <a:pt x="56" y="18"/>
                    </a:cubicBezTo>
                    <a:cubicBezTo>
                      <a:pt x="57" y="18"/>
                      <a:pt x="57" y="18"/>
                      <a:pt x="57" y="18"/>
                    </a:cubicBezTo>
                    <a:cubicBezTo>
                      <a:pt x="57" y="18"/>
                      <a:pt x="57" y="18"/>
                      <a:pt x="57" y="18"/>
                    </a:cubicBezTo>
                    <a:cubicBezTo>
                      <a:pt x="58" y="18"/>
                      <a:pt x="58" y="18"/>
                      <a:pt x="58" y="18"/>
                    </a:cubicBezTo>
                    <a:cubicBezTo>
                      <a:pt x="58" y="14"/>
                      <a:pt x="58" y="14"/>
                      <a:pt x="58" y="14"/>
                    </a:cubicBezTo>
                    <a:cubicBezTo>
                      <a:pt x="61" y="14"/>
                      <a:pt x="61" y="14"/>
                      <a:pt x="61" y="14"/>
                    </a:cubicBezTo>
                    <a:cubicBezTo>
                      <a:pt x="61" y="19"/>
                      <a:pt x="61" y="19"/>
                      <a:pt x="61" y="19"/>
                    </a:cubicBezTo>
                    <a:cubicBezTo>
                      <a:pt x="63" y="19"/>
                      <a:pt x="63" y="19"/>
                      <a:pt x="63" y="19"/>
                    </a:cubicBezTo>
                    <a:cubicBezTo>
                      <a:pt x="63" y="19"/>
                      <a:pt x="63" y="19"/>
                      <a:pt x="63" y="19"/>
                    </a:cubicBezTo>
                    <a:close/>
                    <a:moveTo>
                      <a:pt x="41" y="33"/>
                    </a:moveTo>
                    <a:cubicBezTo>
                      <a:pt x="42" y="33"/>
                      <a:pt x="43" y="33"/>
                      <a:pt x="44" y="33"/>
                    </a:cubicBezTo>
                    <a:cubicBezTo>
                      <a:pt x="45" y="30"/>
                      <a:pt x="45" y="30"/>
                      <a:pt x="45" y="30"/>
                    </a:cubicBezTo>
                    <a:cubicBezTo>
                      <a:pt x="44" y="30"/>
                      <a:pt x="43" y="29"/>
                      <a:pt x="41" y="29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33"/>
                      <a:pt x="41" y="33"/>
                      <a:pt x="41" y="33"/>
                    </a:cubicBezTo>
                    <a:close/>
                    <a:moveTo>
                      <a:pt x="46" y="34"/>
                    </a:moveTo>
                    <a:cubicBezTo>
                      <a:pt x="46" y="34"/>
                      <a:pt x="47" y="35"/>
                      <a:pt x="48" y="36"/>
                    </a:cubicBezTo>
                    <a:cubicBezTo>
                      <a:pt x="51" y="33"/>
                      <a:pt x="51" y="33"/>
                      <a:pt x="51" y="33"/>
                    </a:cubicBezTo>
                    <a:cubicBezTo>
                      <a:pt x="49" y="32"/>
                      <a:pt x="48" y="31"/>
                      <a:pt x="47" y="31"/>
                    </a:cubicBezTo>
                    <a:cubicBezTo>
                      <a:pt x="46" y="34"/>
                      <a:pt x="46" y="34"/>
                      <a:pt x="46" y="34"/>
                    </a:cubicBezTo>
                    <a:close/>
                    <a:moveTo>
                      <a:pt x="49" y="37"/>
                    </a:moveTo>
                    <a:cubicBezTo>
                      <a:pt x="50" y="37"/>
                      <a:pt x="50" y="38"/>
                      <a:pt x="50" y="38"/>
                    </a:cubicBezTo>
                    <a:cubicBezTo>
                      <a:pt x="54" y="37"/>
                      <a:pt x="54" y="37"/>
                      <a:pt x="54" y="37"/>
                    </a:cubicBezTo>
                    <a:cubicBezTo>
                      <a:pt x="53" y="36"/>
                      <a:pt x="53" y="35"/>
                      <a:pt x="52" y="34"/>
                    </a:cubicBezTo>
                    <a:cubicBezTo>
                      <a:pt x="49" y="37"/>
                      <a:pt x="49" y="37"/>
                      <a:pt x="49" y="37"/>
                    </a:cubicBezTo>
                    <a:close/>
                    <a:moveTo>
                      <a:pt x="51" y="40"/>
                    </a:moveTo>
                    <a:cubicBezTo>
                      <a:pt x="51" y="40"/>
                      <a:pt x="52" y="41"/>
                      <a:pt x="52" y="42"/>
                    </a:cubicBezTo>
                    <a:cubicBezTo>
                      <a:pt x="55" y="42"/>
                      <a:pt x="55" y="42"/>
                      <a:pt x="55" y="42"/>
                    </a:cubicBezTo>
                    <a:cubicBezTo>
                      <a:pt x="55" y="40"/>
                      <a:pt x="55" y="40"/>
                      <a:pt x="55" y="40"/>
                    </a:cubicBezTo>
                    <a:cubicBezTo>
                      <a:pt x="55" y="40"/>
                      <a:pt x="55" y="40"/>
                      <a:pt x="55" y="40"/>
                    </a:cubicBezTo>
                    <a:cubicBezTo>
                      <a:pt x="55" y="40"/>
                      <a:pt x="55" y="39"/>
                      <a:pt x="55" y="39"/>
                    </a:cubicBezTo>
                    <a:cubicBezTo>
                      <a:pt x="51" y="40"/>
                      <a:pt x="51" y="40"/>
                      <a:pt x="51" y="40"/>
                    </a:cubicBezTo>
                    <a:close/>
                    <a:moveTo>
                      <a:pt x="51" y="43"/>
                    </a:moveTo>
                    <a:cubicBezTo>
                      <a:pt x="51" y="43"/>
                      <a:pt x="51" y="43"/>
                      <a:pt x="51" y="43"/>
                    </a:cubicBezTo>
                    <a:cubicBezTo>
                      <a:pt x="50" y="42"/>
                      <a:pt x="50" y="41"/>
                      <a:pt x="50" y="40"/>
                    </a:cubicBezTo>
                    <a:cubicBezTo>
                      <a:pt x="50" y="40"/>
                      <a:pt x="50" y="40"/>
                      <a:pt x="50" y="40"/>
                    </a:cubicBezTo>
                    <a:cubicBezTo>
                      <a:pt x="50" y="40"/>
                      <a:pt x="50" y="40"/>
                      <a:pt x="50" y="40"/>
                    </a:cubicBezTo>
                    <a:cubicBezTo>
                      <a:pt x="49" y="39"/>
                      <a:pt x="48" y="38"/>
                      <a:pt x="47" y="37"/>
                    </a:cubicBezTo>
                    <a:cubicBezTo>
                      <a:pt x="47" y="37"/>
                      <a:pt x="47" y="37"/>
                      <a:pt x="47" y="37"/>
                    </a:cubicBezTo>
                    <a:cubicBezTo>
                      <a:pt x="47" y="37"/>
                      <a:pt x="47" y="37"/>
                      <a:pt x="47" y="37"/>
                    </a:cubicBezTo>
                    <a:cubicBezTo>
                      <a:pt x="45" y="35"/>
                      <a:pt x="43" y="34"/>
                      <a:pt x="40" y="34"/>
                    </a:cubicBezTo>
                    <a:cubicBezTo>
                      <a:pt x="35" y="34"/>
                      <a:pt x="31" y="38"/>
                      <a:pt x="30" y="43"/>
                    </a:cubicBezTo>
                    <a:cubicBezTo>
                      <a:pt x="30" y="43"/>
                      <a:pt x="30" y="43"/>
                      <a:pt x="30" y="43"/>
                    </a:cubicBezTo>
                    <a:cubicBezTo>
                      <a:pt x="30" y="59"/>
                      <a:pt x="30" y="59"/>
                      <a:pt x="30" y="59"/>
                    </a:cubicBezTo>
                    <a:cubicBezTo>
                      <a:pt x="51" y="59"/>
                      <a:pt x="51" y="59"/>
                      <a:pt x="51" y="59"/>
                    </a:cubicBezTo>
                    <a:cubicBezTo>
                      <a:pt x="51" y="43"/>
                      <a:pt x="51" y="43"/>
                      <a:pt x="51" y="43"/>
                    </a:cubicBezTo>
                    <a:close/>
                    <a:moveTo>
                      <a:pt x="29" y="42"/>
                    </a:moveTo>
                    <a:cubicBezTo>
                      <a:pt x="29" y="41"/>
                      <a:pt x="29" y="40"/>
                      <a:pt x="30" y="40"/>
                    </a:cubicBezTo>
                    <a:cubicBezTo>
                      <a:pt x="26" y="39"/>
                      <a:pt x="26" y="39"/>
                      <a:pt x="26" y="39"/>
                    </a:cubicBezTo>
                    <a:cubicBezTo>
                      <a:pt x="26" y="39"/>
                      <a:pt x="26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42"/>
                      <a:pt x="25" y="42"/>
                      <a:pt x="25" y="42"/>
                    </a:cubicBezTo>
                    <a:cubicBezTo>
                      <a:pt x="29" y="42"/>
                      <a:pt x="29" y="42"/>
                      <a:pt x="29" y="42"/>
                    </a:cubicBezTo>
                    <a:close/>
                    <a:moveTo>
                      <a:pt x="30" y="38"/>
                    </a:moveTo>
                    <a:cubicBezTo>
                      <a:pt x="31" y="38"/>
                      <a:pt x="31" y="37"/>
                      <a:pt x="32" y="37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8" y="35"/>
                      <a:pt x="27" y="36"/>
                      <a:pt x="27" y="37"/>
                    </a:cubicBezTo>
                    <a:cubicBezTo>
                      <a:pt x="30" y="38"/>
                      <a:pt x="30" y="38"/>
                      <a:pt x="30" y="38"/>
                    </a:cubicBezTo>
                    <a:close/>
                    <a:moveTo>
                      <a:pt x="33" y="36"/>
                    </a:moveTo>
                    <a:cubicBezTo>
                      <a:pt x="33" y="35"/>
                      <a:pt x="34" y="34"/>
                      <a:pt x="35" y="34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2" y="31"/>
                      <a:pt x="31" y="32"/>
                      <a:pt x="30" y="33"/>
                    </a:cubicBezTo>
                    <a:cubicBezTo>
                      <a:pt x="33" y="36"/>
                      <a:pt x="33" y="36"/>
                      <a:pt x="33" y="36"/>
                    </a:cubicBezTo>
                    <a:close/>
                    <a:moveTo>
                      <a:pt x="36" y="33"/>
                    </a:moveTo>
                    <a:cubicBezTo>
                      <a:pt x="37" y="33"/>
                      <a:pt x="39" y="33"/>
                      <a:pt x="40" y="33"/>
                    </a:cubicBezTo>
                    <a:cubicBezTo>
                      <a:pt x="40" y="29"/>
                      <a:pt x="40" y="29"/>
                      <a:pt x="40" y="29"/>
                    </a:cubicBezTo>
                    <a:cubicBezTo>
                      <a:pt x="39" y="29"/>
                      <a:pt x="39" y="29"/>
                      <a:pt x="39" y="29"/>
                    </a:cubicBezTo>
                    <a:cubicBezTo>
                      <a:pt x="38" y="29"/>
                      <a:pt x="36" y="30"/>
                      <a:pt x="35" y="30"/>
                    </a:cubicBezTo>
                    <a:cubicBezTo>
                      <a:pt x="36" y="33"/>
                      <a:pt x="36" y="33"/>
                      <a:pt x="36" y="33"/>
                    </a:cubicBezTo>
                    <a:close/>
                    <a:moveTo>
                      <a:pt x="47" y="29"/>
                    </a:moveTo>
                    <a:cubicBezTo>
                      <a:pt x="50" y="30"/>
                      <a:pt x="52" y="32"/>
                      <a:pt x="54" y="34"/>
                    </a:cubicBezTo>
                    <a:cubicBezTo>
                      <a:pt x="54" y="29"/>
                      <a:pt x="54" y="29"/>
                      <a:pt x="54" y="29"/>
                    </a:cubicBezTo>
                    <a:cubicBezTo>
                      <a:pt x="47" y="29"/>
                      <a:pt x="47" y="29"/>
                      <a:pt x="47" y="29"/>
                    </a:cubicBezTo>
                    <a:close/>
                    <a:moveTo>
                      <a:pt x="55" y="35"/>
                    </a:moveTo>
                    <a:cubicBezTo>
                      <a:pt x="55" y="36"/>
                      <a:pt x="55" y="36"/>
                      <a:pt x="55" y="36"/>
                    </a:cubicBezTo>
                    <a:cubicBezTo>
                      <a:pt x="55" y="35"/>
                      <a:pt x="55" y="35"/>
                      <a:pt x="55" y="35"/>
                    </a:cubicBezTo>
                    <a:cubicBezTo>
                      <a:pt x="55" y="35"/>
                      <a:pt x="55" y="35"/>
                      <a:pt x="55" y="35"/>
                    </a:cubicBezTo>
                    <a:close/>
                    <a:moveTo>
                      <a:pt x="55" y="36"/>
                    </a:moveTo>
                    <a:cubicBezTo>
                      <a:pt x="56" y="37"/>
                      <a:pt x="56" y="38"/>
                      <a:pt x="57" y="39"/>
                    </a:cubicBezTo>
                    <a:cubicBezTo>
                      <a:pt x="60" y="39"/>
                      <a:pt x="60" y="39"/>
                      <a:pt x="60" y="39"/>
                    </a:cubicBezTo>
                    <a:cubicBezTo>
                      <a:pt x="60" y="36"/>
                      <a:pt x="60" y="36"/>
                      <a:pt x="60" y="36"/>
                    </a:cubicBezTo>
                    <a:cubicBezTo>
                      <a:pt x="55" y="36"/>
                      <a:pt x="55" y="36"/>
                      <a:pt x="55" y="36"/>
                    </a:cubicBezTo>
                    <a:close/>
                    <a:moveTo>
                      <a:pt x="24" y="39"/>
                    </a:moveTo>
                    <a:cubicBezTo>
                      <a:pt x="24" y="38"/>
                      <a:pt x="25" y="37"/>
                      <a:pt x="26" y="3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4" y="39"/>
                      <a:pt x="24" y="39"/>
                      <a:pt x="24" y="39"/>
                    </a:cubicBezTo>
                    <a:close/>
                    <a:moveTo>
                      <a:pt x="26" y="35"/>
                    </a:move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35"/>
                      <a:pt x="26" y="35"/>
                      <a:pt x="26" y="35"/>
                    </a:cubicBezTo>
                    <a:close/>
                    <a:moveTo>
                      <a:pt x="27" y="34"/>
                    </a:moveTo>
                    <a:cubicBezTo>
                      <a:pt x="29" y="32"/>
                      <a:pt x="31" y="30"/>
                      <a:pt x="33" y="29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7" y="34"/>
                      <a:pt x="27" y="34"/>
                      <a:pt x="27" y="34"/>
                    </a:cubicBezTo>
                    <a:close/>
                    <a:moveTo>
                      <a:pt x="55" y="43"/>
                    </a:moveTo>
                    <a:cubicBezTo>
                      <a:pt x="52" y="43"/>
                      <a:pt x="52" y="43"/>
                      <a:pt x="52" y="43"/>
                    </a:cubicBezTo>
                    <a:cubicBezTo>
                      <a:pt x="52" y="46"/>
                      <a:pt x="52" y="46"/>
                      <a:pt x="52" y="46"/>
                    </a:cubicBezTo>
                    <a:cubicBezTo>
                      <a:pt x="55" y="46"/>
                      <a:pt x="55" y="46"/>
                      <a:pt x="55" y="46"/>
                    </a:cubicBezTo>
                    <a:cubicBezTo>
                      <a:pt x="55" y="43"/>
                      <a:pt x="55" y="43"/>
                      <a:pt x="55" y="43"/>
                    </a:cubicBezTo>
                    <a:close/>
                    <a:moveTo>
                      <a:pt x="55" y="48"/>
                    </a:moveTo>
                    <a:cubicBezTo>
                      <a:pt x="52" y="48"/>
                      <a:pt x="52" y="48"/>
                      <a:pt x="52" y="48"/>
                    </a:cubicBezTo>
                    <a:cubicBezTo>
                      <a:pt x="52" y="50"/>
                      <a:pt x="52" y="50"/>
                      <a:pt x="52" y="50"/>
                    </a:cubicBezTo>
                    <a:cubicBezTo>
                      <a:pt x="55" y="50"/>
                      <a:pt x="55" y="50"/>
                      <a:pt x="55" y="50"/>
                    </a:cubicBezTo>
                    <a:cubicBezTo>
                      <a:pt x="55" y="48"/>
                      <a:pt x="55" y="48"/>
                      <a:pt x="55" y="48"/>
                    </a:cubicBezTo>
                    <a:close/>
                    <a:moveTo>
                      <a:pt x="55" y="52"/>
                    </a:moveTo>
                    <a:cubicBezTo>
                      <a:pt x="52" y="52"/>
                      <a:pt x="52" y="52"/>
                      <a:pt x="52" y="52"/>
                    </a:cubicBezTo>
                    <a:cubicBezTo>
                      <a:pt x="52" y="55"/>
                      <a:pt x="52" y="55"/>
                      <a:pt x="52" y="55"/>
                    </a:cubicBezTo>
                    <a:cubicBezTo>
                      <a:pt x="55" y="55"/>
                      <a:pt x="55" y="55"/>
                      <a:pt x="55" y="55"/>
                    </a:cubicBezTo>
                    <a:cubicBezTo>
                      <a:pt x="55" y="52"/>
                      <a:pt x="55" y="52"/>
                      <a:pt x="55" y="52"/>
                    </a:cubicBezTo>
                    <a:close/>
                    <a:moveTo>
                      <a:pt x="55" y="56"/>
                    </a:moveTo>
                    <a:cubicBezTo>
                      <a:pt x="52" y="56"/>
                      <a:pt x="52" y="56"/>
                      <a:pt x="52" y="56"/>
                    </a:cubicBezTo>
                    <a:cubicBezTo>
                      <a:pt x="52" y="59"/>
                      <a:pt x="52" y="59"/>
                      <a:pt x="52" y="59"/>
                    </a:cubicBezTo>
                    <a:cubicBezTo>
                      <a:pt x="55" y="59"/>
                      <a:pt x="55" y="59"/>
                      <a:pt x="55" y="59"/>
                    </a:cubicBezTo>
                    <a:cubicBezTo>
                      <a:pt x="55" y="56"/>
                      <a:pt x="55" y="56"/>
                      <a:pt x="55" y="56"/>
                    </a:cubicBezTo>
                    <a:close/>
                    <a:moveTo>
                      <a:pt x="29" y="43"/>
                    </a:moveTo>
                    <a:cubicBezTo>
                      <a:pt x="25" y="43"/>
                      <a:pt x="25" y="43"/>
                      <a:pt x="25" y="43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29" y="46"/>
                      <a:pt x="29" y="46"/>
                      <a:pt x="29" y="46"/>
                    </a:cubicBezTo>
                    <a:cubicBezTo>
                      <a:pt x="29" y="43"/>
                      <a:pt x="29" y="43"/>
                      <a:pt x="29" y="43"/>
                    </a:cubicBezTo>
                    <a:close/>
                    <a:moveTo>
                      <a:pt x="29" y="48"/>
                    </a:moveTo>
                    <a:cubicBezTo>
                      <a:pt x="25" y="48"/>
                      <a:pt x="25" y="48"/>
                      <a:pt x="25" y="48"/>
                    </a:cubicBezTo>
                    <a:cubicBezTo>
                      <a:pt x="25" y="50"/>
                      <a:pt x="25" y="50"/>
                      <a:pt x="25" y="50"/>
                    </a:cubicBezTo>
                    <a:cubicBezTo>
                      <a:pt x="29" y="50"/>
                      <a:pt x="29" y="50"/>
                      <a:pt x="29" y="50"/>
                    </a:cubicBezTo>
                    <a:cubicBezTo>
                      <a:pt x="29" y="48"/>
                      <a:pt x="29" y="48"/>
                      <a:pt x="29" y="48"/>
                    </a:cubicBezTo>
                    <a:close/>
                    <a:moveTo>
                      <a:pt x="29" y="52"/>
                    </a:moveTo>
                    <a:cubicBezTo>
                      <a:pt x="25" y="52"/>
                      <a:pt x="25" y="52"/>
                      <a:pt x="25" y="52"/>
                    </a:cubicBezTo>
                    <a:cubicBezTo>
                      <a:pt x="25" y="53"/>
                      <a:pt x="25" y="53"/>
                      <a:pt x="25" y="53"/>
                    </a:cubicBezTo>
                    <a:cubicBezTo>
                      <a:pt x="25" y="53"/>
                      <a:pt x="25" y="53"/>
                      <a:pt x="25" y="53"/>
                    </a:cubicBezTo>
                    <a:cubicBezTo>
                      <a:pt x="25" y="55"/>
                      <a:pt x="25" y="55"/>
                      <a:pt x="25" y="55"/>
                    </a:cubicBezTo>
                    <a:cubicBezTo>
                      <a:pt x="29" y="55"/>
                      <a:pt x="29" y="55"/>
                      <a:pt x="29" y="55"/>
                    </a:cubicBezTo>
                    <a:cubicBezTo>
                      <a:pt x="29" y="52"/>
                      <a:pt x="29" y="52"/>
                      <a:pt x="29" y="52"/>
                    </a:cubicBezTo>
                    <a:close/>
                    <a:moveTo>
                      <a:pt x="29" y="56"/>
                    </a:moveTo>
                    <a:cubicBezTo>
                      <a:pt x="25" y="56"/>
                      <a:pt x="25" y="56"/>
                      <a:pt x="25" y="56"/>
                    </a:cubicBezTo>
                    <a:cubicBezTo>
                      <a:pt x="25" y="59"/>
                      <a:pt x="25" y="59"/>
                      <a:pt x="25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6"/>
                      <a:pt x="29" y="56"/>
                      <a:pt x="29" y="56"/>
                    </a:cubicBezTo>
                    <a:close/>
                    <a:moveTo>
                      <a:pt x="20" y="46"/>
                    </a:moveTo>
                    <a:cubicBezTo>
                      <a:pt x="20" y="52"/>
                      <a:pt x="20" y="52"/>
                      <a:pt x="20" y="52"/>
                    </a:cubicBezTo>
                    <a:cubicBezTo>
                      <a:pt x="24" y="52"/>
                      <a:pt x="24" y="52"/>
                      <a:pt x="24" y="52"/>
                    </a:cubicBezTo>
                    <a:cubicBezTo>
                      <a:pt x="24" y="46"/>
                      <a:pt x="24" y="46"/>
                      <a:pt x="24" y="46"/>
                    </a:cubicBezTo>
                    <a:cubicBezTo>
                      <a:pt x="20" y="46"/>
                      <a:pt x="20" y="46"/>
                      <a:pt x="20" y="46"/>
                    </a:cubicBezTo>
                    <a:close/>
                    <a:moveTo>
                      <a:pt x="18" y="52"/>
                    </a:moveTo>
                    <a:cubicBezTo>
                      <a:pt x="18" y="46"/>
                      <a:pt x="18" y="46"/>
                      <a:pt x="18" y="46"/>
                    </a:cubicBezTo>
                    <a:cubicBezTo>
                      <a:pt x="13" y="46"/>
                      <a:pt x="13" y="46"/>
                      <a:pt x="13" y="46"/>
                    </a:cubicBezTo>
                    <a:cubicBezTo>
                      <a:pt x="13" y="52"/>
                      <a:pt x="13" y="52"/>
                      <a:pt x="13" y="52"/>
                    </a:cubicBezTo>
                    <a:cubicBezTo>
                      <a:pt x="18" y="52"/>
                      <a:pt x="18" y="52"/>
                      <a:pt x="18" y="52"/>
                    </a:cubicBezTo>
                    <a:close/>
                    <a:moveTo>
                      <a:pt x="17" y="53"/>
                    </a:moveTo>
                    <a:cubicBezTo>
                      <a:pt x="17" y="59"/>
                      <a:pt x="17" y="59"/>
                      <a:pt x="17" y="59"/>
                    </a:cubicBezTo>
                    <a:cubicBezTo>
                      <a:pt x="24" y="59"/>
                      <a:pt x="24" y="59"/>
                      <a:pt x="24" y="59"/>
                    </a:cubicBezTo>
                    <a:cubicBezTo>
                      <a:pt x="24" y="53"/>
                      <a:pt x="24" y="53"/>
                      <a:pt x="24" y="53"/>
                    </a:cubicBezTo>
                    <a:cubicBezTo>
                      <a:pt x="17" y="53"/>
                      <a:pt x="17" y="53"/>
                      <a:pt x="17" y="53"/>
                    </a:cubicBezTo>
                    <a:close/>
                    <a:moveTo>
                      <a:pt x="16" y="59"/>
                    </a:moveTo>
                    <a:cubicBezTo>
                      <a:pt x="16" y="53"/>
                      <a:pt x="16" y="53"/>
                      <a:pt x="16" y="53"/>
                    </a:cubicBezTo>
                    <a:cubicBezTo>
                      <a:pt x="13" y="53"/>
                      <a:pt x="13" y="53"/>
                      <a:pt x="13" y="53"/>
                    </a:cubicBezTo>
                    <a:cubicBezTo>
                      <a:pt x="13" y="59"/>
                      <a:pt x="13" y="59"/>
                      <a:pt x="13" y="59"/>
                    </a:cubicBezTo>
                    <a:cubicBezTo>
                      <a:pt x="16" y="59"/>
                      <a:pt x="16" y="59"/>
                      <a:pt x="16" y="59"/>
                    </a:cubicBezTo>
                    <a:close/>
                    <a:moveTo>
                      <a:pt x="17" y="41"/>
                    </a:moveTo>
                    <a:cubicBezTo>
                      <a:pt x="17" y="45"/>
                      <a:pt x="17" y="45"/>
                      <a:pt x="17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17" y="41"/>
                      <a:pt x="17" y="41"/>
                      <a:pt x="17" y="41"/>
                    </a:cubicBezTo>
                    <a:close/>
                    <a:moveTo>
                      <a:pt x="16" y="45"/>
                    </a:moveTo>
                    <a:cubicBezTo>
                      <a:pt x="16" y="41"/>
                      <a:pt x="16" y="41"/>
                      <a:pt x="16" y="41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5"/>
                      <a:pt x="16" y="45"/>
                      <a:pt x="16" y="45"/>
                    </a:cubicBezTo>
                    <a:close/>
                    <a:moveTo>
                      <a:pt x="19" y="39"/>
                    </a:moveTo>
                    <a:cubicBezTo>
                      <a:pt x="19" y="36"/>
                      <a:pt x="19" y="36"/>
                      <a:pt x="19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9" y="39"/>
                      <a:pt x="19" y="39"/>
                      <a:pt x="19" y="39"/>
                    </a:cubicBezTo>
                    <a:close/>
                    <a:moveTo>
                      <a:pt x="25" y="35"/>
                    </a:moveTo>
                    <a:cubicBezTo>
                      <a:pt x="25" y="29"/>
                      <a:pt x="25" y="29"/>
                      <a:pt x="25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25" y="35"/>
                      <a:pt x="25" y="35"/>
                      <a:pt x="25" y="35"/>
                    </a:cubicBezTo>
                    <a:close/>
                    <a:moveTo>
                      <a:pt x="16" y="35"/>
                    </a:moveTo>
                    <a:cubicBezTo>
                      <a:pt x="16" y="29"/>
                      <a:pt x="16" y="29"/>
                      <a:pt x="16" y="29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35"/>
                      <a:pt x="8" y="35"/>
                      <a:pt x="8" y="35"/>
                    </a:cubicBezTo>
                    <a:cubicBezTo>
                      <a:pt x="16" y="35"/>
                      <a:pt x="16" y="35"/>
                      <a:pt x="16" y="35"/>
                    </a:cubicBezTo>
                    <a:close/>
                    <a:moveTo>
                      <a:pt x="6" y="35"/>
                    </a:moveTo>
                    <a:cubicBezTo>
                      <a:pt x="6" y="29"/>
                      <a:pt x="6" y="29"/>
                      <a:pt x="6" y="29"/>
                    </a:cubicBezTo>
                    <a:cubicBezTo>
                      <a:pt x="2" y="29"/>
                      <a:pt x="2" y="29"/>
                      <a:pt x="2" y="29"/>
                    </a:cubicBezTo>
                    <a:cubicBezTo>
                      <a:pt x="2" y="35"/>
                      <a:pt x="2" y="35"/>
                      <a:pt x="2" y="35"/>
                    </a:cubicBezTo>
                    <a:cubicBezTo>
                      <a:pt x="6" y="35"/>
                      <a:pt x="6" y="35"/>
                      <a:pt x="6" y="35"/>
                    </a:cubicBezTo>
                    <a:close/>
                    <a:moveTo>
                      <a:pt x="79" y="29"/>
                    </a:moveTo>
                    <a:cubicBezTo>
                      <a:pt x="74" y="29"/>
                      <a:pt x="74" y="29"/>
                      <a:pt x="74" y="29"/>
                    </a:cubicBezTo>
                    <a:cubicBezTo>
                      <a:pt x="74" y="35"/>
                      <a:pt x="74" y="35"/>
                      <a:pt x="74" y="35"/>
                    </a:cubicBezTo>
                    <a:cubicBezTo>
                      <a:pt x="79" y="35"/>
                      <a:pt x="79" y="35"/>
                      <a:pt x="79" y="35"/>
                    </a:cubicBezTo>
                    <a:cubicBezTo>
                      <a:pt x="79" y="29"/>
                      <a:pt x="79" y="29"/>
                      <a:pt x="79" y="29"/>
                    </a:cubicBezTo>
                    <a:close/>
                    <a:moveTo>
                      <a:pt x="73" y="29"/>
                    </a:moveTo>
                    <a:cubicBezTo>
                      <a:pt x="65" y="29"/>
                      <a:pt x="65" y="29"/>
                      <a:pt x="65" y="29"/>
                    </a:cubicBezTo>
                    <a:cubicBezTo>
                      <a:pt x="65" y="35"/>
                      <a:pt x="65" y="35"/>
                      <a:pt x="65" y="35"/>
                    </a:cubicBezTo>
                    <a:cubicBezTo>
                      <a:pt x="73" y="35"/>
                      <a:pt x="73" y="35"/>
                      <a:pt x="73" y="35"/>
                    </a:cubicBezTo>
                    <a:cubicBezTo>
                      <a:pt x="73" y="29"/>
                      <a:pt x="73" y="29"/>
                      <a:pt x="73" y="29"/>
                    </a:cubicBezTo>
                    <a:close/>
                    <a:moveTo>
                      <a:pt x="64" y="29"/>
                    </a:moveTo>
                    <a:cubicBezTo>
                      <a:pt x="55" y="29"/>
                      <a:pt x="55" y="29"/>
                      <a:pt x="55" y="29"/>
                    </a:cubicBezTo>
                    <a:cubicBezTo>
                      <a:pt x="55" y="35"/>
                      <a:pt x="55" y="35"/>
                      <a:pt x="55" y="35"/>
                    </a:cubicBezTo>
                    <a:cubicBezTo>
                      <a:pt x="64" y="35"/>
                      <a:pt x="64" y="35"/>
                      <a:pt x="64" y="35"/>
                    </a:cubicBezTo>
                    <a:cubicBezTo>
                      <a:pt x="64" y="29"/>
                      <a:pt x="64" y="29"/>
                      <a:pt x="64" y="29"/>
                    </a:cubicBezTo>
                    <a:close/>
                    <a:moveTo>
                      <a:pt x="2" y="28"/>
                    </a:moveTo>
                    <a:cubicBezTo>
                      <a:pt x="5" y="28"/>
                      <a:pt x="5" y="28"/>
                      <a:pt x="5" y="28"/>
                    </a:cubicBezTo>
                    <a:cubicBezTo>
                      <a:pt x="5" y="24"/>
                      <a:pt x="5" y="24"/>
                      <a:pt x="5" y="24"/>
                    </a:cubicBezTo>
                    <a:cubicBezTo>
                      <a:pt x="2" y="24"/>
                      <a:pt x="2" y="24"/>
                      <a:pt x="2" y="24"/>
                    </a:cubicBezTo>
                    <a:cubicBezTo>
                      <a:pt x="2" y="28"/>
                      <a:pt x="2" y="28"/>
                      <a:pt x="2" y="28"/>
                    </a:cubicBezTo>
                    <a:close/>
                    <a:moveTo>
                      <a:pt x="6" y="28"/>
                    </a:move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6" y="28"/>
                      <a:pt x="6" y="28"/>
                      <a:pt x="6" y="28"/>
                    </a:cubicBezTo>
                    <a:close/>
                    <a:moveTo>
                      <a:pt x="13" y="28"/>
                    </a:moveTo>
                    <a:cubicBezTo>
                      <a:pt x="18" y="28"/>
                      <a:pt x="18" y="28"/>
                      <a:pt x="18" y="28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3" y="24"/>
                      <a:pt x="13" y="24"/>
                      <a:pt x="13" y="24"/>
                    </a:cubicBezTo>
                    <a:cubicBezTo>
                      <a:pt x="13" y="28"/>
                      <a:pt x="13" y="28"/>
                      <a:pt x="13" y="28"/>
                    </a:cubicBezTo>
                    <a:close/>
                    <a:moveTo>
                      <a:pt x="20" y="28"/>
                    </a:moveTo>
                    <a:cubicBezTo>
                      <a:pt x="30" y="28"/>
                      <a:pt x="30" y="28"/>
                      <a:pt x="30" y="28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8"/>
                      <a:pt x="20" y="28"/>
                      <a:pt x="20" y="28"/>
                    </a:cubicBezTo>
                    <a:close/>
                    <a:moveTo>
                      <a:pt x="31" y="28"/>
                    </a:moveTo>
                    <a:cubicBezTo>
                      <a:pt x="40" y="28"/>
                      <a:pt x="40" y="28"/>
                      <a:pt x="40" y="28"/>
                    </a:cubicBezTo>
                    <a:cubicBezTo>
                      <a:pt x="40" y="24"/>
                      <a:pt x="40" y="24"/>
                      <a:pt x="40" y="24"/>
                    </a:cubicBezTo>
                    <a:cubicBezTo>
                      <a:pt x="31" y="24"/>
                      <a:pt x="31" y="24"/>
                      <a:pt x="31" y="24"/>
                    </a:cubicBezTo>
                    <a:cubicBezTo>
                      <a:pt x="31" y="28"/>
                      <a:pt x="31" y="28"/>
                      <a:pt x="31" y="28"/>
                    </a:cubicBezTo>
                    <a:close/>
                    <a:moveTo>
                      <a:pt x="41" y="28"/>
                    </a:moveTo>
                    <a:cubicBezTo>
                      <a:pt x="50" y="28"/>
                      <a:pt x="50" y="28"/>
                      <a:pt x="50" y="28"/>
                    </a:cubicBezTo>
                    <a:cubicBezTo>
                      <a:pt x="50" y="24"/>
                      <a:pt x="50" y="24"/>
                      <a:pt x="50" y="24"/>
                    </a:cubicBezTo>
                    <a:cubicBezTo>
                      <a:pt x="41" y="24"/>
                      <a:pt x="41" y="24"/>
                      <a:pt x="41" y="24"/>
                    </a:cubicBezTo>
                    <a:cubicBezTo>
                      <a:pt x="41" y="28"/>
                      <a:pt x="41" y="28"/>
                      <a:pt x="41" y="28"/>
                    </a:cubicBezTo>
                    <a:close/>
                    <a:moveTo>
                      <a:pt x="51" y="28"/>
                    </a:moveTo>
                    <a:cubicBezTo>
                      <a:pt x="61" y="28"/>
                      <a:pt x="61" y="28"/>
                      <a:pt x="61" y="28"/>
                    </a:cubicBezTo>
                    <a:cubicBezTo>
                      <a:pt x="61" y="24"/>
                      <a:pt x="61" y="24"/>
                      <a:pt x="61" y="24"/>
                    </a:cubicBezTo>
                    <a:cubicBezTo>
                      <a:pt x="51" y="24"/>
                      <a:pt x="51" y="24"/>
                      <a:pt x="51" y="24"/>
                    </a:cubicBezTo>
                    <a:cubicBezTo>
                      <a:pt x="51" y="28"/>
                      <a:pt x="51" y="28"/>
                      <a:pt x="51" y="28"/>
                    </a:cubicBezTo>
                    <a:close/>
                    <a:moveTo>
                      <a:pt x="63" y="28"/>
                    </a:moveTo>
                    <a:cubicBezTo>
                      <a:pt x="67" y="28"/>
                      <a:pt x="67" y="28"/>
                      <a:pt x="67" y="28"/>
                    </a:cubicBezTo>
                    <a:cubicBezTo>
                      <a:pt x="67" y="24"/>
                      <a:pt x="67" y="24"/>
                      <a:pt x="67" y="24"/>
                    </a:cubicBezTo>
                    <a:cubicBezTo>
                      <a:pt x="63" y="24"/>
                      <a:pt x="63" y="24"/>
                      <a:pt x="63" y="24"/>
                    </a:cubicBezTo>
                    <a:cubicBezTo>
                      <a:pt x="63" y="28"/>
                      <a:pt x="63" y="28"/>
                      <a:pt x="63" y="28"/>
                    </a:cubicBezTo>
                    <a:close/>
                    <a:moveTo>
                      <a:pt x="69" y="28"/>
                    </a:moveTo>
                    <a:cubicBezTo>
                      <a:pt x="74" y="28"/>
                      <a:pt x="74" y="28"/>
                      <a:pt x="74" y="28"/>
                    </a:cubicBezTo>
                    <a:cubicBezTo>
                      <a:pt x="74" y="24"/>
                      <a:pt x="74" y="24"/>
                      <a:pt x="74" y="24"/>
                    </a:cubicBezTo>
                    <a:cubicBezTo>
                      <a:pt x="69" y="24"/>
                      <a:pt x="69" y="24"/>
                      <a:pt x="69" y="24"/>
                    </a:cubicBezTo>
                    <a:cubicBezTo>
                      <a:pt x="69" y="28"/>
                      <a:pt x="69" y="28"/>
                      <a:pt x="69" y="28"/>
                    </a:cubicBezTo>
                    <a:close/>
                    <a:moveTo>
                      <a:pt x="76" y="28"/>
                    </a:moveTo>
                    <a:cubicBezTo>
                      <a:pt x="79" y="28"/>
                      <a:pt x="79" y="28"/>
                      <a:pt x="79" y="28"/>
                    </a:cubicBezTo>
                    <a:cubicBezTo>
                      <a:pt x="79" y="24"/>
                      <a:pt x="79" y="24"/>
                      <a:pt x="79" y="24"/>
                    </a:cubicBezTo>
                    <a:cubicBezTo>
                      <a:pt x="76" y="24"/>
                      <a:pt x="76" y="24"/>
                      <a:pt x="76" y="24"/>
                    </a:cubicBezTo>
                    <a:cubicBezTo>
                      <a:pt x="76" y="28"/>
                      <a:pt x="76" y="28"/>
                      <a:pt x="76" y="28"/>
                    </a:cubicBezTo>
                    <a:close/>
                    <a:moveTo>
                      <a:pt x="79" y="36"/>
                    </a:moveTo>
                    <a:cubicBezTo>
                      <a:pt x="69" y="36"/>
                      <a:pt x="69" y="36"/>
                      <a:pt x="69" y="36"/>
                    </a:cubicBezTo>
                    <a:cubicBezTo>
                      <a:pt x="69" y="59"/>
                      <a:pt x="69" y="59"/>
                      <a:pt x="69" y="59"/>
                    </a:cubicBezTo>
                    <a:cubicBezTo>
                      <a:pt x="69" y="60"/>
                      <a:pt x="69" y="60"/>
                      <a:pt x="69" y="60"/>
                    </a:cubicBezTo>
                    <a:cubicBezTo>
                      <a:pt x="69" y="60"/>
                      <a:pt x="69" y="60"/>
                      <a:pt x="69" y="60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57" y="60"/>
                      <a:pt x="57" y="60"/>
                      <a:pt x="57" y="60"/>
                    </a:cubicBezTo>
                    <a:cubicBezTo>
                      <a:pt x="57" y="60"/>
                      <a:pt x="57" y="60"/>
                      <a:pt x="57" y="60"/>
                    </a:cubicBezTo>
                    <a:cubicBezTo>
                      <a:pt x="55" y="60"/>
                      <a:pt x="55" y="60"/>
                      <a:pt x="55" y="60"/>
                    </a:cubicBezTo>
                    <a:cubicBezTo>
                      <a:pt x="55" y="60"/>
                      <a:pt x="55" y="60"/>
                      <a:pt x="55" y="60"/>
                    </a:cubicBezTo>
                    <a:cubicBezTo>
                      <a:pt x="52" y="60"/>
                      <a:pt x="52" y="60"/>
                      <a:pt x="52" y="60"/>
                    </a:cubicBezTo>
                    <a:cubicBezTo>
                      <a:pt x="52" y="60"/>
                      <a:pt x="52" y="60"/>
                      <a:pt x="52" y="60"/>
                    </a:cubicBezTo>
                    <a:cubicBezTo>
                      <a:pt x="51" y="60"/>
                      <a:pt x="51" y="60"/>
                      <a:pt x="51" y="60"/>
                    </a:cubicBezTo>
                    <a:cubicBezTo>
                      <a:pt x="51" y="60"/>
                      <a:pt x="51" y="60"/>
                      <a:pt x="51" y="60"/>
                    </a:cubicBezTo>
                    <a:cubicBezTo>
                      <a:pt x="30" y="60"/>
                      <a:pt x="30" y="60"/>
                      <a:pt x="30" y="60"/>
                    </a:cubicBezTo>
                    <a:cubicBezTo>
                      <a:pt x="30" y="60"/>
                      <a:pt x="30" y="60"/>
                      <a:pt x="30" y="60"/>
                    </a:cubicBezTo>
                    <a:cubicBezTo>
                      <a:pt x="29" y="60"/>
                      <a:pt x="29" y="60"/>
                      <a:pt x="29" y="60"/>
                    </a:cubicBezTo>
                    <a:cubicBezTo>
                      <a:pt x="29" y="60"/>
                      <a:pt x="29" y="60"/>
                      <a:pt x="29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4" y="60"/>
                      <a:pt x="24" y="60"/>
                      <a:pt x="24" y="60"/>
                    </a:cubicBezTo>
                    <a:cubicBezTo>
                      <a:pt x="24" y="60"/>
                      <a:pt x="24" y="60"/>
                      <a:pt x="24" y="60"/>
                    </a:cubicBezTo>
                    <a:cubicBezTo>
                      <a:pt x="13" y="60"/>
                      <a:pt x="13" y="60"/>
                      <a:pt x="13" y="60"/>
                    </a:cubicBezTo>
                    <a:cubicBezTo>
                      <a:pt x="13" y="60"/>
                      <a:pt x="13" y="60"/>
                      <a:pt x="13" y="60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2" y="36"/>
                      <a:pt x="2" y="36"/>
                      <a:pt x="2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8"/>
                      <a:pt x="6" y="18"/>
                      <a:pt x="6" y="18"/>
                    </a:cubicBezTo>
                    <a:cubicBezTo>
                      <a:pt x="9" y="18"/>
                      <a:pt x="9" y="18"/>
                      <a:pt x="9" y="18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11" y="12"/>
                      <a:pt x="11" y="12"/>
                      <a:pt x="11" y="12"/>
                    </a:cubicBezTo>
                    <a:cubicBezTo>
                      <a:pt x="11" y="12"/>
                      <a:pt x="11" y="12"/>
                      <a:pt x="11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4"/>
                      <a:pt x="18" y="14"/>
                      <a:pt x="18" y="14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9" y="1"/>
                      <a:pt x="29" y="1"/>
                      <a:pt x="29" y="1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32" y="6"/>
                      <a:pt x="32" y="6"/>
                      <a:pt x="32" y="6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9" y="1"/>
                      <a:pt x="39" y="1"/>
                      <a:pt x="39" y="1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8" y="1"/>
                      <a:pt x="48" y="1"/>
                      <a:pt x="48" y="1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52" y="6"/>
                      <a:pt x="52" y="6"/>
                      <a:pt x="52" y="6"/>
                    </a:cubicBezTo>
                    <a:cubicBezTo>
                      <a:pt x="52" y="1"/>
                      <a:pt x="52" y="1"/>
                      <a:pt x="52" y="1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12"/>
                      <a:pt x="58" y="12"/>
                      <a:pt x="58" y="12"/>
                    </a:cubicBezTo>
                    <a:cubicBezTo>
                      <a:pt x="61" y="12"/>
                      <a:pt x="61" y="12"/>
                      <a:pt x="61" y="12"/>
                    </a:cubicBezTo>
                    <a:cubicBezTo>
                      <a:pt x="61" y="12"/>
                      <a:pt x="61" y="12"/>
                      <a:pt x="61" y="12"/>
                    </a:cubicBezTo>
                    <a:cubicBezTo>
                      <a:pt x="63" y="12"/>
                      <a:pt x="63" y="12"/>
                      <a:pt x="63" y="12"/>
                    </a:cubicBezTo>
                    <a:cubicBezTo>
                      <a:pt x="63" y="12"/>
                      <a:pt x="63" y="12"/>
                      <a:pt x="63" y="12"/>
                    </a:cubicBezTo>
                    <a:cubicBezTo>
                      <a:pt x="63" y="14"/>
                      <a:pt x="63" y="14"/>
                      <a:pt x="63" y="14"/>
                    </a:cubicBezTo>
                    <a:cubicBezTo>
                      <a:pt x="63" y="18"/>
                      <a:pt x="63" y="18"/>
                      <a:pt x="63" y="18"/>
                    </a:cubicBezTo>
                    <a:cubicBezTo>
                      <a:pt x="66" y="18"/>
                      <a:pt x="66" y="18"/>
                      <a:pt x="66" y="18"/>
                    </a:cubicBezTo>
                    <a:cubicBezTo>
                      <a:pt x="66" y="12"/>
                      <a:pt x="66" y="12"/>
                      <a:pt x="66" y="12"/>
                    </a:cubicBezTo>
                    <a:cubicBezTo>
                      <a:pt x="67" y="12"/>
                      <a:pt x="67" y="12"/>
                      <a:pt x="67" y="12"/>
                    </a:cubicBezTo>
                    <a:cubicBezTo>
                      <a:pt x="67" y="12"/>
                      <a:pt x="67" y="12"/>
                      <a:pt x="67" y="12"/>
                    </a:cubicBezTo>
                    <a:cubicBezTo>
                      <a:pt x="70" y="12"/>
                      <a:pt x="70" y="12"/>
                      <a:pt x="70" y="12"/>
                    </a:cubicBezTo>
                    <a:cubicBezTo>
                      <a:pt x="70" y="12"/>
                      <a:pt x="70" y="12"/>
                      <a:pt x="70" y="12"/>
                    </a:cubicBezTo>
                    <a:cubicBezTo>
                      <a:pt x="72" y="12"/>
                      <a:pt x="72" y="12"/>
                      <a:pt x="72" y="12"/>
                    </a:cubicBezTo>
                    <a:cubicBezTo>
                      <a:pt x="72" y="12"/>
                      <a:pt x="72" y="12"/>
                      <a:pt x="72" y="12"/>
                    </a:cubicBezTo>
                    <a:cubicBezTo>
                      <a:pt x="72" y="14"/>
                      <a:pt x="72" y="14"/>
                      <a:pt x="72" y="14"/>
                    </a:cubicBezTo>
                    <a:cubicBezTo>
                      <a:pt x="72" y="18"/>
                      <a:pt x="72" y="18"/>
                      <a:pt x="72" y="18"/>
                    </a:cubicBezTo>
                    <a:cubicBezTo>
                      <a:pt x="75" y="18"/>
                      <a:pt x="75" y="18"/>
                      <a:pt x="75" y="18"/>
                    </a:cubicBezTo>
                    <a:cubicBezTo>
                      <a:pt x="75" y="12"/>
                      <a:pt x="75" y="12"/>
                      <a:pt x="75" y="12"/>
                    </a:cubicBezTo>
                    <a:cubicBezTo>
                      <a:pt x="76" y="12"/>
                      <a:pt x="76" y="12"/>
                      <a:pt x="76" y="12"/>
                    </a:cubicBezTo>
                    <a:cubicBezTo>
                      <a:pt x="76" y="12"/>
                      <a:pt x="76" y="12"/>
                      <a:pt x="76" y="12"/>
                    </a:cubicBezTo>
                    <a:cubicBezTo>
                      <a:pt x="79" y="12"/>
                      <a:pt x="79" y="12"/>
                      <a:pt x="79" y="12"/>
                    </a:cubicBezTo>
                    <a:cubicBezTo>
                      <a:pt x="79" y="12"/>
                      <a:pt x="79" y="12"/>
                      <a:pt x="79" y="12"/>
                    </a:cubicBezTo>
                    <a:cubicBezTo>
                      <a:pt x="81" y="12"/>
                      <a:pt x="81" y="12"/>
                      <a:pt x="81" y="12"/>
                    </a:cubicBezTo>
                    <a:cubicBezTo>
                      <a:pt x="81" y="12"/>
                      <a:pt x="81" y="12"/>
                      <a:pt x="81" y="12"/>
                    </a:cubicBezTo>
                    <a:cubicBezTo>
                      <a:pt x="81" y="14"/>
                      <a:pt x="81" y="14"/>
                      <a:pt x="81" y="14"/>
                    </a:cubicBezTo>
                    <a:cubicBezTo>
                      <a:pt x="81" y="35"/>
                      <a:pt x="81" y="35"/>
                      <a:pt x="81" y="35"/>
                    </a:cubicBezTo>
                    <a:cubicBezTo>
                      <a:pt x="81" y="36"/>
                      <a:pt x="81" y="36"/>
                      <a:pt x="81" y="36"/>
                    </a:cubicBezTo>
                    <a:cubicBezTo>
                      <a:pt x="79" y="36"/>
                      <a:pt x="79" y="36"/>
                      <a:pt x="79" y="36"/>
                    </a:cubicBezTo>
                    <a:close/>
                    <a:moveTo>
                      <a:pt x="68" y="36"/>
                    </a:moveTo>
                    <a:cubicBezTo>
                      <a:pt x="61" y="36"/>
                      <a:pt x="61" y="36"/>
                      <a:pt x="61" y="36"/>
                    </a:cubicBezTo>
                    <a:cubicBezTo>
                      <a:pt x="61" y="39"/>
                      <a:pt x="61" y="39"/>
                      <a:pt x="61" y="39"/>
                    </a:cubicBezTo>
                    <a:cubicBezTo>
                      <a:pt x="68" y="39"/>
                      <a:pt x="68" y="39"/>
                      <a:pt x="68" y="39"/>
                    </a:cubicBezTo>
                    <a:cubicBezTo>
                      <a:pt x="68" y="36"/>
                      <a:pt x="68" y="36"/>
                      <a:pt x="68" y="36"/>
                    </a:cubicBezTo>
                    <a:close/>
                    <a:moveTo>
                      <a:pt x="23" y="14"/>
                    </a:moveTo>
                    <a:cubicBezTo>
                      <a:pt x="20" y="14"/>
                      <a:pt x="20" y="14"/>
                      <a:pt x="20" y="14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5" y="19"/>
                      <a:pt x="15" y="19"/>
                      <a:pt x="15" y="19"/>
                    </a:cubicBezTo>
                    <a:cubicBezTo>
                      <a:pt x="15" y="19"/>
                      <a:pt x="15" y="19"/>
                      <a:pt x="15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11" y="14"/>
                      <a:pt x="11" y="14"/>
                      <a:pt x="11" y="14"/>
                    </a:cubicBezTo>
                    <a:cubicBezTo>
                      <a:pt x="11" y="19"/>
                      <a:pt x="11" y="19"/>
                      <a:pt x="11" y="19"/>
                    </a:cubicBezTo>
                    <a:cubicBezTo>
                      <a:pt x="9" y="19"/>
                      <a:pt x="9" y="19"/>
                      <a:pt x="9" y="19"/>
                    </a:cubicBezTo>
                    <a:cubicBezTo>
                      <a:pt x="9" y="19"/>
                      <a:pt x="9" y="19"/>
                      <a:pt x="9" y="19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23" y="14"/>
                      <a:pt x="23" y="14"/>
                      <a:pt x="23" y="14"/>
                    </a:cubicBezTo>
                    <a:close/>
                    <a:moveTo>
                      <a:pt x="26" y="22"/>
                    </a:moveTo>
                    <a:cubicBezTo>
                      <a:pt x="26" y="18"/>
                      <a:pt x="26" y="18"/>
                      <a:pt x="26" y="1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2" y="18"/>
                      <a:pt x="32" y="18"/>
                      <a:pt x="32" y="18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26" y="22"/>
                      <a:pt x="26" y="22"/>
                      <a:pt x="26" y="22"/>
                    </a:cubicBezTo>
                    <a:close/>
                    <a:moveTo>
                      <a:pt x="36" y="22"/>
                    </a:moveTo>
                    <a:cubicBezTo>
                      <a:pt x="36" y="18"/>
                      <a:pt x="36" y="18"/>
                      <a:pt x="36" y="18"/>
                    </a:cubicBezTo>
                    <a:cubicBezTo>
                      <a:pt x="40" y="18"/>
                      <a:pt x="40" y="18"/>
                      <a:pt x="40" y="18"/>
                    </a:cubicBezTo>
                    <a:cubicBezTo>
                      <a:pt x="41" y="18"/>
                      <a:pt x="41" y="18"/>
                      <a:pt x="41" y="18"/>
                    </a:cubicBezTo>
                    <a:cubicBezTo>
                      <a:pt x="45" y="18"/>
                      <a:pt x="45" y="18"/>
                      <a:pt x="45" y="18"/>
                    </a:cubicBezTo>
                    <a:cubicBezTo>
                      <a:pt x="45" y="22"/>
                      <a:pt x="45" y="22"/>
                      <a:pt x="45" y="22"/>
                    </a:cubicBezTo>
                    <a:cubicBezTo>
                      <a:pt x="36" y="22"/>
                      <a:pt x="36" y="22"/>
                      <a:pt x="36" y="22"/>
                    </a:cubicBezTo>
                    <a:close/>
                    <a:moveTo>
                      <a:pt x="46" y="22"/>
                    </a:moveTo>
                    <a:cubicBezTo>
                      <a:pt x="46" y="18"/>
                      <a:pt x="46" y="18"/>
                      <a:pt x="46" y="18"/>
                    </a:cubicBezTo>
                    <a:cubicBezTo>
                      <a:pt x="49" y="18"/>
                      <a:pt x="49" y="18"/>
                      <a:pt x="49" y="18"/>
                    </a:cubicBezTo>
                    <a:cubicBezTo>
                      <a:pt x="51" y="18"/>
                      <a:pt x="51" y="18"/>
                      <a:pt x="51" y="18"/>
                    </a:cubicBezTo>
                    <a:cubicBezTo>
                      <a:pt x="54" y="18"/>
                      <a:pt x="54" y="18"/>
                      <a:pt x="54" y="18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46" y="22"/>
                      <a:pt x="46" y="22"/>
                      <a:pt x="46" y="22"/>
                    </a:cubicBezTo>
                    <a:close/>
                    <a:moveTo>
                      <a:pt x="57" y="59"/>
                    </a:moveTo>
                    <a:cubicBezTo>
                      <a:pt x="64" y="59"/>
                      <a:pt x="64" y="59"/>
                      <a:pt x="64" y="59"/>
                    </a:cubicBezTo>
                    <a:cubicBezTo>
                      <a:pt x="64" y="53"/>
                      <a:pt x="64" y="53"/>
                      <a:pt x="64" y="53"/>
                    </a:cubicBezTo>
                    <a:cubicBezTo>
                      <a:pt x="57" y="53"/>
                      <a:pt x="57" y="53"/>
                      <a:pt x="57" y="53"/>
                    </a:cubicBezTo>
                    <a:cubicBezTo>
                      <a:pt x="57" y="59"/>
                      <a:pt x="57" y="59"/>
                      <a:pt x="57" y="59"/>
                    </a:cubicBezTo>
                    <a:close/>
                    <a:moveTo>
                      <a:pt x="65" y="59"/>
                    </a:moveTo>
                    <a:cubicBezTo>
                      <a:pt x="68" y="59"/>
                      <a:pt x="68" y="59"/>
                      <a:pt x="68" y="59"/>
                    </a:cubicBezTo>
                    <a:cubicBezTo>
                      <a:pt x="68" y="53"/>
                      <a:pt x="68" y="53"/>
                      <a:pt x="68" y="53"/>
                    </a:cubicBezTo>
                    <a:cubicBezTo>
                      <a:pt x="65" y="53"/>
                      <a:pt x="65" y="53"/>
                      <a:pt x="65" y="53"/>
                    </a:cubicBezTo>
                    <a:cubicBezTo>
                      <a:pt x="65" y="59"/>
                      <a:pt x="65" y="59"/>
                      <a:pt x="65" y="59"/>
                    </a:cubicBezTo>
                    <a:close/>
                    <a:moveTo>
                      <a:pt x="57" y="1"/>
                    </a:moveTo>
                    <a:cubicBezTo>
                      <a:pt x="57" y="9"/>
                      <a:pt x="57" y="9"/>
                      <a:pt x="57" y="9"/>
                    </a:cubicBezTo>
                    <a:cubicBezTo>
                      <a:pt x="24" y="9"/>
                      <a:pt x="24" y="9"/>
                      <a:pt x="24" y="9"/>
                    </a:cubicBezTo>
                    <a:cubicBezTo>
                      <a:pt x="24" y="1"/>
                      <a:pt x="24" y="1"/>
                      <a:pt x="24" y="1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1"/>
                      <a:pt x="34" y="1"/>
                      <a:pt x="34" y="1"/>
                    </a:cubicBezTo>
                    <a:cubicBezTo>
                      <a:pt x="37" y="1"/>
                      <a:pt x="37" y="1"/>
                      <a:pt x="37" y="1"/>
                    </a:cubicBezTo>
                    <a:cubicBezTo>
                      <a:pt x="37" y="6"/>
                      <a:pt x="37" y="6"/>
                      <a:pt x="37" y="6"/>
                    </a:cubicBezTo>
                    <a:cubicBezTo>
                      <a:pt x="37" y="7"/>
                      <a:pt x="37" y="7"/>
                      <a:pt x="37" y="7"/>
                    </a:cubicBezTo>
                    <a:cubicBezTo>
                      <a:pt x="37" y="7"/>
                      <a:pt x="37" y="7"/>
                      <a:pt x="37" y="7"/>
                    </a:cubicBezTo>
                    <a:cubicBezTo>
                      <a:pt x="43" y="7"/>
                      <a:pt x="43" y="7"/>
                      <a:pt x="43" y="7"/>
                    </a:cubicBezTo>
                    <a:cubicBezTo>
                      <a:pt x="43" y="7"/>
                      <a:pt x="43" y="7"/>
                      <a:pt x="43" y="7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44" y="1"/>
                      <a:pt x="44" y="1"/>
                      <a:pt x="44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7" y="6"/>
                      <a:pt x="47" y="6"/>
                      <a:pt x="47" y="6"/>
                    </a:cubicBezTo>
                    <a:cubicBezTo>
                      <a:pt x="47" y="7"/>
                      <a:pt x="47" y="7"/>
                      <a:pt x="47" y="7"/>
                    </a:cubicBezTo>
                    <a:cubicBezTo>
                      <a:pt x="47" y="7"/>
                      <a:pt x="47" y="7"/>
                      <a:pt x="47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1"/>
                      <a:pt x="53" y="1"/>
                      <a:pt x="53" y="1"/>
                    </a:cubicBezTo>
                    <a:cubicBezTo>
                      <a:pt x="57" y="1"/>
                      <a:pt x="57" y="1"/>
                      <a:pt x="57" y="1"/>
                    </a:cubicBezTo>
                    <a:close/>
                    <a:moveTo>
                      <a:pt x="24" y="16"/>
                    </a:moveTo>
                    <a:cubicBezTo>
                      <a:pt x="24" y="10"/>
                      <a:pt x="24" y="10"/>
                      <a:pt x="24" y="10"/>
                    </a:cubicBezTo>
                    <a:cubicBezTo>
                      <a:pt x="31" y="10"/>
                      <a:pt x="31" y="10"/>
                      <a:pt x="31" y="10"/>
                    </a:cubicBezTo>
                    <a:cubicBezTo>
                      <a:pt x="31" y="16"/>
                      <a:pt x="31" y="16"/>
                      <a:pt x="31" y="16"/>
                    </a:cubicBezTo>
                    <a:cubicBezTo>
                      <a:pt x="24" y="16"/>
                      <a:pt x="24" y="16"/>
                      <a:pt x="24" y="16"/>
                    </a:cubicBezTo>
                    <a:close/>
                    <a:moveTo>
                      <a:pt x="32" y="16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40" y="10"/>
                      <a:pt x="40" y="10"/>
                      <a:pt x="40" y="10"/>
                    </a:cubicBezTo>
                    <a:cubicBezTo>
                      <a:pt x="40" y="16"/>
                      <a:pt x="40" y="16"/>
                      <a:pt x="40" y="16"/>
                    </a:cubicBezTo>
                    <a:cubicBezTo>
                      <a:pt x="32" y="16"/>
                      <a:pt x="32" y="16"/>
                      <a:pt x="32" y="16"/>
                    </a:cubicBezTo>
                    <a:close/>
                    <a:moveTo>
                      <a:pt x="41" y="16"/>
                    </a:moveTo>
                    <a:cubicBezTo>
                      <a:pt x="41" y="10"/>
                      <a:pt x="41" y="10"/>
                      <a:pt x="41" y="10"/>
                    </a:cubicBezTo>
                    <a:cubicBezTo>
                      <a:pt x="49" y="10"/>
                      <a:pt x="49" y="10"/>
                      <a:pt x="49" y="10"/>
                    </a:cubicBezTo>
                    <a:cubicBezTo>
                      <a:pt x="49" y="16"/>
                      <a:pt x="49" y="16"/>
                      <a:pt x="49" y="16"/>
                    </a:cubicBezTo>
                    <a:cubicBezTo>
                      <a:pt x="41" y="16"/>
                      <a:pt x="41" y="16"/>
                      <a:pt x="41" y="16"/>
                    </a:cubicBezTo>
                    <a:close/>
                    <a:moveTo>
                      <a:pt x="51" y="16"/>
                    </a:moveTo>
                    <a:cubicBezTo>
                      <a:pt x="51" y="10"/>
                      <a:pt x="51" y="10"/>
                      <a:pt x="51" y="10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57" y="16"/>
                      <a:pt x="57" y="16"/>
                      <a:pt x="57" y="16"/>
                    </a:cubicBezTo>
                    <a:cubicBezTo>
                      <a:pt x="51" y="16"/>
                      <a:pt x="51" y="16"/>
                      <a:pt x="51" y="16"/>
                    </a:cubicBezTo>
                    <a:close/>
                    <a:moveTo>
                      <a:pt x="68" y="52"/>
                    </a:moveTo>
                    <a:cubicBezTo>
                      <a:pt x="68" y="46"/>
                      <a:pt x="68" y="46"/>
                      <a:pt x="68" y="46"/>
                    </a:cubicBezTo>
                    <a:cubicBezTo>
                      <a:pt x="62" y="46"/>
                      <a:pt x="62" y="46"/>
                      <a:pt x="62" y="46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8" y="52"/>
                      <a:pt x="68" y="52"/>
                      <a:pt x="68" y="52"/>
                    </a:cubicBezTo>
                    <a:close/>
                    <a:moveTo>
                      <a:pt x="68" y="45"/>
                    </a:moveTo>
                    <a:cubicBezTo>
                      <a:pt x="68" y="41"/>
                      <a:pt x="68" y="41"/>
                      <a:pt x="68" y="41"/>
                    </a:cubicBezTo>
                    <a:cubicBezTo>
                      <a:pt x="65" y="41"/>
                      <a:pt x="65" y="41"/>
                      <a:pt x="65" y="41"/>
                    </a:cubicBezTo>
                    <a:cubicBezTo>
                      <a:pt x="65" y="45"/>
                      <a:pt x="65" y="45"/>
                      <a:pt x="65" y="45"/>
                    </a:cubicBezTo>
                    <a:cubicBezTo>
                      <a:pt x="68" y="45"/>
                      <a:pt x="68" y="45"/>
                      <a:pt x="68" y="45"/>
                    </a:cubicBezTo>
                    <a:close/>
                    <a:moveTo>
                      <a:pt x="61" y="46"/>
                    </a:moveTo>
                    <a:cubicBezTo>
                      <a:pt x="61" y="52"/>
                      <a:pt x="61" y="52"/>
                      <a:pt x="61" y="52"/>
                    </a:cubicBezTo>
                    <a:cubicBezTo>
                      <a:pt x="57" y="52"/>
                      <a:pt x="57" y="52"/>
                      <a:pt x="57" y="52"/>
                    </a:cubicBezTo>
                    <a:cubicBezTo>
                      <a:pt x="57" y="46"/>
                      <a:pt x="57" y="46"/>
                      <a:pt x="57" y="46"/>
                    </a:cubicBezTo>
                    <a:cubicBezTo>
                      <a:pt x="61" y="46"/>
                      <a:pt x="61" y="46"/>
                      <a:pt x="61" y="46"/>
                    </a:cubicBezTo>
                    <a:close/>
                    <a:moveTo>
                      <a:pt x="64" y="41"/>
                    </a:moveTo>
                    <a:cubicBezTo>
                      <a:pt x="64" y="45"/>
                      <a:pt x="64" y="45"/>
                      <a:pt x="64" y="45"/>
                    </a:cubicBezTo>
                    <a:cubicBezTo>
                      <a:pt x="57" y="45"/>
                      <a:pt x="57" y="45"/>
                      <a:pt x="57" y="45"/>
                    </a:cubicBezTo>
                    <a:cubicBezTo>
                      <a:pt x="57" y="41"/>
                      <a:pt x="57" y="41"/>
                      <a:pt x="57" y="41"/>
                    </a:cubicBezTo>
                    <a:cubicBezTo>
                      <a:pt x="64" y="41"/>
                      <a:pt x="64" y="41"/>
                      <a:pt x="64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" name="Freeform 20"/>
              <p:cNvSpPr>
                <a:spLocks noEditPoints="1"/>
              </p:cNvSpPr>
              <p:nvPr/>
            </p:nvSpPr>
            <p:spPr bwMode="auto">
              <a:xfrm>
                <a:off x="4348163" y="1792288"/>
                <a:ext cx="441325" cy="260350"/>
              </a:xfrm>
              <a:custGeom>
                <a:avLst/>
                <a:gdLst>
                  <a:gd name="T0" fmla="*/ 97 w 278"/>
                  <a:gd name="T1" fmla="*/ 0 h 164"/>
                  <a:gd name="T2" fmla="*/ 0 w 278"/>
                  <a:gd name="T3" fmla="*/ 7 h 164"/>
                  <a:gd name="T4" fmla="*/ 0 w 278"/>
                  <a:gd name="T5" fmla="*/ 0 h 164"/>
                  <a:gd name="T6" fmla="*/ 278 w 278"/>
                  <a:gd name="T7" fmla="*/ 0 h 164"/>
                  <a:gd name="T8" fmla="*/ 180 w 278"/>
                  <a:gd name="T9" fmla="*/ 7 h 164"/>
                  <a:gd name="T10" fmla="*/ 180 w 278"/>
                  <a:gd name="T11" fmla="*/ 0 h 164"/>
                  <a:gd name="T12" fmla="*/ 45 w 278"/>
                  <a:gd name="T13" fmla="*/ 59 h 164"/>
                  <a:gd name="T14" fmla="*/ 2 w 278"/>
                  <a:gd name="T15" fmla="*/ 64 h 164"/>
                  <a:gd name="T16" fmla="*/ 2 w 278"/>
                  <a:gd name="T17" fmla="*/ 59 h 164"/>
                  <a:gd name="T18" fmla="*/ 275 w 278"/>
                  <a:gd name="T19" fmla="*/ 59 h 164"/>
                  <a:gd name="T20" fmla="*/ 232 w 278"/>
                  <a:gd name="T21" fmla="*/ 64 h 164"/>
                  <a:gd name="T22" fmla="*/ 232 w 278"/>
                  <a:gd name="T23" fmla="*/ 59 h 164"/>
                  <a:gd name="T24" fmla="*/ 69 w 278"/>
                  <a:gd name="T25" fmla="*/ 102 h 164"/>
                  <a:gd name="T26" fmla="*/ 7 w 278"/>
                  <a:gd name="T27" fmla="*/ 109 h 164"/>
                  <a:gd name="T28" fmla="*/ 7 w 278"/>
                  <a:gd name="T29" fmla="*/ 102 h 164"/>
                  <a:gd name="T30" fmla="*/ 164 w 278"/>
                  <a:gd name="T31" fmla="*/ 102 h 164"/>
                  <a:gd name="T32" fmla="*/ 114 w 278"/>
                  <a:gd name="T33" fmla="*/ 109 h 164"/>
                  <a:gd name="T34" fmla="*/ 114 w 278"/>
                  <a:gd name="T35" fmla="*/ 102 h 164"/>
                  <a:gd name="T36" fmla="*/ 270 w 278"/>
                  <a:gd name="T37" fmla="*/ 102 h 164"/>
                  <a:gd name="T38" fmla="*/ 206 w 278"/>
                  <a:gd name="T39" fmla="*/ 109 h 164"/>
                  <a:gd name="T40" fmla="*/ 206 w 278"/>
                  <a:gd name="T41" fmla="*/ 102 h 164"/>
                  <a:gd name="T42" fmla="*/ 81 w 278"/>
                  <a:gd name="T43" fmla="*/ 159 h 164"/>
                  <a:gd name="T44" fmla="*/ 111 w 278"/>
                  <a:gd name="T45" fmla="*/ 133 h 164"/>
                  <a:gd name="T46" fmla="*/ 114 w 278"/>
                  <a:gd name="T47" fmla="*/ 133 h 164"/>
                  <a:gd name="T48" fmla="*/ 185 w 278"/>
                  <a:gd name="T49" fmla="*/ 159 h 164"/>
                  <a:gd name="T50" fmla="*/ 164 w 278"/>
                  <a:gd name="T51" fmla="*/ 131 h 164"/>
                  <a:gd name="T52" fmla="*/ 164 w 278"/>
                  <a:gd name="T53" fmla="*/ 133 h 164"/>
                  <a:gd name="T54" fmla="*/ 166 w 278"/>
                  <a:gd name="T55" fmla="*/ 133 h 164"/>
                  <a:gd name="T56" fmla="*/ 194 w 278"/>
                  <a:gd name="T57" fmla="*/ 159 h 164"/>
                  <a:gd name="T58" fmla="*/ 261 w 278"/>
                  <a:gd name="T59" fmla="*/ 164 h 164"/>
                  <a:gd name="T60" fmla="*/ 16 w 278"/>
                  <a:gd name="T61" fmla="*/ 159 h 164"/>
                  <a:gd name="T62" fmla="*/ 114 w 278"/>
                  <a:gd name="T63" fmla="*/ 131 h 164"/>
                  <a:gd name="T64" fmla="*/ 114 w 278"/>
                  <a:gd name="T65" fmla="*/ 133 h 164"/>
                  <a:gd name="T66" fmla="*/ 114 w 278"/>
                  <a:gd name="T67" fmla="*/ 131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78" h="164">
                    <a:moveTo>
                      <a:pt x="0" y="0"/>
                    </a:moveTo>
                    <a:lnTo>
                      <a:pt x="97" y="0"/>
                    </a:lnTo>
                    <a:lnTo>
                      <a:pt x="97" y="7"/>
                    </a:lnTo>
                    <a:lnTo>
                      <a:pt x="0" y="7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180" y="0"/>
                    </a:moveTo>
                    <a:lnTo>
                      <a:pt x="278" y="0"/>
                    </a:lnTo>
                    <a:lnTo>
                      <a:pt x="278" y="7"/>
                    </a:lnTo>
                    <a:lnTo>
                      <a:pt x="180" y="7"/>
                    </a:lnTo>
                    <a:lnTo>
                      <a:pt x="180" y="0"/>
                    </a:lnTo>
                    <a:lnTo>
                      <a:pt x="180" y="0"/>
                    </a:lnTo>
                    <a:close/>
                    <a:moveTo>
                      <a:pt x="2" y="59"/>
                    </a:moveTo>
                    <a:lnTo>
                      <a:pt x="45" y="59"/>
                    </a:lnTo>
                    <a:lnTo>
                      <a:pt x="45" y="64"/>
                    </a:lnTo>
                    <a:lnTo>
                      <a:pt x="2" y="64"/>
                    </a:lnTo>
                    <a:lnTo>
                      <a:pt x="2" y="59"/>
                    </a:lnTo>
                    <a:lnTo>
                      <a:pt x="2" y="59"/>
                    </a:lnTo>
                    <a:close/>
                    <a:moveTo>
                      <a:pt x="232" y="59"/>
                    </a:moveTo>
                    <a:lnTo>
                      <a:pt x="275" y="59"/>
                    </a:lnTo>
                    <a:lnTo>
                      <a:pt x="275" y="64"/>
                    </a:lnTo>
                    <a:lnTo>
                      <a:pt x="232" y="64"/>
                    </a:lnTo>
                    <a:lnTo>
                      <a:pt x="232" y="59"/>
                    </a:lnTo>
                    <a:lnTo>
                      <a:pt x="232" y="59"/>
                    </a:lnTo>
                    <a:close/>
                    <a:moveTo>
                      <a:pt x="7" y="102"/>
                    </a:moveTo>
                    <a:lnTo>
                      <a:pt x="69" y="102"/>
                    </a:lnTo>
                    <a:lnTo>
                      <a:pt x="69" y="109"/>
                    </a:lnTo>
                    <a:lnTo>
                      <a:pt x="7" y="109"/>
                    </a:lnTo>
                    <a:lnTo>
                      <a:pt x="7" y="102"/>
                    </a:lnTo>
                    <a:lnTo>
                      <a:pt x="7" y="102"/>
                    </a:lnTo>
                    <a:close/>
                    <a:moveTo>
                      <a:pt x="114" y="102"/>
                    </a:moveTo>
                    <a:lnTo>
                      <a:pt x="164" y="102"/>
                    </a:lnTo>
                    <a:lnTo>
                      <a:pt x="164" y="109"/>
                    </a:lnTo>
                    <a:lnTo>
                      <a:pt x="114" y="109"/>
                    </a:lnTo>
                    <a:lnTo>
                      <a:pt x="114" y="102"/>
                    </a:lnTo>
                    <a:lnTo>
                      <a:pt x="114" y="102"/>
                    </a:lnTo>
                    <a:close/>
                    <a:moveTo>
                      <a:pt x="206" y="102"/>
                    </a:moveTo>
                    <a:lnTo>
                      <a:pt x="270" y="102"/>
                    </a:lnTo>
                    <a:lnTo>
                      <a:pt x="270" y="109"/>
                    </a:lnTo>
                    <a:lnTo>
                      <a:pt x="206" y="109"/>
                    </a:lnTo>
                    <a:lnTo>
                      <a:pt x="206" y="102"/>
                    </a:lnTo>
                    <a:lnTo>
                      <a:pt x="206" y="102"/>
                    </a:lnTo>
                    <a:close/>
                    <a:moveTo>
                      <a:pt x="16" y="159"/>
                    </a:moveTo>
                    <a:lnTo>
                      <a:pt x="81" y="159"/>
                    </a:lnTo>
                    <a:lnTo>
                      <a:pt x="107" y="133"/>
                    </a:lnTo>
                    <a:lnTo>
                      <a:pt x="111" y="133"/>
                    </a:lnTo>
                    <a:lnTo>
                      <a:pt x="111" y="133"/>
                    </a:lnTo>
                    <a:lnTo>
                      <a:pt x="114" y="133"/>
                    </a:lnTo>
                    <a:lnTo>
                      <a:pt x="88" y="159"/>
                    </a:lnTo>
                    <a:lnTo>
                      <a:pt x="185" y="159"/>
                    </a:lnTo>
                    <a:lnTo>
                      <a:pt x="159" y="131"/>
                    </a:lnTo>
                    <a:lnTo>
                      <a:pt x="164" y="131"/>
                    </a:lnTo>
                    <a:lnTo>
                      <a:pt x="164" y="133"/>
                    </a:lnTo>
                    <a:lnTo>
                      <a:pt x="164" y="133"/>
                    </a:lnTo>
                    <a:lnTo>
                      <a:pt x="166" y="133"/>
                    </a:lnTo>
                    <a:lnTo>
                      <a:pt x="166" y="133"/>
                    </a:lnTo>
                    <a:lnTo>
                      <a:pt x="168" y="133"/>
                    </a:lnTo>
                    <a:lnTo>
                      <a:pt x="194" y="159"/>
                    </a:lnTo>
                    <a:lnTo>
                      <a:pt x="261" y="159"/>
                    </a:lnTo>
                    <a:lnTo>
                      <a:pt x="261" y="164"/>
                    </a:lnTo>
                    <a:lnTo>
                      <a:pt x="16" y="164"/>
                    </a:lnTo>
                    <a:lnTo>
                      <a:pt x="16" y="159"/>
                    </a:lnTo>
                    <a:lnTo>
                      <a:pt x="16" y="159"/>
                    </a:lnTo>
                    <a:close/>
                    <a:moveTo>
                      <a:pt x="114" y="131"/>
                    </a:moveTo>
                    <a:lnTo>
                      <a:pt x="116" y="131"/>
                    </a:lnTo>
                    <a:lnTo>
                      <a:pt x="114" y="133"/>
                    </a:lnTo>
                    <a:lnTo>
                      <a:pt x="114" y="131"/>
                    </a:lnTo>
                    <a:lnTo>
                      <a:pt x="114" y="1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6" name="Freeform 21"/>
              <p:cNvSpPr>
                <a:spLocks noEditPoints="1"/>
              </p:cNvSpPr>
              <p:nvPr/>
            </p:nvSpPr>
            <p:spPr bwMode="auto">
              <a:xfrm>
                <a:off x="4295776" y="1660525"/>
                <a:ext cx="546100" cy="508000"/>
              </a:xfrm>
              <a:custGeom>
                <a:avLst/>
                <a:gdLst>
                  <a:gd name="T0" fmla="*/ 31 w 145"/>
                  <a:gd name="T1" fmla="*/ 0 h 135"/>
                  <a:gd name="T2" fmla="*/ 0 w 145"/>
                  <a:gd name="T3" fmla="*/ 27 h 135"/>
                  <a:gd name="T4" fmla="*/ 14 w 145"/>
                  <a:gd name="T5" fmla="*/ 45 h 135"/>
                  <a:gd name="T6" fmla="*/ 14 w 145"/>
                  <a:gd name="T7" fmla="*/ 63 h 135"/>
                  <a:gd name="T8" fmla="*/ 33 w 145"/>
                  <a:gd name="T9" fmla="*/ 116 h 135"/>
                  <a:gd name="T10" fmla="*/ 61 w 145"/>
                  <a:gd name="T11" fmla="*/ 125 h 135"/>
                  <a:gd name="T12" fmla="*/ 73 w 145"/>
                  <a:gd name="T13" fmla="*/ 135 h 135"/>
                  <a:gd name="T14" fmla="*/ 83 w 145"/>
                  <a:gd name="T15" fmla="*/ 126 h 135"/>
                  <a:gd name="T16" fmla="*/ 112 w 145"/>
                  <a:gd name="T17" fmla="*/ 116 h 135"/>
                  <a:gd name="T18" fmla="*/ 131 w 145"/>
                  <a:gd name="T19" fmla="*/ 63 h 135"/>
                  <a:gd name="T20" fmla="*/ 131 w 145"/>
                  <a:gd name="T21" fmla="*/ 46 h 135"/>
                  <a:gd name="T22" fmla="*/ 145 w 145"/>
                  <a:gd name="T23" fmla="*/ 27 h 135"/>
                  <a:gd name="T24" fmla="*/ 115 w 145"/>
                  <a:gd name="T25" fmla="*/ 0 h 135"/>
                  <a:gd name="T26" fmla="*/ 73 w 145"/>
                  <a:gd name="T27" fmla="*/ 14 h 135"/>
                  <a:gd name="T28" fmla="*/ 31 w 145"/>
                  <a:gd name="T29" fmla="*/ 0 h 135"/>
                  <a:gd name="T30" fmla="*/ 31 w 145"/>
                  <a:gd name="T31" fmla="*/ 4 h 135"/>
                  <a:gd name="T32" fmla="*/ 6 w 145"/>
                  <a:gd name="T33" fmla="*/ 26 h 135"/>
                  <a:gd name="T34" fmla="*/ 16 w 145"/>
                  <a:gd name="T35" fmla="*/ 38 h 135"/>
                  <a:gd name="T36" fmla="*/ 17 w 145"/>
                  <a:gd name="T37" fmla="*/ 51 h 135"/>
                  <a:gd name="T38" fmla="*/ 17 w 145"/>
                  <a:gd name="T39" fmla="*/ 64 h 135"/>
                  <a:gd name="T40" fmla="*/ 34 w 145"/>
                  <a:gd name="T41" fmla="*/ 113 h 135"/>
                  <a:gd name="T42" fmla="*/ 60 w 145"/>
                  <a:gd name="T43" fmla="*/ 122 h 135"/>
                  <a:gd name="T44" fmla="*/ 73 w 145"/>
                  <a:gd name="T45" fmla="*/ 130 h 135"/>
                  <a:gd name="T46" fmla="*/ 83 w 145"/>
                  <a:gd name="T47" fmla="*/ 123 h 135"/>
                  <a:gd name="T48" fmla="*/ 111 w 145"/>
                  <a:gd name="T49" fmla="*/ 113 h 135"/>
                  <a:gd name="T50" fmla="*/ 128 w 145"/>
                  <a:gd name="T51" fmla="*/ 63 h 135"/>
                  <a:gd name="T52" fmla="*/ 128 w 145"/>
                  <a:gd name="T53" fmla="*/ 52 h 135"/>
                  <a:gd name="T54" fmla="*/ 129 w 145"/>
                  <a:gd name="T55" fmla="*/ 38 h 135"/>
                  <a:gd name="T56" fmla="*/ 139 w 145"/>
                  <a:gd name="T57" fmla="*/ 26 h 135"/>
                  <a:gd name="T58" fmla="*/ 114 w 145"/>
                  <a:gd name="T59" fmla="*/ 4 h 135"/>
                  <a:gd name="T60" fmla="*/ 73 w 145"/>
                  <a:gd name="T61" fmla="*/ 16 h 135"/>
                  <a:gd name="T62" fmla="*/ 31 w 145"/>
                  <a:gd name="T63" fmla="*/ 4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5">
                    <a:moveTo>
                      <a:pt x="31" y="0"/>
                    </a:moveTo>
                    <a:cubicBezTo>
                      <a:pt x="0" y="27"/>
                      <a:pt x="0" y="27"/>
                      <a:pt x="0" y="27"/>
                    </a:cubicBezTo>
                    <a:cubicBezTo>
                      <a:pt x="9" y="28"/>
                      <a:pt x="14" y="37"/>
                      <a:pt x="14" y="45"/>
                    </a:cubicBezTo>
                    <a:cubicBezTo>
                      <a:pt x="14" y="63"/>
                      <a:pt x="14" y="63"/>
                      <a:pt x="14" y="63"/>
                    </a:cubicBezTo>
                    <a:cubicBezTo>
                      <a:pt x="14" y="80"/>
                      <a:pt x="15" y="109"/>
                      <a:pt x="33" y="116"/>
                    </a:cubicBezTo>
                    <a:cubicBezTo>
                      <a:pt x="36" y="117"/>
                      <a:pt x="53" y="121"/>
                      <a:pt x="61" y="125"/>
                    </a:cubicBezTo>
                    <a:cubicBezTo>
                      <a:pt x="70" y="130"/>
                      <a:pt x="71" y="135"/>
                      <a:pt x="73" y="135"/>
                    </a:cubicBezTo>
                    <a:cubicBezTo>
                      <a:pt x="74" y="134"/>
                      <a:pt x="76" y="130"/>
                      <a:pt x="83" y="126"/>
                    </a:cubicBezTo>
                    <a:cubicBezTo>
                      <a:pt x="92" y="122"/>
                      <a:pt x="107" y="118"/>
                      <a:pt x="112" y="116"/>
                    </a:cubicBezTo>
                    <a:cubicBezTo>
                      <a:pt x="130" y="109"/>
                      <a:pt x="131" y="80"/>
                      <a:pt x="131" y="63"/>
                    </a:cubicBezTo>
                    <a:cubicBezTo>
                      <a:pt x="131" y="46"/>
                      <a:pt x="131" y="46"/>
                      <a:pt x="131" y="46"/>
                    </a:cubicBezTo>
                    <a:cubicBezTo>
                      <a:pt x="131" y="38"/>
                      <a:pt x="136" y="28"/>
                      <a:pt x="145" y="27"/>
                    </a:cubicBezTo>
                    <a:cubicBezTo>
                      <a:pt x="115" y="0"/>
                      <a:pt x="115" y="0"/>
                      <a:pt x="115" y="0"/>
                    </a:cubicBezTo>
                    <a:cubicBezTo>
                      <a:pt x="100" y="9"/>
                      <a:pt x="90" y="13"/>
                      <a:pt x="73" y="14"/>
                    </a:cubicBezTo>
                    <a:cubicBezTo>
                      <a:pt x="55" y="14"/>
                      <a:pt x="45" y="10"/>
                      <a:pt x="31" y="0"/>
                    </a:cubicBezTo>
                    <a:close/>
                    <a:moveTo>
                      <a:pt x="31" y="4"/>
                    </a:moveTo>
                    <a:cubicBezTo>
                      <a:pt x="6" y="26"/>
                      <a:pt x="6" y="26"/>
                      <a:pt x="6" y="26"/>
                    </a:cubicBezTo>
                    <a:cubicBezTo>
                      <a:pt x="7" y="26"/>
                      <a:pt x="13" y="29"/>
                      <a:pt x="16" y="38"/>
                    </a:cubicBezTo>
                    <a:cubicBezTo>
                      <a:pt x="17" y="42"/>
                      <a:pt x="17" y="47"/>
                      <a:pt x="17" y="51"/>
                    </a:cubicBezTo>
                    <a:cubicBezTo>
                      <a:pt x="17" y="56"/>
                      <a:pt x="17" y="60"/>
                      <a:pt x="17" y="64"/>
                    </a:cubicBezTo>
                    <a:cubicBezTo>
                      <a:pt x="17" y="79"/>
                      <a:pt x="18" y="106"/>
                      <a:pt x="34" y="113"/>
                    </a:cubicBezTo>
                    <a:cubicBezTo>
                      <a:pt x="37" y="115"/>
                      <a:pt x="53" y="118"/>
                      <a:pt x="60" y="122"/>
                    </a:cubicBezTo>
                    <a:cubicBezTo>
                      <a:pt x="70" y="126"/>
                      <a:pt x="72" y="130"/>
                      <a:pt x="73" y="130"/>
                    </a:cubicBezTo>
                    <a:cubicBezTo>
                      <a:pt x="74" y="129"/>
                      <a:pt x="76" y="126"/>
                      <a:pt x="83" y="123"/>
                    </a:cubicBezTo>
                    <a:cubicBezTo>
                      <a:pt x="91" y="119"/>
                      <a:pt x="106" y="115"/>
                      <a:pt x="111" y="113"/>
                    </a:cubicBezTo>
                    <a:cubicBezTo>
                      <a:pt x="127" y="107"/>
                      <a:pt x="127" y="79"/>
                      <a:pt x="128" y="63"/>
                    </a:cubicBezTo>
                    <a:cubicBezTo>
                      <a:pt x="128" y="52"/>
                      <a:pt x="128" y="52"/>
                      <a:pt x="128" y="52"/>
                    </a:cubicBezTo>
                    <a:cubicBezTo>
                      <a:pt x="128" y="47"/>
                      <a:pt x="127" y="43"/>
                      <a:pt x="129" y="38"/>
                    </a:cubicBezTo>
                    <a:cubicBezTo>
                      <a:pt x="131" y="33"/>
                      <a:pt x="134" y="28"/>
                      <a:pt x="139" y="26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00" y="13"/>
                      <a:pt x="90" y="16"/>
                      <a:pt x="73" y="16"/>
                    </a:cubicBezTo>
                    <a:cubicBezTo>
                      <a:pt x="56" y="16"/>
                      <a:pt x="45" y="13"/>
                      <a:pt x="31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" name="Freeform 22"/>
              <p:cNvSpPr>
                <a:spLocks noEditPoints="1"/>
              </p:cNvSpPr>
              <p:nvPr/>
            </p:nvSpPr>
            <p:spPr bwMode="auto">
              <a:xfrm>
                <a:off x="4373563" y="1701800"/>
                <a:ext cx="388938" cy="430213"/>
              </a:xfrm>
              <a:custGeom>
                <a:avLst/>
                <a:gdLst>
                  <a:gd name="T0" fmla="*/ 226 w 245"/>
                  <a:gd name="T1" fmla="*/ 17 h 271"/>
                  <a:gd name="T2" fmla="*/ 233 w 245"/>
                  <a:gd name="T3" fmla="*/ 31 h 271"/>
                  <a:gd name="T4" fmla="*/ 219 w 245"/>
                  <a:gd name="T5" fmla="*/ 40 h 271"/>
                  <a:gd name="T6" fmla="*/ 207 w 245"/>
                  <a:gd name="T7" fmla="*/ 31 h 271"/>
                  <a:gd name="T8" fmla="*/ 212 w 245"/>
                  <a:gd name="T9" fmla="*/ 17 h 271"/>
                  <a:gd name="T10" fmla="*/ 219 w 245"/>
                  <a:gd name="T11" fmla="*/ 0 h 271"/>
                  <a:gd name="T12" fmla="*/ 131 w 245"/>
                  <a:gd name="T13" fmla="*/ 240 h 271"/>
                  <a:gd name="T14" fmla="*/ 136 w 245"/>
                  <a:gd name="T15" fmla="*/ 254 h 271"/>
                  <a:gd name="T16" fmla="*/ 121 w 245"/>
                  <a:gd name="T17" fmla="*/ 263 h 271"/>
                  <a:gd name="T18" fmla="*/ 110 w 245"/>
                  <a:gd name="T19" fmla="*/ 254 h 271"/>
                  <a:gd name="T20" fmla="*/ 114 w 245"/>
                  <a:gd name="T21" fmla="*/ 240 h 271"/>
                  <a:gd name="T22" fmla="*/ 121 w 245"/>
                  <a:gd name="T23" fmla="*/ 223 h 271"/>
                  <a:gd name="T24" fmla="*/ 126 w 245"/>
                  <a:gd name="T25" fmla="*/ 242 h 271"/>
                  <a:gd name="T26" fmla="*/ 129 w 245"/>
                  <a:gd name="T27" fmla="*/ 252 h 271"/>
                  <a:gd name="T28" fmla="*/ 121 w 245"/>
                  <a:gd name="T29" fmla="*/ 256 h 271"/>
                  <a:gd name="T30" fmla="*/ 114 w 245"/>
                  <a:gd name="T31" fmla="*/ 252 h 271"/>
                  <a:gd name="T32" fmla="*/ 117 w 245"/>
                  <a:gd name="T33" fmla="*/ 242 h 271"/>
                  <a:gd name="T34" fmla="*/ 121 w 245"/>
                  <a:gd name="T35" fmla="*/ 235 h 271"/>
                  <a:gd name="T36" fmla="*/ 34 w 245"/>
                  <a:gd name="T37" fmla="*/ 17 h 271"/>
                  <a:gd name="T38" fmla="*/ 38 w 245"/>
                  <a:gd name="T39" fmla="*/ 31 h 271"/>
                  <a:gd name="T40" fmla="*/ 27 w 245"/>
                  <a:gd name="T41" fmla="*/ 40 h 271"/>
                  <a:gd name="T42" fmla="*/ 15 w 245"/>
                  <a:gd name="T43" fmla="*/ 31 h 271"/>
                  <a:gd name="T44" fmla="*/ 19 w 245"/>
                  <a:gd name="T45" fmla="*/ 17 h 271"/>
                  <a:gd name="T46" fmla="*/ 27 w 245"/>
                  <a:gd name="T47" fmla="*/ 0 h 271"/>
                  <a:gd name="T48" fmla="*/ 31 w 245"/>
                  <a:gd name="T49" fmla="*/ 22 h 271"/>
                  <a:gd name="T50" fmla="*/ 34 w 245"/>
                  <a:gd name="T51" fmla="*/ 29 h 271"/>
                  <a:gd name="T52" fmla="*/ 27 w 245"/>
                  <a:gd name="T53" fmla="*/ 33 h 271"/>
                  <a:gd name="T54" fmla="*/ 19 w 245"/>
                  <a:gd name="T55" fmla="*/ 29 h 271"/>
                  <a:gd name="T56" fmla="*/ 22 w 245"/>
                  <a:gd name="T57" fmla="*/ 22 h 271"/>
                  <a:gd name="T58" fmla="*/ 27 w 245"/>
                  <a:gd name="T59" fmla="*/ 12 h 271"/>
                  <a:gd name="T60" fmla="*/ 224 w 245"/>
                  <a:gd name="T61" fmla="*/ 22 h 271"/>
                  <a:gd name="T62" fmla="*/ 226 w 245"/>
                  <a:gd name="T63" fmla="*/ 29 h 271"/>
                  <a:gd name="T64" fmla="*/ 219 w 245"/>
                  <a:gd name="T65" fmla="*/ 33 h 271"/>
                  <a:gd name="T66" fmla="*/ 212 w 245"/>
                  <a:gd name="T67" fmla="*/ 29 h 271"/>
                  <a:gd name="T68" fmla="*/ 214 w 245"/>
                  <a:gd name="T69" fmla="*/ 22 h 271"/>
                  <a:gd name="T70" fmla="*/ 219 w 245"/>
                  <a:gd name="T71" fmla="*/ 12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5" h="271">
                    <a:moveTo>
                      <a:pt x="219" y="0"/>
                    </a:moveTo>
                    <a:lnTo>
                      <a:pt x="226" y="17"/>
                    </a:lnTo>
                    <a:lnTo>
                      <a:pt x="245" y="19"/>
                    </a:lnTo>
                    <a:lnTo>
                      <a:pt x="233" y="31"/>
                    </a:lnTo>
                    <a:lnTo>
                      <a:pt x="235" y="48"/>
                    </a:lnTo>
                    <a:lnTo>
                      <a:pt x="219" y="40"/>
                    </a:lnTo>
                    <a:lnTo>
                      <a:pt x="205" y="48"/>
                    </a:lnTo>
                    <a:lnTo>
                      <a:pt x="207" y="31"/>
                    </a:lnTo>
                    <a:lnTo>
                      <a:pt x="193" y="19"/>
                    </a:lnTo>
                    <a:lnTo>
                      <a:pt x="212" y="17"/>
                    </a:lnTo>
                    <a:lnTo>
                      <a:pt x="219" y="0"/>
                    </a:lnTo>
                    <a:lnTo>
                      <a:pt x="219" y="0"/>
                    </a:lnTo>
                    <a:close/>
                    <a:moveTo>
                      <a:pt x="121" y="223"/>
                    </a:moveTo>
                    <a:lnTo>
                      <a:pt x="131" y="240"/>
                    </a:lnTo>
                    <a:lnTo>
                      <a:pt x="148" y="242"/>
                    </a:lnTo>
                    <a:lnTo>
                      <a:pt x="136" y="254"/>
                    </a:lnTo>
                    <a:lnTo>
                      <a:pt x="138" y="271"/>
                    </a:lnTo>
                    <a:lnTo>
                      <a:pt x="121" y="263"/>
                    </a:lnTo>
                    <a:lnTo>
                      <a:pt x="107" y="271"/>
                    </a:lnTo>
                    <a:lnTo>
                      <a:pt x="110" y="254"/>
                    </a:lnTo>
                    <a:lnTo>
                      <a:pt x="98" y="242"/>
                    </a:lnTo>
                    <a:lnTo>
                      <a:pt x="114" y="240"/>
                    </a:lnTo>
                    <a:lnTo>
                      <a:pt x="121" y="223"/>
                    </a:lnTo>
                    <a:lnTo>
                      <a:pt x="121" y="223"/>
                    </a:lnTo>
                    <a:close/>
                    <a:moveTo>
                      <a:pt x="121" y="235"/>
                    </a:moveTo>
                    <a:lnTo>
                      <a:pt x="126" y="242"/>
                    </a:lnTo>
                    <a:lnTo>
                      <a:pt x="136" y="244"/>
                    </a:lnTo>
                    <a:lnTo>
                      <a:pt x="129" y="252"/>
                    </a:lnTo>
                    <a:lnTo>
                      <a:pt x="131" y="261"/>
                    </a:lnTo>
                    <a:lnTo>
                      <a:pt x="121" y="256"/>
                    </a:lnTo>
                    <a:lnTo>
                      <a:pt x="112" y="261"/>
                    </a:lnTo>
                    <a:lnTo>
                      <a:pt x="114" y="252"/>
                    </a:lnTo>
                    <a:lnTo>
                      <a:pt x="107" y="244"/>
                    </a:lnTo>
                    <a:lnTo>
                      <a:pt x="117" y="242"/>
                    </a:lnTo>
                    <a:lnTo>
                      <a:pt x="121" y="235"/>
                    </a:lnTo>
                    <a:lnTo>
                      <a:pt x="121" y="235"/>
                    </a:lnTo>
                    <a:close/>
                    <a:moveTo>
                      <a:pt x="27" y="0"/>
                    </a:moveTo>
                    <a:lnTo>
                      <a:pt x="34" y="17"/>
                    </a:lnTo>
                    <a:lnTo>
                      <a:pt x="53" y="19"/>
                    </a:lnTo>
                    <a:lnTo>
                      <a:pt x="38" y="31"/>
                    </a:lnTo>
                    <a:lnTo>
                      <a:pt x="41" y="48"/>
                    </a:lnTo>
                    <a:lnTo>
                      <a:pt x="27" y="40"/>
                    </a:lnTo>
                    <a:lnTo>
                      <a:pt x="10" y="48"/>
                    </a:lnTo>
                    <a:lnTo>
                      <a:pt x="15" y="31"/>
                    </a:lnTo>
                    <a:lnTo>
                      <a:pt x="0" y="19"/>
                    </a:lnTo>
                    <a:lnTo>
                      <a:pt x="19" y="17"/>
                    </a:lnTo>
                    <a:lnTo>
                      <a:pt x="27" y="0"/>
                    </a:lnTo>
                    <a:lnTo>
                      <a:pt x="27" y="0"/>
                    </a:lnTo>
                    <a:close/>
                    <a:moveTo>
                      <a:pt x="27" y="12"/>
                    </a:moveTo>
                    <a:lnTo>
                      <a:pt x="31" y="22"/>
                    </a:lnTo>
                    <a:lnTo>
                      <a:pt x="41" y="22"/>
                    </a:lnTo>
                    <a:lnTo>
                      <a:pt x="34" y="29"/>
                    </a:lnTo>
                    <a:lnTo>
                      <a:pt x="36" y="38"/>
                    </a:lnTo>
                    <a:lnTo>
                      <a:pt x="27" y="33"/>
                    </a:lnTo>
                    <a:lnTo>
                      <a:pt x="17" y="38"/>
                    </a:lnTo>
                    <a:lnTo>
                      <a:pt x="19" y="29"/>
                    </a:lnTo>
                    <a:lnTo>
                      <a:pt x="12" y="22"/>
                    </a:lnTo>
                    <a:lnTo>
                      <a:pt x="22" y="22"/>
                    </a:lnTo>
                    <a:lnTo>
                      <a:pt x="27" y="12"/>
                    </a:lnTo>
                    <a:lnTo>
                      <a:pt x="27" y="12"/>
                    </a:lnTo>
                    <a:close/>
                    <a:moveTo>
                      <a:pt x="219" y="12"/>
                    </a:moveTo>
                    <a:lnTo>
                      <a:pt x="224" y="22"/>
                    </a:lnTo>
                    <a:lnTo>
                      <a:pt x="233" y="22"/>
                    </a:lnTo>
                    <a:lnTo>
                      <a:pt x="226" y="29"/>
                    </a:lnTo>
                    <a:lnTo>
                      <a:pt x="228" y="38"/>
                    </a:lnTo>
                    <a:lnTo>
                      <a:pt x="219" y="33"/>
                    </a:lnTo>
                    <a:lnTo>
                      <a:pt x="209" y="38"/>
                    </a:lnTo>
                    <a:lnTo>
                      <a:pt x="212" y="29"/>
                    </a:lnTo>
                    <a:lnTo>
                      <a:pt x="205" y="22"/>
                    </a:lnTo>
                    <a:lnTo>
                      <a:pt x="214" y="22"/>
                    </a:lnTo>
                    <a:lnTo>
                      <a:pt x="219" y="12"/>
                    </a:lnTo>
                    <a:lnTo>
                      <a:pt x="219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" name="Freeform 23"/>
              <p:cNvSpPr>
                <a:spLocks noEditPoints="1"/>
              </p:cNvSpPr>
              <p:nvPr/>
            </p:nvSpPr>
            <p:spPr bwMode="auto">
              <a:xfrm>
                <a:off x="4392613" y="2220913"/>
                <a:ext cx="350838" cy="79375"/>
              </a:xfrm>
              <a:custGeom>
                <a:avLst/>
                <a:gdLst>
                  <a:gd name="T0" fmla="*/ 11 w 93"/>
                  <a:gd name="T1" fmla="*/ 4 h 21"/>
                  <a:gd name="T2" fmla="*/ 11 w 93"/>
                  <a:gd name="T3" fmla="*/ 4 h 21"/>
                  <a:gd name="T4" fmla="*/ 11 w 93"/>
                  <a:gd name="T5" fmla="*/ 2 h 21"/>
                  <a:gd name="T6" fmla="*/ 29 w 93"/>
                  <a:gd name="T7" fmla="*/ 3 h 21"/>
                  <a:gd name="T8" fmla="*/ 28 w 93"/>
                  <a:gd name="T9" fmla="*/ 8 h 21"/>
                  <a:gd name="T10" fmla="*/ 38 w 93"/>
                  <a:gd name="T11" fmla="*/ 7 h 21"/>
                  <a:gd name="T12" fmla="*/ 37 w 93"/>
                  <a:gd name="T13" fmla="*/ 5 h 21"/>
                  <a:gd name="T14" fmla="*/ 33 w 93"/>
                  <a:gd name="T15" fmla="*/ 4 h 21"/>
                  <a:gd name="T16" fmla="*/ 39 w 93"/>
                  <a:gd name="T17" fmla="*/ 1 h 21"/>
                  <a:gd name="T18" fmla="*/ 63 w 93"/>
                  <a:gd name="T19" fmla="*/ 3 h 21"/>
                  <a:gd name="T20" fmla="*/ 65 w 93"/>
                  <a:gd name="T21" fmla="*/ 8 h 21"/>
                  <a:gd name="T22" fmla="*/ 71 w 93"/>
                  <a:gd name="T23" fmla="*/ 10 h 21"/>
                  <a:gd name="T24" fmla="*/ 65 w 93"/>
                  <a:gd name="T25" fmla="*/ 2 h 21"/>
                  <a:gd name="T26" fmla="*/ 88 w 93"/>
                  <a:gd name="T27" fmla="*/ 12 h 21"/>
                  <a:gd name="T28" fmla="*/ 87 w 93"/>
                  <a:gd name="T29" fmla="*/ 11 h 21"/>
                  <a:gd name="T30" fmla="*/ 87 w 93"/>
                  <a:gd name="T31" fmla="*/ 5 h 21"/>
                  <a:gd name="T32" fmla="*/ 83 w 93"/>
                  <a:gd name="T33" fmla="*/ 18 h 21"/>
                  <a:gd name="T34" fmla="*/ 80 w 93"/>
                  <a:gd name="T35" fmla="*/ 11 h 21"/>
                  <a:gd name="T36" fmla="*/ 78 w 93"/>
                  <a:gd name="T37" fmla="*/ 11 h 21"/>
                  <a:gd name="T38" fmla="*/ 75 w 93"/>
                  <a:gd name="T39" fmla="*/ 19 h 21"/>
                  <a:gd name="T40" fmla="*/ 93 w 93"/>
                  <a:gd name="T41" fmla="*/ 20 h 21"/>
                  <a:gd name="T42" fmla="*/ 85 w 93"/>
                  <a:gd name="T43" fmla="*/ 12 h 21"/>
                  <a:gd name="T44" fmla="*/ 55 w 93"/>
                  <a:gd name="T45" fmla="*/ 2 h 21"/>
                  <a:gd name="T46" fmla="*/ 50 w 93"/>
                  <a:gd name="T47" fmla="*/ 7 h 21"/>
                  <a:gd name="T48" fmla="*/ 50 w 93"/>
                  <a:gd name="T49" fmla="*/ 15 h 21"/>
                  <a:gd name="T50" fmla="*/ 57 w 93"/>
                  <a:gd name="T51" fmla="*/ 10 h 21"/>
                  <a:gd name="T52" fmla="*/ 53 w 93"/>
                  <a:gd name="T53" fmla="*/ 14 h 21"/>
                  <a:gd name="T54" fmla="*/ 57 w 93"/>
                  <a:gd name="T55" fmla="*/ 14 h 21"/>
                  <a:gd name="T56" fmla="*/ 57 w 93"/>
                  <a:gd name="T57" fmla="*/ 9 h 21"/>
                  <a:gd name="T58" fmla="*/ 55 w 93"/>
                  <a:gd name="T59" fmla="*/ 7 h 21"/>
                  <a:gd name="T60" fmla="*/ 62 w 93"/>
                  <a:gd name="T61" fmla="*/ 11 h 21"/>
                  <a:gd name="T62" fmla="*/ 62 w 93"/>
                  <a:gd name="T63" fmla="*/ 11 h 21"/>
                  <a:gd name="T64" fmla="*/ 62 w 93"/>
                  <a:gd name="T65" fmla="*/ 14 h 21"/>
                  <a:gd name="T66" fmla="*/ 39 w 93"/>
                  <a:gd name="T67" fmla="*/ 11 h 21"/>
                  <a:gd name="T68" fmla="*/ 36 w 93"/>
                  <a:gd name="T69" fmla="*/ 10 h 21"/>
                  <a:gd name="T70" fmla="*/ 34 w 93"/>
                  <a:gd name="T71" fmla="*/ 12 h 21"/>
                  <a:gd name="T72" fmla="*/ 34 w 93"/>
                  <a:gd name="T73" fmla="*/ 13 h 21"/>
                  <a:gd name="T74" fmla="*/ 26 w 93"/>
                  <a:gd name="T75" fmla="*/ 17 h 21"/>
                  <a:gd name="T76" fmla="*/ 44 w 93"/>
                  <a:gd name="T77" fmla="*/ 15 h 21"/>
                  <a:gd name="T78" fmla="*/ 35 w 93"/>
                  <a:gd name="T79" fmla="*/ 12 h 21"/>
                  <a:gd name="T80" fmla="*/ 7 w 93"/>
                  <a:gd name="T81" fmla="*/ 6 h 21"/>
                  <a:gd name="T82" fmla="*/ 12 w 93"/>
                  <a:gd name="T83" fmla="*/ 8 h 21"/>
                  <a:gd name="T84" fmla="*/ 10 w 93"/>
                  <a:gd name="T85" fmla="*/ 8 h 21"/>
                  <a:gd name="T86" fmla="*/ 13 w 93"/>
                  <a:gd name="T87" fmla="*/ 5 h 21"/>
                  <a:gd name="T88" fmla="*/ 5 w 93"/>
                  <a:gd name="T89" fmla="*/ 7 h 21"/>
                  <a:gd name="T90" fmla="*/ 6 w 93"/>
                  <a:gd name="T91" fmla="*/ 9 h 21"/>
                  <a:gd name="T92" fmla="*/ 4 w 93"/>
                  <a:gd name="T93" fmla="*/ 11 h 21"/>
                  <a:gd name="T94" fmla="*/ 8 w 93"/>
                  <a:gd name="T95" fmla="*/ 11 h 21"/>
                  <a:gd name="T96" fmla="*/ 0 w 93"/>
                  <a:gd name="T97" fmla="*/ 16 h 21"/>
                  <a:gd name="T98" fmla="*/ 18 w 93"/>
                  <a:gd name="T99" fmla="*/ 14 h 21"/>
                  <a:gd name="T100" fmla="*/ 14 w 93"/>
                  <a:gd name="T101" fmla="*/ 13 h 21"/>
                  <a:gd name="T102" fmla="*/ 12 w 93"/>
                  <a:gd name="T103" fmla="*/ 11 h 21"/>
                  <a:gd name="T104" fmla="*/ 10 w 93"/>
                  <a:gd name="T105" fmla="*/ 14 h 21"/>
                  <a:gd name="T106" fmla="*/ 14 w 93"/>
                  <a:gd name="T107" fmla="*/ 10 h 21"/>
                  <a:gd name="T108" fmla="*/ 10 w 93"/>
                  <a:gd name="T109" fmla="*/ 9 h 21"/>
                  <a:gd name="T110" fmla="*/ 6 w 93"/>
                  <a:gd name="T111" fmla="*/ 14 h 21"/>
                  <a:gd name="T112" fmla="*/ 7 w 93"/>
                  <a:gd name="T113" fmla="*/ 17 h 21"/>
                  <a:gd name="T114" fmla="*/ 7 w 93"/>
                  <a:gd name="T115" fmla="*/ 21 h 21"/>
                  <a:gd name="T116" fmla="*/ 14 w 93"/>
                  <a:gd name="T117" fmla="*/ 20 h 21"/>
                  <a:gd name="T118" fmla="*/ 15 w 93"/>
                  <a:gd name="T119" fmla="*/ 16 h 21"/>
                  <a:gd name="T120" fmla="*/ 12 w 93"/>
                  <a:gd name="T121" fmla="*/ 17 h 21"/>
                  <a:gd name="T122" fmla="*/ 7 w 93"/>
                  <a:gd name="T123" fmla="*/ 1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3" h="21">
                    <a:moveTo>
                      <a:pt x="11" y="2"/>
                    </a:moveTo>
                    <a:cubicBezTo>
                      <a:pt x="11" y="2"/>
                      <a:pt x="11" y="2"/>
                      <a:pt x="11" y="3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3"/>
                      <a:pt x="11" y="4"/>
                      <a:pt x="11" y="4"/>
                    </a:cubicBezTo>
                    <a:cubicBezTo>
                      <a:pt x="10" y="4"/>
                      <a:pt x="10" y="5"/>
                      <a:pt x="10" y="5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9" y="5"/>
                      <a:pt x="10" y="5"/>
                      <a:pt x="10" y="5"/>
                    </a:cubicBezTo>
                    <a:cubicBezTo>
                      <a:pt x="10" y="5"/>
                      <a:pt x="11" y="5"/>
                      <a:pt x="11" y="4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4"/>
                      <a:pt x="13" y="4"/>
                      <a:pt x="13" y="3"/>
                    </a:cubicBezTo>
                    <a:cubicBezTo>
                      <a:pt x="13" y="3"/>
                      <a:pt x="14" y="3"/>
                      <a:pt x="13" y="3"/>
                    </a:cubicBezTo>
                    <a:cubicBezTo>
                      <a:pt x="13" y="2"/>
                      <a:pt x="12" y="2"/>
                      <a:pt x="11" y="2"/>
                    </a:cubicBezTo>
                    <a:close/>
                    <a:moveTo>
                      <a:pt x="38" y="1"/>
                    </a:moveTo>
                    <a:cubicBezTo>
                      <a:pt x="38" y="1"/>
                      <a:pt x="38" y="1"/>
                      <a:pt x="37" y="1"/>
                    </a:cubicBezTo>
                    <a:cubicBezTo>
                      <a:pt x="36" y="1"/>
                      <a:pt x="33" y="2"/>
                      <a:pt x="29" y="2"/>
                    </a:cubicBezTo>
                    <a:cubicBezTo>
                      <a:pt x="28" y="2"/>
                      <a:pt x="28" y="3"/>
                      <a:pt x="29" y="3"/>
                    </a:cubicBezTo>
                    <a:cubicBezTo>
                      <a:pt x="30" y="3"/>
                      <a:pt x="31" y="3"/>
                      <a:pt x="32" y="3"/>
                    </a:cubicBezTo>
                    <a:cubicBezTo>
                      <a:pt x="32" y="3"/>
                      <a:pt x="32" y="4"/>
                      <a:pt x="32" y="5"/>
                    </a:cubicBezTo>
                    <a:cubicBezTo>
                      <a:pt x="31" y="6"/>
                      <a:pt x="30" y="7"/>
                      <a:pt x="29" y="8"/>
                    </a:cubicBezTo>
                    <a:cubicBezTo>
                      <a:pt x="29" y="8"/>
                      <a:pt x="29" y="8"/>
                      <a:pt x="28" y="8"/>
                    </a:cubicBezTo>
                    <a:cubicBezTo>
                      <a:pt x="28" y="8"/>
                      <a:pt x="28" y="9"/>
                      <a:pt x="28" y="9"/>
                    </a:cubicBezTo>
                    <a:cubicBezTo>
                      <a:pt x="28" y="9"/>
                      <a:pt x="29" y="10"/>
                      <a:pt x="29" y="10"/>
                    </a:cubicBezTo>
                    <a:cubicBezTo>
                      <a:pt x="29" y="10"/>
                      <a:pt x="29" y="10"/>
                      <a:pt x="30" y="9"/>
                    </a:cubicBezTo>
                    <a:cubicBezTo>
                      <a:pt x="30" y="9"/>
                      <a:pt x="33" y="8"/>
                      <a:pt x="38" y="7"/>
                    </a:cubicBezTo>
                    <a:cubicBezTo>
                      <a:pt x="38" y="7"/>
                      <a:pt x="38" y="7"/>
                      <a:pt x="38" y="7"/>
                    </a:cubicBezTo>
                    <a:cubicBezTo>
                      <a:pt x="38" y="8"/>
                      <a:pt x="39" y="8"/>
                      <a:pt x="39" y="8"/>
                    </a:cubicBezTo>
                    <a:cubicBezTo>
                      <a:pt x="40" y="8"/>
                      <a:pt x="40" y="7"/>
                      <a:pt x="39" y="6"/>
                    </a:cubicBezTo>
                    <a:cubicBezTo>
                      <a:pt x="39" y="5"/>
                      <a:pt x="38" y="5"/>
                      <a:pt x="37" y="5"/>
                    </a:cubicBezTo>
                    <a:cubicBezTo>
                      <a:pt x="35" y="4"/>
                      <a:pt x="35" y="4"/>
                      <a:pt x="36" y="5"/>
                    </a:cubicBezTo>
                    <a:cubicBezTo>
                      <a:pt x="36" y="5"/>
                      <a:pt x="36" y="6"/>
                      <a:pt x="37" y="7"/>
                    </a:cubicBezTo>
                    <a:cubicBezTo>
                      <a:pt x="34" y="7"/>
                      <a:pt x="32" y="8"/>
                      <a:pt x="30" y="8"/>
                    </a:cubicBezTo>
                    <a:cubicBezTo>
                      <a:pt x="31" y="7"/>
                      <a:pt x="32" y="6"/>
                      <a:pt x="33" y="4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35" y="4"/>
                      <a:pt x="35" y="3"/>
                      <a:pt x="33" y="3"/>
                    </a:cubicBezTo>
                    <a:cubicBezTo>
                      <a:pt x="36" y="2"/>
                      <a:pt x="38" y="2"/>
                      <a:pt x="39" y="2"/>
                    </a:cubicBezTo>
                    <a:cubicBezTo>
                      <a:pt x="39" y="2"/>
                      <a:pt x="39" y="1"/>
                      <a:pt x="39" y="1"/>
                    </a:cubicBezTo>
                    <a:cubicBezTo>
                      <a:pt x="39" y="1"/>
                      <a:pt x="38" y="1"/>
                      <a:pt x="38" y="1"/>
                    </a:cubicBezTo>
                    <a:close/>
                    <a:moveTo>
                      <a:pt x="63" y="0"/>
                    </a:moveTo>
                    <a:cubicBezTo>
                      <a:pt x="63" y="0"/>
                      <a:pt x="63" y="1"/>
                      <a:pt x="63" y="1"/>
                    </a:cubicBezTo>
                    <a:cubicBezTo>
                      <a:pt x="63" y="1"/>
                      <a:pt x="63" y="2"/>
                      <a:pt x="63" y="3"/>
                    </a:cubicBezTo>
                    <a:cubicBezTo>
                      <a:pt x="62" y="7"/>
                      <a:pt x="61" y="9"/>
                      <a:pt x="59" y="11"/>
                    </a:cubicBezTo>
                    <a:cubicBezTo>
                      <a:pt x="59" y="11"/>
                      <a:pt x="59" y="11"/>
                      <a:pt x="59" y="11"/>
                    </a:cubicBezTo>
                    <a:cubicBezTo>
                      <a:pt x="61" y="10"/>
                      <a:pt x="62" y="8"/>
                      <a:pt x="63" y="5"/>
                    </a:cubicBezTo>
                    <a:cubicBezTo>
                      <a:pt x="64" y="5"/>
                      <a:pt x="64" y="6"/>
                      <a:pt x="65" y="8"/>
                    </a:cubicBezTo>
                    <a:cubicBezTo>
                      <a:pt x="66" y="9"/>
                      <a:pt x="66" y="9"/>
                      <a:pt x="66" y="10"/>
                    </a:cubicBezTo>
                    <a:cubicBezTo>
                      <a:pt x="66" y="10"/>
                      <a:pt x="67" y="11"/>
                      <a:pt x="69" y="11"/>
                    </a:cubicBezTo>
                    <a:cubicBezTo>
                      <a:pt x="69" y="11"/>
                      <a:pt x="69" y="11"/>
                      <a:pt x="70" y="11"/>
                    </a:cubicBezTo>
                    <a:cubicBezTo>
                      <a:pt x="70" y="11"/>
                      <a:pt x="71" y="11"/>
                      <a:pt x="71" y="10"/>
                    </a:cubicBezTo>
                    <a:cubicBezTo>
                      <a:pt x="71" y="10"/>
                      <a:pt x="71" y="10"/>
                      <a:pt x="71" y="10"/>
                    </a:cubicBezTo>
                    <a:cubicBezTo>
                      <a:pt x="68" y="8"/>
                      <a:pt x="66" y="7"/>
                      <a:pt x="65" y="5"/>
                    </a:cubicBezTo>
                    <a:cubicBezTo>
                      <a:pt x="64" y="5"/>
                      <a:pt x="64" y="4"/>
                      <a:pt x="64" y="4"/>
                    </a:cubicBezTo>
                    <a:cubicBezTo>
                      <a:pt x="64" y="3"/>
                      <a:pt x="64" y="2"/>
                      <a:pt x="65" y="2"/>
                    </a:cubicBezTo>
                    <a:cubicBezTo>
                      <a:pt x="65" y="2"/>
                      <a:pt x="65" y="2"/>
                      <a:pt x="65" y="1"/>
                    </a:cubicBezTo>
                    <a:cubicBezTo>
                      <a:pt x="64" y="1"/>
                      <a:pt x="64" y="1"/>
                      <a:pt x="63" y="0"/>
                    </a:cubicBezTo>
                    <a:close/>
                    <a:moveTo>
                      <a:pt x="85" y="12"/>
                    </a:moveTo>
                    <a:cubicBezTo>
                      <a:pt x="86" y="12"/>
                      <a:pt x="87" y="12"/>
                      <a:pt x="88" y="12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90" y="12"/>
                      <a:pt x="90" y="12"/>
                      <a:pt x="91" y="11"/>
                    </a:cubicBezTo>
                    <a:cubicBezTo>
                      <a:pt x="91" y="11"/>
                      <a:pt x="90" y="11"/>
                      <a:pt x="90" y="11"/>
                    </a:cubicBezTo>
                    <a:cubicBezTo>
                      <a:pt x="89" y="10"/>
                      <a:pt x="88" y="11"/>
                      <a:pt x="87" y="11"/>
                    </a:cubicBezTo>
                    <a:cubicBezTo>
                      <a:pt x="86" y="11"/>
                      <a:pt x="86" y="11"/>
                      <a:pt x="85" y="11"/>
                    </a:cubicBezTo>
                    <a:cubicBezTo>
                      <a:pt x="86" y="9"/>
                      <a:pt x="86" y="7"/>
                      <a:pt x="86" y="7"/>
                    </a:cubicBezTo>
                    <a:cubicBezTo>
                      <a:pt x="86" y="6"/>
                      <a:pt x="86" y="6"/>
                      <a:pt x="86" y="6"/>
                    </a:cubicBezTo>
                    <a:cubicBezTo>
                      <a:pt x="86" y="5"/>
                      <a:pt x="87" y="5"/>
                      <a:pt x="87" y="5"/>
                    </a:cubicBezTo>
                    <a:cubicBezTo>
                      <a:pt x="86" y="5"/>
                      <a:pt x="85" y="4"/>
                      <a:pt x="84" y="4"/>
                    </a:cubicBezTo>
                    <a:cubicBezTo>
                      <a:pt x="84" y="4"/>
                      <a:pt x="84" y="4"/>
                      <a:pt x="84" y="5"/>
                    </a:cubicBezTo>
                    <a:cubicBezTo>
                      <a:pt x="84" y="5"/>
                      <a:pt x="84" y="6"/>
                      <a:pt x="84" y="6"/>
                    </a:cubicBezTo>
                    <a:cubicBezTo>
                      <a:pt x="84" y="8"/>
                      <a:pt x="84" y="12"/>
                      <a:pt x="83" y="18"/>
                    </a:cubicBezTo>
                    <a:cubicBezTo>
                      <a:pt x="80" y="18"/>
                      <a:pt x="80" y="18"/>
                      <a:pt x="80" y="18"/>
                    </a:cubicBezTo>
                    <a:cubicBezTo>
                      <a:pt x="80" y="18"/>
                      <a:pt x="80" y="17"/>
                      <a:pt x="80" y="16"/>
                    </a:cubicBezTo>
                    <a:cubicBezTo>
                      <a:pt x="80" y="14"/>
                      <a:pt x="80" y="12"/>
                      <a:pt x="80" y="12"/>
                    </a:cubicBezTo>
                    <a:cubicBezTo>
                      <a:pt x="80" y="12"/>
                      <a:pt x="80" y="11"/>
                      <a:pt x="80" y="11"/>
                    </a:cubicBezTo>
                    <a:cubicBezTo>
                      <a:pt x="80" y="11"/>
                      <a:pt x="80" y="11"/>
                      <a:pt x="80" y="11"/>
                    </a:cubicBezTo>
                    <a:cubicBezTo>
                      <a:pt x="80" y="10"/>
                      <a:pt x="79" y="10"/>
                      <a:pt x="78" y="9"/>
                    </a:cubicBezTo>
                    <a:cubicBezTo>
                      <a:pt x="78" y="9"/>
                      <a:pt x="78" y="10"/>
                      <a:pt x="78" y="10"/>
                    </a:cubicBezTo>
                    <a:cubicBezTo>
                      <a:pt x="78" y="11"/>
                      <a:pt x="78" y="11"/>
                      <a:pt x="78" y="11"/>
                    </a:cubicBezTo>
                    <a:cubicBezTo>
                      <a:pt x="79" y="12"/>
                      <a:pt x="79" y="15"/>
                      <a:pt x="78" y="18"/>
                    </a:cubicBezTo>
                    <a:cubicBezTo>
                      <a:pt x="77" y="18"/>
                      <a:pt x="76" y="18"/>
                      <a:pt x="74" y="18"/>
                    </a:cubicBezTo>
                    <a:cubicBezTo>
                      <a:pt x="74" y="18"/>
                      <a:pt x="73" y="18"/>
                      <a:pt x="74" y="18"/>
                    </a:cubicBezTo>
                    <a:cubicBezTo>
                      <a:pt x="74" y="19"/>
                      <a:pt x="74" y="19"/>
                      <a:pt x="75" y="19"/>
                    </a:cubicBezTo>
                    <a:cubicBezTo>
                      <a:pt x="78" y="19"/>
                      <a:pt x="81" y="19"/>
                      <a:pt x="84" y="19"/>
                    </a:cubicBezTo>
                    <a:cubicBezTo>
                      <a:pt x="85" y="19"/>
                      <a:pt x="87" y="19"/>
                      <a:pt x="88" y="20"/>
                    </a:cubicBezTo>
                    <a:cubicBezTo>
                      <a:pt x="89" y="20"/>
                      <a:pt x="91" y="20"/>
                      <a:pt x="92" y="20"/>
                    </a:cubicBezTo>
                    <a:cubicBezTo>
                      <a:pt x="93" y="20"/>
                      <a:pt x="93" y="20"/>
                      <a:pt x="93" y="20"/>
                    </a:cubicBezTo>
                    <a:cubicBezTo>
                      <a:pt x="93" y="19"/>
                      <a:pt x="92" y="18"/>
                      <a:pt x="91" y="18"/>
                    </a:cubicBezTo>
                    <a:cubicBezTo>
                      <a:pt x="91" y="18"/>
                      <a:pt x="90" y="18"/>
                      <a:pt x="89" y="18"/>
                    </a:cubicBezTo>
                    <a:cubicBezTo>
                      <a:pt x="87" y="18"/>
                      <a:pt x="85" y="18"/>
                      <a:pt x="84" y="18"/>
                    </a:cubicBezTo>
                    <a:cubicBezTo>
                      <a:pt x="85" y="12"/>
                      <a:pt x="85" y="12"/>
                      <a:pt x="85" y="12"/>
                    </a:cubicBezTo>
                    <a:close/>
                    <a:moveTo>
                      <a:pt x="55" y="2"/>
                    </a:moveTo>
                    <a:cubicBezTo>
                      <a:pt x="56" y="3"/>
                      <a:pt x="57" y="4"/>
                      <a:pt x="58" y="4"/>
                    </a:cubicBezTo>
                    <a:cubicBezTo>
                      <a:pt x="59" y="3"/>
                      <a:pt x="59" y="3"/>
                      <a:pt x="58" y="2"/>
                    </a:cubicBezTo>
                    <a:cubicBezTo>
                      <a:pt x="56" y="1"/>
                      <a:pt x="55" y="1"/>
                      <a:pt x="55" y="2"/>
                    </a:cubicBezTo>
                    <a:close/>
                    <a:moveTo>
                      <a:pt x="59" y="5"/>
                    </a:moveTo>
                    <a:cubicBezTo>
                      <a:pt x="59" y="5"/>
                      <a:pt x="58" y="5"/>
                      <a:pt x="57" y="5"/>
                    </a:cubicBezTo>
                    <a:cubicBezTo>
                      <a:pt x="55" y="6"/>
                      <a:pt x="52" y="6"/>
                      <a:pt x="50" y="6"/>
                    </a:cubicBezTo>
                    <a:cubicBezTo>
                      <a:pt x="50" y="6"/>
                      <a:pt x="50" y="6"/>
                      <a:pt x="50" y="7"/>
                    </a:cubicBezTo>
                    <a:cubicBezTo>
                      <a:pt x="51" y="7"/>
                      <a:pt x="51" y="7"/>
                      <a:pt x="52" y="8"/>
                    </a:cubicBezTo>
                    <a:cubicBezTo>
                      <a:pt x="52" y="8"/>
                      <a:pt x="53" y="7"/>
                      <a:pt x="55" y="7"/>
                    </a:cubicBezTo>
                    <a:cubicBezTo>
                      <a:pt x="55" y="9"/>
                      <a:pt x="53" y="12"/>
                      <a:pt x="50" y="15"/>
                    </a:cubicBezTo>
                    <a:cubicBezTo>
                      <a:pt x="49" y="15"/>
                      <a:pt x="49" y="15"/>
                      <a:pt x="50" y="15"/>
                    </a:cubicBezTo>
                    <a:cubicBezTo>
                      <a:pt x="50" y="15"/>
                      <a:pt x="51" y="15"/>
                      <a:pt x="51" y="15"/>
                    </a:cubicBezTo>
                    <a:cubicBezTo>
                      <a:pt x="53" y="13"/>
                      <a:pt x="55" y="12"/>
                      <a:pt x="55" y="10"/>
                    </a:cubicBezTo>
                    <a:cubicBezTo>
                      <a:pt x="55" y="10"/>
                      <a:pt x="55" y="10"/>
                      <a:pt x="56" y="10"/>
                    </a:cubicBezTo>
                    <a:cubicBezTo>
                      <a:pt x="56" y="10"/>
                      <a:pt x="57" y="10"/>
                      <a:pt x="57" y="10"/>
                    </a:cubicBezTo>
                    <a:cubicBezTo>
                      <a:pt x="57" y="11"/>
                      <a:pt x="57" y="12"/>
                      <a:pt x="56" y="13"/>
                    </a:cubicBezTo>
                    <a:cubicBezTo>
                      <a:pt x="56" y="14"/>
                      <a:pt x="55" y="15"/>
                      <a:pt x="55" y="15"/>
                    </a:cubicBezTo>
                    <a:cubicBezTo>
                      <a:pt x="55" y="15"/>
                      <a:pt x="55" y="15"/>
                      <a:pt x="54" y="15"/>
                    </a:cubicBezTo>
                    <a:cubicBezTo>
                      <a:pt x="54" y="14"/>
                      <a:pt x="53" y="14"/>
                      <a:pt x="53" y="14"/>
                    </a:cubicBezTo>
                    <a:cubicBezTo>
                      <a:pt x="54" y="15"/>
                      <a:pt x="54" y="16"/>
                      <a:pt x="54" y="16"/>
                    </a:cubicBezTo>
                    <a:cubicBezTo>
                      <a:pt x="54" y="16"/>
                      <a:pt x="54" y="17"/>
                      <a:pt x="54" y="17"/>
                    </a:cubicBezTo>
                    <a:cubicBezTo>
                      <a:pt x="55" y="17"/>
                      <a:pt x="55" y="17"/>
                      <a:pt x="56" y="16"/>
                    </a:cubicBezTo>
                    <a:cubicBezTo>
                      <a:pt x="57" y="15"/>
                      <a:pt x="57" y="15"/>
                      <a:pt x="57" y="14"/>
                    </a:cubicBezTo>
                    <a:cubicBezTo>
                      <a:pt x="58" y="12"/>
                      <a:pt x="58" y="11"/>
                      <a:pt x="58" y="11"/>
                    </a:cubicBezTo>
                    <a:cubicBezTo>
                      <a:pt x="59" y="10"/>
                      <a:pt x="59" y="10"/>
                      <a:pt x="59" y="10"/>
                    </a:cubicBezTo>
                    <a:cubicBezTo>
                      <a:pt x="58" y="10"/>
                      <a:pt x="58" y="9"/>
                      <a:pt x="58" y="9"/>
                    </a:cubicBezTo>
                    <a:cubicBezTo>
                      <a:pt x="57" y="9"/>
                      <a:pt x="57" y="9"/>
                      <a:pt x="57" y="9"/>
                    </a:cubicBezTo>
                    <a:cubicBezTo>
                      <a:pt x="57" y="9"/>
                      <a:pt x="56" y="9"/>
                      <a:pt x="56" y="9"/>
                    </a:cubicBezTo>
                    <a:cubicBezTo>
                      <a:pt x="56" y="9"/>
                      <a:pt x="56" y="8"/>
                      <a:pt x="56" y="8"/>
                    </a:cubicBezTo>
                    <a:cubicBezTo>
                      <a:pt x="56" y="8"/>
                      <a:pt x="56" y="8"/>
                      <a:pt x="56" y="8"/>
                    </a:cubicBezTo>
                    <a:cubicBezTo>
                      <a:pt x="56" y="8"/>
                      <a:pt x="56" y="7"/>
                      <a:pt x="55" y="7"/>
                    </a:cubicBezTo>
                    <a:cubicBezTo>
                      <a:pt x="57" y="6"/>
                      <a:pt x="58" y="6"/>
                      <a:pt x="59" y="6"/>
                    </a:cubicBezTo>
                    <a:cubicBezTo>
                      <a:pt x="60" y="6"/>
                      <a:pt x="60" y="6"/>
                      <a:pt x="60" y="6"/>
                    </a:cubicBezTo>
                    <a:cubicBezTo>
                      <a:pt x="60" y="5"/>
                      <a:pt x="59" y="5"/>
                      <a:pt x="59" y="5"/>
                    </a:cubicBezTo>
                    <a:close/>
                    <a:moveTo>
                      <a:pt x="62" y="11"/>
                    </a:moveTo>
                    <a:cubicBezTo>
                      <a:pt x="62" y="11"/>
                      <a:pt x="62" y="11"/>
                      <a:pt x="62" y="11"/>
                    </a:cubicBezTo>
                    <a:cubicBezTo>
                      <a:pt x="63" y="12"/>
                      <a:pt x="64" y="13"/>
                      <a:pt x="64" y="13"/>
                    </a:cubicBezTo>
                    <a:cubicBezTo>
                      <a:pt x="65" y="13"/>
                      <a:pt x="65" y="12"/>
                      <a:pt x="64" y="11"/>
                    </a:cubicBezTo>
                    <a:cubicBezTo>
                      <a:pt x="63" y="11"/>
                      <a:pt x="62" y="10"/>
                      <a:pt x="62" y="11"/>
                    </a:cubicBezTo>
                    <a:close/>
                    <a:moveTo>
                      <a:pt x="61" y="15"/>
                    </a:moveTo>
                    <a:cubicBezTo>
                      <a:pt x="62" y="16"/>
                      <a:pt x="63" y="17"/>
                      <a:pt x="64" y="18"/>
                    </a:cubicBezTo>
                    <a:cubicBezTo>
                      <a:pt x="65" y="17"/>
                      <a:pt x="65" y="17"/>
                      <a:pt x="65" y="16"/>
                    </a:cubicBezTo>
                    <a:cubicBezTo>
                      <a:pt x="64" y="15"/>
                      <a:pt x="63" y="15"/>
                      <a:pt x="62" y="14"/>
                    </a:cubicBezTo>
                    <a:cubicBezTo>
                      <a:pt x="61" y="14"/>
                      <a:pt x="61" y="14"/>
                      <a:pt x="61" y="15"/>
                    </a:cubicBezTo>
                    <a:close/>
                    <a:moveTo>
                      <a:pt x="35" y="12"/>
                    </a:moveTo>
                    <a:cubicBezTo>
                      <a:pt x="36" y="12"/>
                      <a:pt x="37" y="12"/>
                      <a:pt x="38" y="12"/>
                    </a:cubicBezTo>
                    <a:cubicBezTo>
                      <a:pt x="39" y="12"/>
                      <a:pt x="39" y="12"/>
                      <a:pt x="39" y="11"/>
                    </a:cubicBezTo>
                    <a:cubicBezTo>
                      <a:pt x="39" y="11"/>
                      <a:pt x="39" y="11"/>
                      <a:pt x="38" y="11"/>
                    </a:cubicBezTo>
                    <a:cubicBezTo>
                      <a:pt x="38" y="11"/>
                      <a:pt x="38" y="11"/>
                      <a:pt x="37" y="11"/>
                    </a:cubicBezTo>
                    <a:cubicBezTo>
                      <a:pt x="37" y="11"/>
                      <a:pt x="36" y="11"/>
                      <a:pt x="35" y="11"/>
                    </a:cubicBezTo>
                    <a:cubicBezTo>
                      <a:pt x="35" y="11"/>
                      <a:pt x="35" y="10"/>
                      <a:pt x="36" y="10"/>
                    </a:cubicBezTo>
                    <a:cubicBezTo>
                      <a:pt x="36" y="10"/>
                      <a:pt x="36" y="10"/>
                      <a:pt x="35" y="10"/>
                    </a:cubicBezTo>
                    <a:cubicBezTo>
                      <a:pt x="34" y="9"/>
                      <a:pt x="34" y="9"/>
                      <a:pt x="33" y="9"/>
                    </a:cubicBezTo>
                    <a:cubicBezTo>
                      <a:pt x="33" y="9"/>
                      <a:pt x="33" y="9"/>
                      <a:pt x="33" y="9"/>
                    </a:cubicBezTo>
                    <a:cubicBezTo>
                      <a:pt x="34" y="10"/>
                      <a:pt x="34" y="11"/>
                      <a:pt x="34" y="12"/>
                    </a:cubicBezTo>
                    <a:cubicBezTo>
                      <a:pt x="33" y="12"/>
                      <a:pt x="33" y="12"/>
                      <a:pt x="32" y="12"/>
                    </a:cubicBezTo>
                    <a:cubicBezTo>
                      <a:pt x="31" y="12"/>
                      <a:pt x="30" y="12"/>
                      <a:pt x="30" y="12"/>
                    </a:cubicBezTo>
                    <a:cubicBezTo>
                      <a:pt x="29" y="13"/>
                      <a:pt x="30" y="13"/>
                      <a:pt x="31" y="13"/>
                    </a:cubicBezTo>
                    <a:cubicBezTo>
                      <a:pt x="32" y="13"/>
                      <a:pt x="33" y="13"/>
                      <a:pt x="34" y="13"/>
                    </a:cubicBezTo>
                    <a:cubicBezTo>
                      <a:pt x="34" y="16"/>
                      <a:pt x="34" y="16"/>
                      <a:pt x="34" y="16"/>
                    </a:cubicBezTo>
                    <a:cubicBezTo>
                      <a:pt x="32" y="16"/>
                      <a:pt x="30" y="16"/>
                      <a:pt x="27" y="16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6" y="17"/>
                      <a:pt x="27" y="17"/>
                      <a:pt x="28" y="17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33" y="16"/>
                      <a:pt x="38" y="16"/>
                      <a:pt x="43" y="16"/>
                    </a:cubicBezTo>
                    <a:cubicBezTo>
                      <a:pt x="44" y="16"/>
                      <a:pt x="44" y="16"/>
                      <a:pt x="44" y="15"/>
                    </a:cubicBezTo>
                    <a:cubicBezTo>
                      <a:pt x="44" y="15"/>
                      <a:pt x="43" y="14"/>
                      <a:pt x="42" y="14"/>
                    </a:cubicBezTo>
                    <a:cubicBezTo>
                      <a:pt x="42" y="14"/>
                      <a:pt x="41" y="14"/>
                      <a:pt x="41" y="14"/>
                    </a:cubicBezTo>
                    <a:cubicBezTo>
                      <a:pt x="39" y="15"/>
                      <a:pt x="38" y="15"/>
                      <a:pt x="35" y="15"/>
                    </a:cubicBezTo>
                    <a:cubicBezTo>
                      <a:pt x="35" y="12"/>
                      <a:pt x="35" y="12"/>
                      <a:pt x="35" y="12"/>
                    </a:cubicBezTo>
                    <a:close/>
                    <a:moveTo>
                      <a:pt x="5" y="4"/>
                    </a:moveTo>
                    <a:cubicBezTo>
                      <a:pt x="5" y="4"/>
                      <a:pt x="5" y="4"/>
                      <a:pt x="5" y="4"/>
                    </a:cubicBezTo>
                    <a:cubicBezTo>
                      <a:pt x="5" y="4"/>
                      <a:pt x="5" y="5"/>
                      <a:pt x="6" y="5"/>
                    </a:cubicBezTo>
                    <a:cubicBezTo>
                      <a:pt x="6" y="6"/>
                      <a:pt x="6" y="6"/>
                      <a:pt x="7" y="6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4"/>
                      <a:pt x="6" y="4"/>
                      <a:pt x="5" y="4"/>
                    </a:cubicBezTo>
                    <a:close/>
                    <a:moveTo>
                      <a:pt x="10" y="9"/>
                    </a:moveTo>
                    <a:cubicBezTo>
                      <a:pt x="11" y="9"/>
                      <a:pt x="12" y="9"/>
                      <a:pt x="12" y="8"/>
                    </a:cubicBezTo>
                    <a:cubicBezTo>
                      <a:pt x="13" y="8"/>
                      <a:pt x="13" y="8"/>
                      <a:pt x="12" y="8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0" y="8"/>
                      <a:pt x="10" y="8"/>
                      <a:pt x="10" y="8"/>
                    </a:cubicBezTo>
                    <a:cubicBezTo>
                      <a:pt x="10" y="8"/>
                      <a:pt x="10" y="8"/>
                      <a:pt x="10" y="8"/>
                    </a:cubicBezTo>
                    <a:cubicBezTo>
                      <a:pt x="10" y="8"/>
                      <a:pt x="10" y="7"/>
                      <a:pt x="10" y="7"/>
                    </a:cubicBezTo>
                    <a:cubicBezTo>
                      <a:pt x="10" y="7"/>
                      <a:pt x="10" y="7"/>
                      <a:pt x="9" y="7"/>
                    </a:cubicBezTo>
                    <a:cubicBezTo>
                      <a:pt x="11" y="6"/>
                      <a:pt x="13" y="6"/>
                      <a:pt x="13" y="6"/>
                    </a:cubicBezTo>
                    <a:cubicBezTo>
                      <a:pt x="14" y="6"/>
                      <a:pt x="14" y="6"/>
                      <a:pt x="13" y="5"/>
                    </a:cubicBezTo>
                    <a:cubicBezTo>
                      <a:pt x="13" y="5"/>
                      <a:pt x="13" y="5"/>
                      <a:pt x="12" y="5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0" y="6"/>
                      <a:pt x="7" y="6"/>
                      <a:pt x="5" y="7"/>
                    </a:cubicBezTo>
                    <a:cubicBezTo>
                      <a:pt x="4" y="7"/>
                      <a:pt x="4" y="7"/>
                      <a:pt x="5" y="7"/>
                    </a:cubicBezTo>
                    <a:cubicBezTo>
                      <a:pt x="5" y="7"/>
                      <a:pt x="5" y="7"/>
                      <a:pt x="6" y="7"/>
                    </a:cubicBezTo>
                    <a:cubicBezTo>
                      <a:pt x="6" y="7"/>
                      <a:pt x="7" y="7"/>
                      <a:pt x="7" y="7"/>
                    </a:cubicBezTo>
                    <a:cubicBezTo>
                      <a:pt x="8" y="7"/>
                      <a:pt x="8" y="8"/>
                      <a:pt x="8" y="9"/>
                    </a:cubicBezTo>
                    <a:cubicBezTo>
                      <a:pt x="7" y="9"/>
                      <a:pt x="7" y="9"/>
                      <a:pt x="6" y="9"/>
                    </a:cubicBezTo>
                    <a:cubicBezTo>
                      <a:pt x="5" y="9"/>
                      <a:pt x="6" y="9"/>
                      <a:pt x="6" y="9"/>
                    </a:cubicBezTo>
                    <a:cubicBezTo>
                      <a:pt x="7" y="9"/>
                      <a:pt x="7" y="9"/>
                      <a:pt x="8" y="9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7" y="11"/>
                      <a:pt x="5" y="11"/>
                      <a:pt x="4" y="11"/>
                    </a:cubicBezTo>
                    <a:cubicBezTo>
                      <a:pt x="4" y="11"/>
                      <a:pt x="4" y="12"/>
                      <a:pt x="4" y="12"/>
                    </a:cubicBezTo>
                    <a:cubicBezTo>
                      <a:pt x="5" y="12"/>
                      <a:pt x="5" y="12"/>
                      <a:pt x="6" y="12"/>
                    </a:cubicBezTo>
                    <a:cubicBezTo>
                      <a:pt x="7" y="12"/>
                      <a:pt x="7" y="12"/>
                      <a:pt x="8" y="12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8" y="14"/>
                      <a:pt x="8" y="15"/>
                      <a:pt x="8" y="15"/>
                    </a:cubicBezTo>
                    <a:cubicBezTo>
                      <a:pt x="4" y="15"/>
                      <a:pt x="1" y="15"/>
                      <a:pt x="0" y="1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1" y="16"/>
                      <a:pt x="1" y="16"/>
                      <a:pt x="2" y="17"/>
                    </a:cubicBezTo>
                    <a:cubicBezTo>
                      <a:pt x="2" y="17"/>
                      <a:pt x="2" y="16"/>
                      <a:pt x="2" y="16"/>
                    </a:cubicBezTo>
                    <a:cubicBezTo>
                      <a:pt x="4" y="16"/>
                      <a:pt x="7" y="15"/>
                      <a:pt x="13" y="14"/>
                    </a:cubicBezTo>
                    <a:cubicBezTo>
                      <a:pt x="14" y="14"/>
                      <a:pt x="16" y="14"/>
                      <a:pt x="18" y="14"/>
                    </a:cubicBezTo>
                    <a:cubicBezTo>
                      <a:pt x="18" y="14"/>
                      <a:pt x="18" y="14"/>
                      <a:pt x="18" y="14"/>
                    </a:cubicBezTo>
                    <a:cubicBezTo>
                      <a:pt x="19" y="14"/>
                      <a:pt x="19" y="14"/>
                      <a:pt x="19" y="13"/>
                    </a:cubicBezTo>
                    <a:cubicBezTo>
                      <a:pt x="18" y="13"/>
                      <a:pt x="17" y="13"/>
                      <a:pt x="17" y="13"/>
                    </a:cubicBezTo>
                    <a:cubicBezTo>
                      <a:pt x="16" y="13"/>
                      <a:pt x="16" y="13"/>
                      <a:pt x="14" y="13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3"/>
                      <a:pt x="14" y="12"/>
                      <a:pt x="14" y="12"/>
                    </a:cubicBezTo>
                    <a:cubicBezTo>
                      <a:pt x="14" y="12"/>
                      <a:pt x="14" y="12"/>
                      <a:pt x="14" y="11"/>
                    </a:cubicBezTo>
                    <a:cubicBezTo>
                      <a:pt x="13" y="11"/>
                      <a:pt x="13" y="11"/>
                      <a:pt x="12" y="11"/>
                    </a:cubicBezTo>
                    <a:cubicBezTo>
                      <a:pt x="12" y="11"/>
                      <a:pt x="12" y="11"/>
                      <a:pt x="12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2" y="13"/>
                      <a:pt x="12" y="14"/>
                      <a:pt x="12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11"/>
                      <a:pt x="11" y="11"/>
                      <a:pt x="12" y="11"/>
                    </a:cubicBezTo>
                    <a:cubicBezTo>
                      <a:pt x="13" y="11"/>
                      <a:pt x="14" y="11"/>
                      <a:pt x="14" y="10"/>
                    </a:cubicBezTo>
                    <a:cubicBezTo>
                      <a:pt x="15" y="10"/>
                      <a:pt x="15" y="10"/>
                      <a:pt x="14" y="10"/>
                    </a:cubicBezTo>
                    <a:cubicBezTo>
                      <a:pt x="14" y="10"/>
                      <a:pt x="14" y="10"/>
                      <a:pt x="13" y="10"/>
                    </a:cubicBezTo>
                    <a:cubicBezTo>
                      <a:pt x="13" y="10"/>
                      <a:pt x="13" y="10"/>
                      <a:pt x="12" y="10"/>
                    </a:cubicBezTo>
                    <a:cubicBezTo>
                      <a:pt x="11" y="10"/>
                      <a:pt x="10" y="10"/>
                      <a:pt x="10" y="10"/>
                    </a:cubicBezTo>
                    <a:cubicBezTo>
                      <a:pt x="10" y="9"/>
                      <a:pt x="10" y="9"/>
                      <a:pt x="10" y="9"/>
                    </a:cubicBezTo>
                    <a:close/>
                    <a:moveTo>
                      <a:pt x="7" y="13"/>
                    </a:moveTo>
                    <a:cubicBezTo>
                      <a:pt x="7" y="13"/>
                      <a:pt x="6" y="12"/>
                      <a:pt x="5" y="12"/>
                    </a:cubicBezTo>
                    <a:cubicBezTo>
                      <a:pt x="5" y="12"/>
                      <a:pt x="5" y="13"/>
                      <a:pt x="5" y="13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7" y="14"/>
                      <a:pt x="7" y="14"/>
                      <a:pt x="7" y="13"/>
                    </a:cubicBezTo>
                    <a:close/>
                    <a:moveTo>
                      <a:pt x="13" y="16"/>
                    </a:moveTo>
                    <a:cubicBezTo>
                      <a:pt x="13" y="16"/>
                      <a:pt x="12" y="16"/>
                      <a:pt x="11" y="16"/>
                    </a:cubicBezTo>
                    <a:cubicBezTo>
                      <a:pt x="9" y="17"/>
                      <a:pt x="8" y="17"/>
                      <a:pt x="7" y="17"/>
                    </a:cubicBezTo>
                    <a:cubicBezTo>
                      <a:pt x="6" y="17"/>
                      <a:pt x="6" y="17"/>
                      <a:pt x="5" y="17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6" y="18"/>
                      <a:pt x="6" y="18"/>
                      <a:pt x="6" y="19"/>
                    </a:cubicBezTo>
                    <a:cubicBezTo>
                      <a:pt x="6" y="20"/>
                      <a:pt x="6" y="20"/>
                      <a:pt x="7" y="21"/>
                    </a:cubicBezTo>
                    <a:cubicBezTo>
                      <a:pt x="7" y="21"/>
                      <a:pt x="7" y="21"/>
                      <a:pt x="7" y="21"/>
                    </a:cubicBezTo>
                    <a:cubicBezTo>
                      <a:pt x="7" y="21"/>
                      <a:pt x="8" y="21"/>
                      <a:pt x="7" y="21"/>
                    </a:cubicBezTo>
                    <a:cubicBezTo>
                      <a:pt x="8" y="21"/>
                      <a:pt x="8" y="21"/>
                      <a:pt x="9" y="20"/>
                    </a:cubicBezTo>
                    <a:cubicBezTo>
                      <a:pt x="12" y="20"/>
                      <a:pt x="14" y="20"/>
                      <a:pt x="14" y="20"/>
                    </a:cubicBezTo>
                    <a:cubicBezTo>
                      <a:pt x="14" y="20"/>
                      <a:pt x="15" y="20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8"/>
                      <a:pt x="14" y="17"/>
                      <a:pt x="15" y="17"/>
                    </a:cubicBezTo>
                    <a:cubicBezTo>
                      <a:pt x="15" y="17"/>
                      <a:pt x="15" y="17"/>
                      <a:pt x="15" y="16"/>
                    </a:cubicBezTo>
                    <a:cubicBezTo>
                      <a:pt x="14" y="16"/>
                      <a:pt x="13" y="16"/>
                      <a:pt x="13" y="16"/>
                    </a:cubicBezTo>
                    <a:close/>
                    <a:moveTo>
                      <a:pt x="7" y="18"/>
                    </a:moveTo>
                    <a:cubicBezTo>
                      <a:pt x="7" y="18"/>
                      <a:pt x="7" y="18"/>
                      <a:pt x="8" y="18"/>
                    </a:cubicBezTo>
                    <a:cubicBezTo>
                      <a:pt x="9" y="17"/>
                      <a:pt x="11" y="17"/>
                      <a:pt x="12" y="17"/>
                    </a:cubicBezTo>
                    <a:cubicBezTo>
                      <a:pt x="12" y="17"/>
                      <a:pt x="13" y="17"/>
                      <a:pt x="13" y="18"/>
                    </a:cubicBezTo>
                    <a:cubicBezTo>
                      <a:pt x="13" y="18"/>
                      <a:pt x="12" y="19"/>
                      <a:pt x="12" y="19"/>
                    </a:cubicBezTo>
                    <a:cubicBezTo>
                      <a:pt x="7" y="20"/>
                      <a:pt x="7" y="20"/>
                      <a:pt x="7" y="20"/>
                    </a:cubicBezTo>
                    <a:cubicBezTo>
                      <a:pt x="7" y="18"/>
                      <a:pt x="7" y="18"/>
                      <a:pt x="7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9" name="Freeform 24"/>
              <p:cNvSpPr>
                <a:spLocks noEditPoints="1"/>
              </p:cNvSpPr>
              <p:nvPr/>
            </p:nvSpPr>
            <p:spPr bwMode="auto">
              <a:xfrm>
                <a:off x="4200526" y="1946275"/>
                <a:ext cx="735013" cy="388938"/>
              </a:xfrm>
              <a:custGeom>
                <a:avLst/>
                <a:gdLst>
                  <a:gd name="T0" fmla="*/ 152 w 195"/>
                  <a:gd name="T1" fmla="*/ 59 h 103"/>
                  <a:gd name="T2" fmla="*/ 160 w 195"/>
                  <a:gd name="T3" fmla="*/ 39 h 103"/>
                  <a:gd name="T4" fmla="*/ 168 w 195"/>
                  <a:gd name="T5" fmla="*/ 23 h 103"/>
                  <a:gd name="T6" fmla="*/ 167 w 195"/>
                  <a:gd name="T7" fmla="*/ 0 h 103"/>
                  <a:gd name="T8" fmla="*/ 193 w 195"/>
                  <a:gd name="T9" fmla="*/ 9 h 103"/>
                  <a:gd name="T10" fmla="*/ 189 w 195"/>
                  <a:gd name="T11" fmla="*/ 30 h 103"/>
                  <a:gd name="T12" fmla="*/ 178 w 195"/>
                  <a:gd name="T13" fmla="*/ 69 h 103"/>
                  <a:gd name="T14" fmla="*/ 174 w 195"/>
                  <a:gd name="T15" fmla="*/ 83 h 103"/>
                  <a:gd name="T16" fmla="*/ 158 w 195"/>
                  <a:gd name="T17" fmla="*/ 94 h 103"/>
                  <a:gd name="T18" fmla="*/ 147 w 195"/>
                  <a:gd name="T19" fmla="*/ 103 h 103"/>
                  <a:gd name="T20" fmla="*/ 42 w 195"/>
                  <a:gd name="T21" fmla="*/ 101 h 103"/>
                  <a:gd name="T22" fmla="*/ 31 w 195"/>
                  <a:gd name="T23" fmla="*/ 79 h 103"/>
                  <a:gd name="T24" fmla="*/ 17 w 195"/>
                  <a:gd name="T25" fmla="*/ 78 h 103"/>
                  <a:gd name="T26" fmla="*/ 3 w 195"/>
                  <a:gd name="T27" fmla="*/ 34 h 103"/>
                  <a:gd name="T28" fmla="*/ 6 w 195"/>
                  <a:gd name="T29" fmla="*/ 15 h 103"/>
                  <a:gd name="T30" fmla="*/ 24 w 195"/>
                  <a:gd name="T31" fmla="*/ 7 h 103"/>
                  <a:gd name="T32" fmla="*/ 28 w 195"/>
                  <a:gd name="T33" fmla="*/ 15 h 103"/>
                  <a:gd name="T34" fmla="*/ 24 w 195"/>
                  <a:gd name="T35" fmla="*/ 39 h 103"/>
                  <a:gd name="T36" fmla="*/ 47 w 195"/>
                  <a:gd name="T37" fmla="*/ 54 h 103"/>
                  <a:gd name="T38" fmla="*/ 44 w 195"/>
                  <a:gd name="T39" fmla="*/ 72 h 103"/>
                  <a:gd name="T40" fmla="*/ 149 w 195"/>
                  <a:gd name="T41" fmla="*/ 99 h 103"/>
                  <a:gd name="T42" fmla="*/ 45 w 195"/>
                  <a:gd name="T43" fmla="*/ 74 h 103"/>
                  <a:gd name="T44" fmla="*/ 49 w 195"/>
                  <a:gd name="T45" fmla="*/ 100 h 103"/>
                  <a:gd name="T46" fmla="*/ 43 w 195"/>
                  <a:gd name="T47" fmla="*/ 89 h 103"/>
                  <a:gd name="T48" fmla="*/ 40 w 195"/>
                  <a:gd name="T49" fmla="*/ 60 h 103"/>
                  <a:gd name="T50" fmla="*/ 23 w 195"/>
                  <a:gd name="T51" fmla="*/ 41 h 103"/>
                  <a:gd name="T52" fmla="*/ 28 w 195"/>
                  <a:gd name="T53" fmla="*/ 77 h 103"/>
                  <a:gd name="T54" fmla="*/ 37 w 195"/>
                  <a:gd name="T55" fmla="*/ 89 h 103"/>
                  <a:gd name="T56" fmla="*/ 21 w 195"/>
                  <a:gd name="T57" fmla="*/ 41 h 103"/>
                  <a:gd name="T58" fmla="*/ 26 w 195"/>
                  <a:gd name="T59" fmla="*/ 16 h 103"/>
                  <a:gd name="T60" fmla="*/ 5 w 195"/>
                  <a:gd name="T61" fmla="*/ 34 h 103"/>
                  <a:gd name="T62" fmla="*/ 6 w 195"/>
                  <a:gd name="T63" fmla="*/ 49 h 103"/>
                  <a:gd name="T64" fmla="*/ 20 w 195"/>
                  <a:gd name="T65" fmla="*/ 69 h 103"/>
                  <a:gd name="T66" fmla="*/ 26 w 195"/>
                  <a:gd name="T67" fmla="*/ 78 h 103"/>
                  <a:gd name="T68" fmla="*/ 20 w 195"/>
                  <a:gd name="T69" fmla="*/ 46 h 103"/>
                  <a:gd name="T70" fmla="*/ 15 w 195"/>
                  <a:gd name="T71" fmla="*/ 19 h 103"/>
                  <a:gd name="T72" fmla="*/ 8 w 195"/>
                  <a:gd name="T73" fmla="*/ 27 h 103"/>
                  <a:gd name="T74" fmla="*/ 13 w 195"/>
                  <a:gd name="T75" fmla="*/ 4 h 103"/>
                  <a:gd name="T76" fmla="*/ 8 w 195"/>
                  <a:gd name="T77" fmla="*/ 13 h 103"/>
                  <a:gd name="T78" fmla="*/ 151 w 195"/>
                  <a:gd name="T79" fmla="*/ 100 h 103"/>
                  <a:gd name="T80" fmla="*/ 154 w 195"/>
                  <a:gd name="T81" fmla="*/ 73 h 103"/>
                  <a:gd name="T82" fmla="*/ 158 w 195"/>
                  <a:gd name="T83" fmla="*/ 41 h 103"/>
                  <a:gd name="T84" fmla="*/ 167 w 195"/>
                  <a:gd name="T85" fmla="*/ 67 h 103"/>
                  <a:gd name="T86" fmla="*/ 160 w 195"/>
                  <a:gd name="T87" fmla="*/ 80 h 103"/>
                  <a:gd name="T88" fmla="*/ 151 w 195"/>
                  <a:gd name="T89" fmla="*/ 100 h 103"/>
                  <a:gd name="T90" fmla="*/ 171 w 195"/>
                  <a:gd name="T91" fmla="*/ 23 h 103"/>
                  <a:gd name="T92" fmla="*/ 179 w 195"/>
                  <a:gd name="T93" fmla="*/ 22 h 103"/>
                  <a:gd name="T94" fmla="*/ 189 w 195"/>
                  <a:gd name="T95" fmla="*/ 49 h 103"/>
                  <a:gd name="T96" fmla="*/ 187 w 195"/>
                  <a:gd name="T97" fmla="*/ 51 h 103"/>
                  <a:gd name="T98" fmla="*/ 173 w 195"/>
                  <a:gd name="T99" fmla="*/ 80 h 103"/>
                  <a:gd name="T100" fmla="*/ 173 w 195"/>
                  <a:gd name="T101" fmla="*/ 56 h 103"/>
                  <a:gd name="T102" fmla="*/ 187 w 195"/>
                  <a:gd name="T103" fmla="*/ 27 h 103"/>
                  <a:gd name="T104" fmla="*/ 187 w 195"/>
                  <a:gd name="T105" fmla="*/ 15 h 103"/>
                  <a:gd name="T106" fmla="*/ 172 w 195"/>
                  <a:gd name="T107" fmla="*/ 9 h 103"/>
                  <a:gd name="T108" fmla="*/ 189 w 195"/>
                  <a:gd name="T109" fmla="*/ 13 h 103"/>
                  <a:gd name="T110" fmla="*/ 175 w 195"/>
                  <a:gd name="T111" fmla="*/ 13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95" h="103">
                    <a:moveTo>
                      <a:pt x="151" y="72"/>
                    </a:moveTo>
                    <a:cubicBezTo>
                      <a:pt x="154" y="69"/>
                      <a:pt x="154" y="67"/>
                      <a:pt x="154" y="65"/>
                    </a:cubicBezTo>
                    <a:cubicBezTo>
                      <a:pt x="154" y="62"/>
                      <a:pt x="153" y="61"/>
                      <a:pt x="152" y="59"/>
                    </a:cubicBezTo>
                    <a:cubicBezTo>
                      <a:pt x="150" y="57"/>
                      <a:pt x="149" y="56"/>
                      <a:pt x="148" y="54"/>
                    </a:cubicBezTo>
                    <a:cubicBezTo>
                      <a:pt x="148" y="52"/>
                      <a:pt x="148" y="50"/>
                      <a:pt x="149" y="47"/>
                    </a:cubicBezTo>
                    <a:cubicBezTo>
                      <a:pt x="150" y="42"/>
                      <a:pt x="155" y="39"/>
                      <a:pt x="160" y="39"/>
                    </a:cubicBezTo>
                    <a:cubicBezTo>
                      <a:pt x="171" y="39"/>
                      <a:pt x="171" y="39"/>
                      <a:pt x="171" y="39"/>
                    </a:cubicBezTo>
                    <a:cubicBezTo>
                      <a:pt x="172" y="33"/>
                      <a:pt x="172" y="33"/>
                      <a:pt x="172" y="33"/>
                    </a:cubicBezTo>
                    <a:cubicBezTo>
                      <a:pt x="172" y="29"/>
                      <a:pt x="170" y="26"/>
                      <a:pt x="168" y="23"/>
                    </a:cubicBezTo>
                    <a:cubicBezTo>
                      <a:pt x="167" y="20"/>
                      <a:pt x="167" y="18"/>
                      <a:pt x="167" y="15"/>
                    </a:cubicBezTo>
                    <a:cubicBezTo>
                      <a:pt x="167" y="0"/>
                      <a:pt x="167" y="0"/>
                      <a:pt x="167" y="0"/>
                    </a:cubicBezTo>
                    <a:cubicBezTo>
                      <a:pt x="167" y="0"/>
                      <a:pt x="167" y="0"/>
                      <a:pt x="167" y="0"/>
                    </a:cubicBezTo>
                    <a:cubicBezTo>
                      <a:pt x="168" y="3"/>
                      <a:pt x="170" y="5"/>
                      <a:pt x="171" y="7"/>
                    </a:cubicBezTo>
                    <a:cubicBezTo>
                      <a:pt x="173" y="4"/>
                      <a:pt x="177" y="2"/>
                      <a:pt x="182" y="2"/>
                    </a:cubicBezTo>
                    <a:cubicBezTo>
                      <a:pt x="188" y="2"/>
                      <a:pt x="193" y="5"/>
                      <a:pt x="193" y="9"/>
                    </a:cubicBezTo>
                    <a:cubicBezTo>
                      <a:pt x="193" y="11"/>
                      <a:pt x="192" y="13"/>
                      <a:pt x="189" y="15"/>
                    </a:cubicBezTo>
                    <a:cubicBezTo>
                      <a:pt x="189" y="30"/>
                      <a:pt x="189" y="30"/>
                      <a:pt x="189" y="30"/>
                    </a:cubicBezTo>
                    <a:cubicBezTo>
                      <a:pt x="189" y="30"/>
                      <a:pt x="189" y="30"/>
                      <a:pt x="189" y="30"/>
                    </a:cubicBezTo>
                    <a:cubicBezTo>
                      <a:pt x="190" y="31"/>
                      <a:pt x="191" y="32"/>
                      <a:pt x="192" y="34"/>
                    </a:cubicBezTo>
                    <a:cubicBezTo>
                      <a:pt x="194" y="37"/>
                      <a:pt x="195" y="40"/>
                      <a:pt x="194" y="43"/>
                    </a:cubicBezTo>
                    <a:cubicBezTo>
                      <a:pt x="192" y="52"/>
                      <a:pt x="178" y="60"/>
                      <a:pt x="178" y="69"/>
                    </a:cubicBezTo>
                    <a:cubicBezTo>
                      <a:pt x="178" y="71"/>
                      <a:pt x="178" y="75"/>
                      <a:pt x="178" y="78"/>
                    </a:cubicBezTo>
                    <a:cubicBezTo>
                      <a:pt x="178" y="80"/>
                      <a:pt x="178" y="81"/>
                      <a:pt x="177" y="82"/>
                    </a:cubicBezTo>
                    <a:cubicBezTo>
                      <a:pt x="177" y="83"/>
                      <a:pt x="175" y="83"/>
                      <a:pt x="174" y="83"/>
                    </a:cubicBezTo>
                    <a:cubicBezTo>
                      <a:pt x="171" y="82"/>
                      <a:pt x="167" y="78"/>
                      <a:pt x="165" y="79"/>
                    </a:cubicBezTo>
                    <a:cubicBezTo>
                      <a:pt x="162" y="80"/>
                      <a:pt x="162" y="82"/>
                      <a:pt x="161" y="84"/>
                    </a:cubicBezTo>
                    <a:cubicBezTo>
                      <a:pt x="161" y="88"/>
                      <a:pt x="160" y="91"/>
                      <a:pt x="158" y="94"/>
                    </a:cubicBezTo>
                    <a:cubicBezTo>
                      <a:pt x="157" y="97"/>
                      <a:pt x="155" y="99"/>
                      <a:pt x="154" y="101"/>
                    </a:cubicBezTo>
                    <a:cubicBezTo>
                      <a:pt x="153" y="102"/>
                      <a:pt x="152" y="103"/>
                      <a:pt x="151" y="103"/>
                    </a:cubicBezTo>
                    <a:cubicBezTo>
                      <a:pt x="150" y="103"/>
                      <a:pt x="148" y="103"/>
                      <a:pt x="147" y="103"/>
                    </a:cubicBezTo>
                    <a:cubicBezTo>
                      <a:pt x="116" y="94"/>
                      <a:pt x="79" y="94"/>
                      <a:pt x="48" y="103"/>
                    </a:cubicBezTo>
                    <a:cubicBezTo>
                      <a:pt x="47" y="103"/>
                      <a:pt x="46" y="103"/>
                      <a:pt x="45" y="103"/>
                    </a:cubicBezTo>
                    <a:cubicBezTo>
                      <a:pt x="44" y="103"/>
                      <a:pt x="43" y="102"/>
                      <a:pt x="42" y="101"/>
                    </a:cubicBezTo>
                    <a:cubicBezTo>
                      <a:pt x="40" y="99"/>
                      <a:pt x="39" y="97"/>
                      <a:pt x="37" y="94"/>
                    </a:cubicBezTo>
                    <a:cubicBezTo>
                      <a:pt x="36" y="91"/>
                      <a:pt x="35" y="88"/>
                      <a:pt x="34" y="84"/>
                    </a:cubicBezTo>
                    <a:cubicBezTo>
                      <a:pt x="34" y="82"/>
                      <a:pt x="33" y="80"/>
                      <a:pt x="31" y="79"/>
                    </a:cubicBezTo>
                    <a:cubicBezTo>
                      <a:pt x="28" y="78"/>
                      <a:pt x="24" y="82"/>
                      <a:pt x="21" y="83"/>
                    </a:cubicBezTo>
                    <a:cubicBezTo>
                      <a:pt x="20" y="83"/>
                      <a:pt x="19" y="83"/>
                      <a:pt x="18" y="82"/>
                    </a:cubicBezTo>
                    <a:cubicBezTo>
                      <a:pt x="18" y="81"/>
                      <a:pt x="18" y="80"/>
                      <a:pt x="17" y="78"/>
                    </a:cubicBezTo>
                    <a:cubicBezTo>
                      <a:pt x="17" y="75"/>
                      <a:pt x="17" y="71"/>
                      <a:pt x="17" y="69"/>
                    </a:cubicBezTo>
                    <a:cubicBezTo>
                      <a:pt x="17" y="60"/>
                      <a:pt x="3" y="52"/>
                      <a:pt x="1" y="43"/>
                    </a:cubicBezTo>
                    <a:cubicBezTo>
                      <a:pt x="0" y="40"/>
                      <a:pt x="1" y="37"/>
                      <a:pt x="3" y="34"/>
                    </a:cubicBezTo>
                    <a:cubicBezTo>
                      <a:pt x="4" y="32"/>
                      <a:pt x="5" y="31"/>
                      <a:pt x="6" y="30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6" y="15"/>
                      <a:pt x="6" y="15"/>
                      <a:pt x="6" y="15"/>
                    </a:cubicBezTo>
                    <a:cubicBezTo>
                      <a:pt x="3" y="13"/>
                      <a:pt x="2" y="11"/>
                      <a:pt x="2" y="9"/>
                    </a:cubicBezTo>
                    <a:cubicBezTo>
                      <a:pt x="2" y="5"/>
                      <a:pt x="7" y="2"/>
                      <a:pt x="13" y="2"/>
                    </a:cubicBezTo>
                    <a:cubicBezTo>
                      <a:pt x="18" y="2"/>
                      <a:pt x="22" y="4"/>
                      <a:pt x="24" y="7"/>
                    </a:cubicBezTo>
                    <a:cubicBezTo>
                      <a:pt x="25" y="5"/>
                      <a:pt x="27" y="3"/>
                      <a:pt x="28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15"/>
                      <a:pt x="28" y="15"/>
                      <a:pt x="28" y="15"/>
                    </a:cubicBezTo>
                    <a:cubicBezTo>
                      <a:pt x="28" y="18"/>
                      <a:pt x="28" y="20"/>
                      <a:pt x="27" y="23"/>
                    </a:cubicBezTo>
                    <a:cubicBezTo>
                      <a:pt x="25" y="26"/>
                      <a:pt x="24" y="29"/>
                      <a:pt x="24" y="33"/>
                    </a:cubicBezTo>
                    <a:cubicBezTo>
                      <a:pt x="24" y="39"/>
                      <a:pt x="24" y="39"/>
                      <a:pt x="24" y="39"/>
                    </a:cubicBezTo>
                    <a:cubicBezTo>
                      <a:pt x="35" y="39"/>
                      <a:pt x="35" y="39"/>
                      <a:pt x="35" y="39"/>
                    </a:cubicBezTo>
                    <a:cubicBezTo>
                      <a:pt x="40" y="39"/>
                      <a:pt x="45" y="42"/>
                      <a:pt x="46" y="47"/>
                    </a:cubicBezTo>
                    <a:cubicBezTo>
                      <a:pt x="47" y="50"/>
                      <a:pt x="47" y="52"/>
                      <a:pt x="47" y="54"/>
                    </a:cubicBezTo>
                    <a:cubicBezTo>
                      <a:pt x="46" y="56"/>
                      <a:pt x="45" y="57"/>
                      <a:pt x="43" y="59"/>
                    </a:cubicBezTo>
                    <a:cubicBezTo>
                      <a:pt x="42" y="61"/>
                      <a:pt x="41" y="62"/>
                      <a:pt x="41" y="65"/>
                    </a:cubicBezTo>
                    <a:cubicBezTo>
                      <a:pt x="41" y="67"/>
                      <a:pt x="41" y="69"/>
                      <a:pt x="44" y="72"/>
                    </a:cubicBezTo>
                    <a:cubicBezTo>
                      <a:pt x="82" y="64"/>
                      <a:pt x="112" y="64"/>
                      <a:pt x="151" y="72"/>
                    </a:cubicBezTo>
                    <a:close/>
                    <a:moveTo>
                      <a:pt x="146" y="100"/>
                    </a:moveTo>
                    <a:cubicBezTo>
                      <a:pt x="148" y="101"/>
                      <a:pt x="149" y="101"/>
                      <a:pt x="149" y="99"/>
                    </a:cubicBezTo>
                    <a:cubicBezTo>
                      <a:pt x="151" y="93"/>
                      <a:pt x="149" y="85"/>
                      <a:pt x="149" y="79"/>
                    </a:cubicBezTo>
                    <a:cubicBezTo>
                      <a:pt x="149" y="77"/>
                      <a:pt x="149" y="76"/>
                      <a:pt x="150" y="74"/>
                    </a:cubicBezTo>
                    <a:cubicBezTo>
                      <a:pt x="114" y="66"/>
                      <a:pt x="81" y="66"/>
                      <a:pt x="45" y="74"/>
                    </a:cubicBezTo>
                    <a:cubicBezTo>
                      <a:pt x="46" y="76"/>
                      <a:pt x="46" y="77"/>
                      <a:pt x="46" y="79"/>
                    </a:cubicBezTo>
                    <a:cubicBezTo>
                      <a:pt x="46" y="85"/>
                      <a:pt x="44" y="93"/>
                      <a:pt x="46" y="99"/>
                    </a:cubicBezTo>
                    <a:cubicBezTo>
                      <a:pt x="46" y="101"/>
                      <a:pt x="48" y="101"/>
                      <a:pt x="49" y="100"/>
                    </a:cubicBezTo>
                    <a:cubicBezTo>
                      <a:pt x="80" y="92"/>
                      <a:pt x="115" y="92"/>
                      <a:pt x="146" y="100"/>
                    </a:cubicBezTo>
                    <a:close/>
                    <a:moveTo>
                      <a:pt x="44" y="100"/>
                    </a:moveTo>
                    <a:cubicBezTo>
                      <a:pt x="43" y="97"/>
                      <a:pt x="43" y="93"/>
                      <a:pt x="43" y="89"/>
                    </a:cubicBezTo>
                    <a:cubicBezTo>
                      <a:pt x="43" y="84"/>
                      <a:pt x="44" y="80"/>
                      <a:pt x="44" y="77"/>
                    </a:cubicBezTo>
                    <a:cubicBezTo>
                      <a:pt x="43" y="75"/>
                      <a:pt x="42" y="74"/>
                      <a:pt x="41" y="73"/>
                    </a:cubicBezTo>
                    <a:cubicBezTo>
                      <a:pt x="38" y="69"/>
                      <a:pt x="37" y="64"/>
                      <a:pt x="40" y="60"/>
                    </a:cubicBezTo>
                    <a:cubicBezTo>
                      <a:pt x="42" y="57"/>
                      <a:pt x="45" y="55"/>
                      <a:pt x="45" y="52"/>
                    </a:cubicBezTo>
                    <a:cubicBezTo>
                      <a:pt x="45" y="49"/>
                      <a:pt x="44" y="43"/>
                      <a:pt x="37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4"/>
                      <a:pt x="22" y="50"/>
                      <a:pt x="23" y="53"/>
                    </a:cubicBezTo>
                    <a:cubicBezTo>
                      <a:pt x="25" y="57"/>
                      <a:pt x="28" y="61"/>
                      <a:pt x="28" y="6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9" y="77"/>
                      <a:pt x="29" y="77"/>
                      <a:pt x="29" y="77"/>
                    </a:cubicBezTo>
                    <a:cubicBezTo>
                      <a:pt x="29" y="77"/>
                      <a:pt x="33" y="75"/>
                      <a:pt x="35" y="80"/>
                    </a:cubicBezTo>
                    <a:cubicBezTo>
                      <a:pt x="36" y="82"/>
                      <a:pt x="36" y="86"/>
                      <a:pt x="37" y="89"/>
                    </a:cubicBezTo>
                    <a:cubicBezTo>
                      <a:pt x="38" y="92"/>
                      <a:pt x="40" y="95"/>
                      <a:pt x="41" y="97"/>
                    </a:cubicBezTo>
                    <a:cubicBezTo>
                      <a:pt x="42" y="98"/>
                      <a:pt x="43" y="100"/>
                      <a:pt x="44" y="100"/>
                    </a:cubicBezTo>
                    <a:close/>
                    <a:moveTo>
                      <a:pt x="21" y="41"/>
                    </a:moveTo>
                    <a:cubicBezTo>
                      <a:pt x="21" y="40"/>
                      <a:pt x="21" y="34"/>
                      <a:pt x="21" y="31"/>
                    </a:cubicBezTo>
                    <a:cubicBezTo>
                      <a:pt x="22" y="28"/>
                      <a:pt x="23" y="25"/>
                      <a:pt x="25" y="23"/>
                    </a:cubicBezTo>
                    <a:cubicBezTo>
                      <a:pt x="26" y="20"/>
                      <a:pt x="26" y="18"/>
                      <a:pt x="26" y="16"/>
                    </a:cubicBezTo>
                    <a:cubicBezTo>
                      <a:pt x="26" y="13"/>
                      <a:pt x="26" y="10"/>
                      <a:pt x="26" y="7"/>
                    </a:cubicBezTo>
                    <a:cubicBezTo>
                      <a:pt x="26" y="7"/>
                      <a:pt x="22" y="14"/>
                      <a:pt x="16" y="22"/>
                    </a:cubicBezTo>
                    <a:cubicBezTo>
                      <a:pt x="13" y="26"/>
                      <a:pt x="8" y="30"/>
                      <a:pt x="5" y="34"/>
                    </a:cubicBezTo>
                    <a:cubicBezTo>
                      <a:pt x="4" y="37"/>
                      <a:pt x="2" y="41"/>
                      <a:pt x="4" y="45"/>
                    </a:cubicBezTo>
                    <a:cubicBezTo>
                      <a:pt x="5" y="46"/>
                      <a:pt x="5" y="48"/>
                      <a:pt x="6" y="49"/>
                    </a:cubicBezTo>
                    <a:cubicBezTo>
                      <a:pt x="6" y="49"/>
                      <a:pt x="6" y="49"/>
                      <a:pt x="6" y="49"/>
                    </a:cubicBezTo>
                    <a:cubicBezTo>
                      <a:pt x="6" y="49"/>
                      <a:pt x="15" y="49"/>
                      <a:pt x="21" y="41"/>
                    </a:cubicBezTo>
                    <a:close/>
                    <a:moveTo>
                      <a:pt x="8" y="51"/>
                    </a:moveTo>
                    <a:cubicBezTo>
                      <a:pt x="13" y="56"/>
                      <a:pt x="19" y="62"/>
                      <a:pt x="20" y="69"/>
                    </a:cubicBezTo>
                    <a:cubicBezTo>
                      <a:pt x="20" y="71"/>
                      <a:pt x="19" y="80"/>
                      <a:pt x="20" y="80"/>
                    </a:cubicBezTo>
                    <a:cubicBezTo>
                      <a:pt x="20" y="81"/>
                      <a:pt x="21" y="81"/>
                      <a:pt x="22" y="80"/>
                    </a:cubicBezTo>
                    <a:cubicBezTo>
                      <a:pt x="22" y="80"/>
                      <a:pt x="24" y="79"/>
                      <a:pt x="26" y="78"/>
                    </a:cubicBezTo>
                    <a:cubicBezTo>
                      <a:pt x="26" y="76"/>
                      <a:pt x="26" y="72"/>
                      <a:pt x="26" y="67"/>
                    </a:cubicBezTo>
                    <a:cubicBezTo>
                      <a:pt x="26" y="64"/>
                      <a:pt x="24" y="59"/>
                      <a:pt x="22" y="56"/>
                    </a:cubicBezTo>
                    <a:cubicBezTo>
                      <a:pt x="20" y="53"/>
                      <a:pt x="20" y="49"/>
                      <a:pt x="20" y="46"/>
                    </a:cubicBezTo>
                    <a:cubicBezTo>
                      <a:pt x="20" y="46"/>
                      <a:pt x="14" y="50"/>
                      <a:pt x="8" y="51"/>
                    </a:cubicBezTo>
                    <a:close/>
                    <a:moveTo>
                      <a:pt x="8" y="27"/>
                    </a:moveTo>
                    <a:cubicBezTo>
                      <a:pt x="11" y="24"/>
                      <a:pt x="13" y="22"/>
                      <a:pt x="15" y="19"/>
                    </a:cubicBezTo>
                    <a:cubicBezTo>
                      <a:pt x="16" y="18"/>
                      <a:pt x="17" y="17"/>
                      <a:pt x="1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27"/>
                      <a:pt x="8" y="27"/>
                      <a:pt x="8" y="27"/>
                    </a:cubicBezTo>
                    <a:close/>
                    <a:moveTo>
                      <a:pt x="20" y="13"/>
                    </a:moveTo>
                    <a:cubicBezTo>
                      <a:pt x="21" y="12"/>
                      <a:pt x="22" y="10"/>
                      <a:pt x="23" y="9"/>
                    </a:cubicBezTo>
                    <a:cubicBezTo>
                      <a:pt x="22" y="6"/>
                      <a:pt x="18" y="4"/>
                      <a:pt x="13" y="4"/>
                    </a:cubicBezTo>
                    <a:cubicBezTo>
                      <a:pt x="8" y="4"/>
                      <a:pt x="4" y="6"/>
                      <a:pt x="4" y="9"/>
                    </a:cubicBezTo>
                    <a:cubicBezTo>
                      <a:pt x="4" y="11"/>
                      <a:pt x="5" y="12"/>
                      <a:pt x="7" y="13"/>
                    </a:cubicBezTo>
                    <a:cubicBezTo>
                      <a:pt x="7" y="13"/>
                      <a:pt x="8" y="13"/>
                      <a:pt x="8" y="13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20" y="13"/>
                      <a:pt x="20" y="13"/>
                      <a:pt x="20" y="13"/>
                    </a:cubicBezTo>
                    <a:close/>
                    <a:moveTo>
                      <a:pt x="151" y="100"/>
                    </a:moveTo>
                    <a:cubicBezTo>
                      <a:pt x="153" y="97"/>
                      <a:pt x="152" y="93"/>
                      <a:pt x="152" y="89"/>
                    </a:cubicBezTo>
                    <a:cubicBezTo>
                      <a:pt x="152" y="84"/>
                      <a:pt x="151" y="80"/>
                      <a:pt x="152" y="77"/>
                    </a:cubicBezTo>
                    <a:cubicBezTo>
                      <a:pt x="152" y="75"/>
                      <a:pt x="153" y="74"/>
                      <a:pt x="154" y="73"/>
                    </a:cubicBezTo>
                    <a:cubicBezTo>
                      <a:pt x="157" y="69"/>
                      <a:pt x="158" y="64"/>
                      <a:pt x="155" y="60"/>
                    </a:cubicBezTo>
                    <a:cubicBezTo>
                      <a:pt x="153" y="57"/>
                      <a:pt x="150" y="55"/>
                      <a:pt x="150" y="52"/>
                    </a:cubicBezTo>
                    <a:cubicBezTo>
                      <a:pt x="150" y="49"/>
                      <a:pt x="151" y="43"/>
                      <a:pt x="158" y="41"/>
                    </a:cubicBezTo>
                    <a:cubicBezTo>
                      <a:pt x="172" y="41"/>
                      <a:pt x="172" y="41"/>
                      <a:pt x="172" y="41"/>
                    </a:cubicBezTo>
                    <a:cubicBezTo>
                      <a:pt x="173" y="44"/>
                      <a:pt x="174" y="50"/>
                      <a:pt x="172" y="53"/>
                    </a:cubicBezTo>
                    <a:cubicBezTo>
                      <a:pt x="170" y="57"/>
                      <a:pt x="167" y="61"/>
                      <a:pt x="167" y="67"/>
                    </a:cubicBezTo>
                    <a:cubicBezTo>
                      <a:pt x="167" y="77"/>
                      <a:pt x="167" y="77"/>
                      <a:pt x="167" y="77"/>
                    </a:cubicBezTo>
                    <a:cubicBezTo>
                      <a:pt x="167" y="77"/>
                      <a:pt x="166" y="77"/>
                      <a:pt x="166" y="77"/>
                    </a:cubicBezTo>
                    <a:cubicBezTo>
                      <a:pt x="166" y="77"/>
                      <a:pt x="162" y="75"/>
                      <a:pt x="160" y="80"/>
                    </a:cubicBezTo>
                    <a:cubicBezTo>
                      <a:pt x="159" y="82"/>
                      <a:pt x="159" y="86"/>
                      <a:pt x="158" y="89"/>
                    </a:cubicBezTo>
                    <a:cubicBezTo>
                      <a:pt x="157" y="92"/>
                      <a:pt x="155" y="95"/>
                      <a:pt x="154" y="97"/>
                    </a:cubicBezTo>
                    <a:cubicBezTo>
                      <a:pt x="153" y="98"/>
                      <a:pt x="152" y="100"/>
                      <a:pt x="151" y="100"/>
                    </a:cubicBezTo>
                    <a:close/>
                    <a:moveTo>
                      <a:pt x="174" y="41"/>
                    </a:moveTo>
                    <a:cubicBezTo>
                      <a:pt x="174" y="40"/>
                      <a:pt x="174" y="34"/>
                      <a:pt x="174" y="31"/>
                    </a:cubicBezTo>
                    <a:cubicBezTo>
                      <a:pt x="174" y="28"/>
                      <a:pt x="172" y="25"/>
                      <a:pt x="171" y="23"/>
                    </a:cubicBezTo>
                    <a:cubicBezTo>
                      <a:pt x="170" y="20"/>
                      <a:pt x="169" y="18"/>
                      <a:pt x="169" y="16"/>
                    </a:cubicBezTo>
                    <a:cubicBezTo>
                      <a:pt x="169" y="13"/>
                      <a:pt x="169" y="10"/>
                      <a:pt x="169" y="7"/>
                    </a:cubicBezTo>
                    <a:cubicBezTo>
                      <a:pt x="169" y="7"/>
                      <a:pt x="173" y="14"/>
                      <a:pt x="179" y="22"/>
                    </a:cubicBezTo>
                    <a:cubicBezTo>
                      <a:pt x="183" y="26"/>
                      <a:pt x="187" y="30"/>
                      <a:pt x="190" y="34"/>
                    </a:cubicBezTo>
                    <a:cubicBezTo>
                      <a:pt x="192" y="37"/>
                      <a:pt x="193" y="41"/>
                      <a:pt x="191" y="45"/>
                    </a:cubicBezTo>
                    <a:cubicBezTo>
                      <a:pt x="191" y="46"/>
                      <a:pt x="190" y="48"/>
                      <a:pt x="189" y="49"/>
                    </a:cubicBezTo>
                    <a:cubicBezTo>
                      <a:pt x="189" y="49"/>
                      <a:pt x="189" y="49"/>
                      <a:pt x="189" y="49"/>
                    </a:cubicBezTo>
                    <a:cubicBezTo>
                      <a:pt x="189" y="49"/>
                      <a:pt x="180" y="49"/>
                      <a:pt x="174" y="41"/>
                    </a:cubicBezTo>
                    <a:close/>
                    <a:moveTo>
                      <a:pt x="187" y="51"/>
                    </a:moveTo>
                    <a:cubicBezTo>
                      <a:pt x="182" y="56"/>
                      <a:pt x="176" y="62"/>
                      <a:pt x="176" y="69"/>
                    </a:cubicBezTo>
                    <a:cubicBezTo>
                      <a:pt x="176" y="71"/>
                      <a:pt x="176" y="80"/>
                      <a:pt x="175" y="80"/>
                    </a:cubicBezTo>
                    <a:cubicBezTo>
                      <a:pt x="175" y="81"/>
                      <a:pt x="174" y="81"/>
                      <a:pt x="173" y="80"/>
                    </a:cubicBezTo>
                    <a:cubicBezTo>
                      <a:pt x="173" y="80"/>
                      <a:pt x="171" y="79"/>
                      <a:pt x="169" y="78"/>
                    </a:cubicBezTo>
                    <a:cubicBezTo>
                      <a:pt x="169" y="76"/>
                      <a:pt x="169" y="72"/>
                      <a:pt x="169" y="67"/>
                    </a:cubicBezTo>
                    <a:cubicBezTo>
                      <a:pt x="169" y="64"/>
                      <a:pt x="171" y="59"/>
                      <a:pt x="173" y="56"/>
                    </a:cubicBezTo>
                    <a:cubicBezTo>
                      <a:pt x="175" y="53"/>
                      <a:pt x="176" y="49"/>
                      <a:pt x="175" y="46"/>
                    </a:cubicBezTo>
                    <a:cubicBezTo>
                      <a:pt x="175" y="46"/>
                      <a:pt x="181" y="50"/>
                      <a:pt x="187" y="51"/>
                    </a:cubicBezTo>
                    <a:close/>
                    <a:moveTo>
                      <a:pt x="187" y="27"/>
                    </a:moveTo>
                    <a:cubicBezTo>
                      <a:pt x="184" y="24"/>
                      <a:pt x="182" y="22"/>
                      <a:pt x="180" y="19"/>
                    </a:cubicBezTo>
                    <a:cubicBezTo>
                      <a:pt x="179" y="18"/>
                      <a:pt x="178" y="17"/>
                      <a:pt x="177" y="15"/>
                    </a:cubicBezTo>
                    <a:cubicBezTo>
                      <a:pt x="187" y="15"/>
                      <a:pt x="187" y="15"/>
                      <a:pt x="187" y="15"/>
                    </a:cubicBezTo>
                    <a:cubicBezTo>
                      <a:pt x="187" y="27"/>
                      <a:pt x="187" y="27"/>
                      <a:pt x="187" y="27"/>
                    </a:cubicBezTo>
                    <a:close/>
                    <a:moveTo>
                      <a:pt x="175" y="13"/>
                    </a:moveTo>
                    <a:cubicBezTo>
                      <a:pt x="174" y="12"/>
                      <a:pt x="173" y="10"/>
                      <a:pt x="172" y="9"/>
                    </a:cubicBezTo>
                    <a:cubicBezTo>
                      <a:pt x="173" y="6"/>
                      <a:pt x="177" y="4"/>
                      <a:pt x="182" y="4"/>
                    </a:cubicBezTo>
                    <a:cubicBezTo>
                      <a:pt x="187" y="4"/>
                      <a:pt x="191" y="6"/>
                      <a:pt x="191" y="9"/>
                    </a:cubicBezTo>
                    <a:cubicBezTo>
                      <a:pt x="191" y="11"/>
                      <a:pt x="190" y="12"/>
                      <a:pt x="189" y="13"/>
                    </a:cubicBezTo>
                    <a:cubicBezTo>
                      <a:pt x="188" y="13"/>
                      <a:pt x="187" y="13"/>
                      <a:pt x="187" y="13"/>
                    </a:cubicBezTo>
                    <a:cubicBezTo>
                      <a:pt x="176" y="13"/>
                      <a:pt x="176" y="13"/>
                      <a:pt x="176" y="13"/>
                    </a:cubicBezTo>
                    <a:cubicBezTo>
                      <a:pt x="176" y="13"/>
                      <a:pt x="175" y="13"/>
                      <a:pt x="17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</p:grpSp>
      <p:sp>
        <p:nvSpPr>
          <p:cNvPr id="30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23090" y="1229219"/>
            <a:ext cx="3020292" cy="1768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31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3061854" y="1219983"/>
            <a:ext cx="3020292" cy="1768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32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6100618" y="1219983"/>
            <a:ext cx="3020292" cy="1768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</p:spTree>
  </p:cSld>
  <p:clrMapOvr>
    <a:masterClrMapping/>
  </p:clrMapOvr>
  <p:transition spd="slow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309860" y="1106583"/>
            <a:ext cx="2446752" cy="15872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3348624" y="1106583"/>
            <a:ext cx="2446752" cy="15872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6387388" y="1106583"/>
            <a:ext cx="2446752" cy="15872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16" name="矩形 15"/>
          <p:cNvSpPr/>
          <p:nvPr userDrawn="1"/>
        </p:nvSpPr>
        <p:spPr>
          <a:xfrm>
            <a:off x="309860" y="2805681"/>
            <a:ext cx="2446752" cy="158728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3348624" y="2805680"/>
            <a:ext cx="2446752" cy="158728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 userDrawn="1"/>
        </p:nvSpPr>
        <p:spPr>
          <a:xfrm>
            <a:off x="6387388" y="2805680"/>
            <a:ext cx="2446752" cy="158728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8147154" y="105427"/>
            <a:ext cx="819654" cy="692361"/>
            <a:chOff x="2992437" y="0"/>
            <a:chExt cx="2543175" cy="2148217"/>
          </a:xfrm>
          <a:solidFill>
            <a:srgbClr val="304371"/>
          </a:solidFill>
        </p:grpSpPr>
        <p:grpSp>
          <p:nvGrpSpPr>
            <p:cNvPr id="9" name="组合 8"/>
            <p:cNvGrpSpPr/>
            <p:nvPr/>
          </p:nvGrpSpPr>
          <p:grpSpPr>
            <a:xfrm>
              <a:off x="2992437" y="1183017"/>
              <a:ext cx="2543175" cy="965200"/>
              <a:chOff x="3297238" y="2879725"/>
              <a:chExt cx="2543175" cy="965200"/>
            </a:xfrm>
            <a:grpFill/>
          </p:grpSpPr>
          <p:sp>
            <p:nvSpPr>
              <p:cNvPr id="27" name="Freeform 5"/>
              <p:cNvSpPr/>
              <p:nvPr/>
            </p:nvSpPr>
            <p:spPr bwMode="auto">
              <a:xfrm>
                <a:off x="3303588" y="2997200"/>
                <a:ext cx="573088" cy="647700"/>
              </a:xfrm>
              <a:custGeom>
                <a:avLst/>
                <a:gdLst>
                  <a:gd name="T0" fmla="*/ 139 w 152"/>
                  <a:gd name="T1" fmla="*/ 70 h 172"/>
                  <a:gd name="T2" fmla="*/ 120 w 152"/>
                  <a:gd name="T3" fmla="*/ 78 h 172"/>
                  <a:gd name="T4" fmla="*/ 130 w 152"/>
                  <a:gd name="T5" fmla="*/ 91 h 172"/>
                  <a:gd name="T6" fmla="*/ 124 w 152"/>
                  <a:gd name="T7" fmla="*/ 118 h 172"/>
                  <a:gd name="T8" fmla="*/ 136 w 152"/>
                  <a:gd name="T9" fmla="*/ 123 h 172"/>
                  <a:gd name="T10" fmla="*/ 140 w 152"/>
                  <a:gd name="T11" fmla="*/ 137 h 172"/>
                  <a:gd name="T12" fmla="*/ 139 w 152"/>
                  <a:gd name="T13" fmla="*/ 155 h 172"/>
                  <a:gd name="T14" fmla="*/ 119 w 152"/>
                  <a:gd name="T15" fmla="*/ 149 h 172"/>
                  <a:gd name="T16" fmla="*/ 94 w 152"/>
                  <a:gd name="T17" fmla="*/ 136 h 172"/>
                  <a:gd name="T18" fmla="*/ 73 w 152"/>
                  <a:gd name="T19" fmla="*/ 134 h 172"/>
                  <a:gd name="T20" fmla="*/ 69 w 152"/>
                  <a:gd name="T21" fmla="*/ 118 h 172"/>
                  <a:gd name="T22" fmla="*/ 93 w 152"/>
                  <a:gd name="T23" fmla="*/ 110 h 172"/>
                  <a:gd name="T24" fmla="*/ 105 w 152"/>
                  <a:gd name="T25" fmla="*/ 106 h 172"/>
                  <a:gd name="T26" fmla="*/ 110 w 152"/>
                  <a:gd name="T27" fmla="*/ 100 h 172"/>
                  <a:gd name="T28" fmla="*/ 98 w 152"/>
                  <a:gd name="T29" fmla="*/ 100 h 172"/>
                  <a:gd name="T30" fmla="*/ 86 w 152"/>
                  <a:gd name="T31" fmla="*/ 108 h 172"/>
                  <a:gd name="T32" fmla="*/ 81 w 152"/>
                  <a:gd name="T33" fmla="*/ 89 h 172"/>
                  <a:gd name="T34" fmla="*/ 100 w 152"/>
                  <a:gd name="T35" fmla="*/ 72 h 172"/>
                  <a:gd name="T36" fmla="*/ 123 w 152"/>
                  <a:gd name="T37" fmla="*/ 60 h 172"/>
                  <a:gd name="T38" fmla="*/ 110 w 152"/>
                  <a:gd name="T39" fmla="*/ 55 h 172"/>
                  <a:gd name="T40" fmla="*/ 90 w 152"/>
                  <a:gd name="T41" fmla="*/ 70 h 172"/>
                  <a:gd name="T42" fmla="*/ 79 w 152"/>
                  <a:gd name="T43" fmla="*/ 80 h 172"/>
                  <a:gd name="T44" fmla="*/ 67 w 152"/>
                  <a:gd name="T45" fmla="*/ 71 h 172"/>
                  <a:gd name="T46" fmla="*/ 73 w 152"/>
                  <a:gd name="T47" fmla="*/ 58 h 172"/>
                  <a:gd name="T48" fmla="*/ 87 w 152"/>
                  <a:gd name="T49" fmla="*/ 38 h 172"/>
                  <a:gd name="T50" fmla="*/ 91 w 152"/>
                  <a:gd name="T51" fmla="*/ 27 h 172"/>
                  <a:gd name="T52" fmla="*/ 80 w 152"/>
                  <a:gd name="T53" fmla="*/ 31 h 172"/>
                  <a:gd name="T54" fmla="*/ 59 w 152"/>
                  <a:gd name="T55" fmla="*/ 37 h 172"/>
                  <a:gd name="T56" fmla="*/ 53 w 152"/>
                  <a:gd name="T57" fmla="*/ 59 h 172"/>
                  <a:gd name="T58" fmla="*/ 49 w 152"/>
                  <a:gd name="T59" fmla="*/ 76 h 172"/>
                  <a:gd name="T60" fmla="*/ 43 w 152"/>
                  <a:gd name="T61" fmla="*/ 92 h 172"/>
                  <a:gd name="T62" fmla="*/ 40 w 152"/>
                  <a:gd name="T63" fmla="*/ 102 h 172"/>
                  <a:gd name="T64" fmla="*/ 36 w 152"/>
                  <a:gd name="T65" fmla="*/ 117 h 172"/>
                  <a:gd name="T66" fmla="*/ 32 w 152"/>
                  <a:gd name="T67" fmla="*/ 128 h 172"/>
                  <a:gd name="T68" fmla="*/ 21 w 152"/>
                  <a:gd name="T69" fmla="*/ 154 h 172"/>
                  <a:gd name="T70" fmla="*/ 12 w 152"/>
                  <a:gd name="T71" fmla="*/ 167 h 172"/>
                  <a:gd name="T72" fmla="*/ 0 w 152"/>
                  <a:gd name="T73" fmla="*/ 164 h 172"/>
                  <a:gd name="T74" fmla="*/ 11 w 152"/>
                  <a:gd name="T75" fmla="*/ 138 h 172"/>
                  <a:gd name="T76" fmla="*/ 18 w 152"/>
                  <a:gd name="T77" fmla="*/ 119 h 172"/>
                  <a:gd name="T78" fmla="*/ 24 w 152"/>
                  <a:gd name="T79" fmla="*/ 101 h 172"/>
                  <a:gd name="T80" fmla="*/ 27 w 152"/>
                  <a:gd name="T81" fmla="*/ 91 h 172"/>
                  <a:gd name="T82" fmla="*/ 31 w 152"/>
                  <a:gd name="T83" fmla="*/ 75 h 172"/>
                  <a:gd name="T84" fmla="*/ 37 w 152"/>
                  <a:gd name="T85" fmla="*/ 47 h 172"/>
                  <a:gd name="T86" fmla="*/ 42 w 152"/>
                  <a:gd name="T87" fmla="*/ 29 h 172"/>
                  <a:gd name="T88" fmla="*/ 61 w 152"/>
                  <a:gd name="T89" fmla="*/ 19 h 172"/>
                  <a:gd name="T90" fmla="*/ 79 w 152"/>
                  <a:gd name="T91" fmla="*/ 9 h 172"/>
                  <a:gd name="T92" fmla="*/ 93 w 152"/>
                  <a:gd name="T93" fmla="*/ 7 h 172"/>
                  <a:gd name="T94" fmla="*/ 104 w 152"/>
                  <a:gd name="T95" fmla="*/ 2 h 172"/>
                  <a:gd name="T96" fmla="*/ 119 w 152"/>
                  <a:gd name="T97" fmla="*/ 3 h 172"/>
                  <a:gd name="T98" fmla="*/ 132 w 152"/>
                  <a:gd name="T99" fmla="*/ 2 h 172"/>
                  <a:gd name="T100" fmla="*/ 129 w 152"/>
                  <a:gd name="T101" fmla="*/ 14 h 172"/>
                  <a:gd name="T102" fmla="*/ 112 w 152"/>
                  <a:gd name="T103" fmla="*/ 34 h 172"/>
                  <a:gd name="T104" fmla="*/ 123 w 152"/>
                  <a:gd name="T105" fmla="*/ 33 h 172"/>
                  <a:gd name="T106" fmla="*/ 150 w 152"/>
                  <a:gd name="T107" fmla="*/ 42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52" h="172">
                    <a:moveTo>
                      <a:pt x="151" y="50"/>
                    </a:moveTo>
                    <a:cubicBezTo>
                      <a:pt x="151" y="53"/>
                      <a:pt x="150" y="56"/>
                      <a:pt x="149" y="60"/>
                    </a:cubicBezTo>
                    <a:cubicBezTo>
                      <a:pt x="149" y="60"/>
                      <a:pt x="149" y="61"/>
                      <a:pt x="149" y="61"/>
                    </a:cubicBezTo>
                    <a:cubicBezTo>
                      <a:pt x="148" y="62"/>
                      <a:pt x="148" y="62"/>
                      <a:pt x="148" y="63"/>
                    </a:cubicBezTo>
                    <a:cubicBezTo>
                      <a:pt x="147" y="64"/>
                      <a:pt x="147" y="65"/>
                      <a:pt x="146" y="66"/>
                    </a:cubicBezTo>
                    <a:cubicBezTo>
                      <a:pt x="145" y="67"/>
                      <a:pt x="141" y="70"/>
                      <a:pt x="139" y="70"/>
                    </a:cubicBezTo>
                    <a:cubicBezTo>
                      <a:pt x="139" y="70"/>
                      <a:pt x="138" y="71"/>
                      <a:pt x="138" y="71"/>
                    </a:cubicBezTo>
                    <a:cubicBezTo>
                      <a:pt x="136" y="71"/>
                      <a:pt x="134" y="71"/>
                      <a:pt x="132" y="72"/>
                    </a:cubicBezTo>
                    <a:cubicBezTo>
                      <a:pt x="130" y="72"/>
                      <a:pt x="129" y="72"/>
                      <a:pt x="128" y="72"/>
                    </a:cubicBezTo>
                    <a:cubicBezTo>
                      <a:pt x="127" y="73"/>
                      <a:pt x="125" y="73"/>
                      <a:pt x="124" y="74"/>
                    </a:cubicBezTo>
                    <a:cubicBezTo>
                      <a:pt x="123" y="75"/>
                      <a:pt x="122" y="76"/>
                      <a:pt x="121" y="77"/>
                    </a:cubicBezTo>
                    <a:cubicBezTo>
                      <a:pt x="120" y="77"/>
                      <a:pt x="120" y="77"/>
                      <a:pt x="120" y="78"/>
                    </a:cubicBezTo>
                    <a:cubicBezTo>
                      <a:pt x="119" y="79"/>
                      <a:pt x="116" y="80"/>
                      <a:pt x="117" y="83"/>
                    </a:cubicBezTo>
                    <a:cubicBezTo>
                      <a:pt x="118" y="83"/>
                      <a:pt x="118" y="83"/>
                      <a:pt x="118" y="84"/>
                    </a:cubicBezTo>
                    <a:cubicBezTo>
                      <a:pt x="119" y="84"/>
                      <a:pt x="120" y="85"/>
                      <a:pt x="121" y="85"/>
                    </a:cubicBezTo>
                    <a:cubicBezTo>
                      <a:pt x="121" y="85"/>
                      <a:pt x="121" y="85"/>
                      <a:pt x="122" y="86"/>
                    </a:cubicBezTo>
                    <a:cubicBezTo>
                      <a:pt x="123" y="86"/>
                      <a:pt x="125" y="87"/>
                      <a:pt x="128" y="89"/>
                    </a:cubicBezTo>
                    <a:cubicBezTo>
                      <a:pt x="129" y="90"/>
                      <a:pt x="129" y="91"/>
                      <a:pt x="130" y="91"/>
                    </a:cubicBezTo>
                    <a:cubicBezTo>
                      <a:pt x="130" y="92"/>
                      <a:pt x="130" y="93"/>
                      <a:pt x="131" y="95"/>
                    </a:cubicBezTo>
                    <a:cubicBezTo>
                      <a:pt x="131" y="98"/>
                      <a:pt x="131" y="102"/>
                      <a:pt x="131" y="106"/>
                    </a:cubicBezTo>
                    <a:cubicBezTo>
                      <a:pt x="130" y="106"/>
                      <a:pt x="130" y="106"/>
                      <a:pt x="130" y="107"/>
                    </a:cubicBezTo>
                    <a:cubicBezTo>
                      <a:pt x="130" y="107"/>
                      <a:pt x="130" y="108"/>
                      <a:pt x="130" y="109"/>
                    </a:cubicBezTo>
                    <a:cubicBezTo>
                      <a:pt x="129" y="110"/>
                      <a:pt x="128" y="111"/>
                      <a:pt x="127" y="113"/>
                    </a:cubicBezTo>
                    <a:cubicBezTo>
                      <a:pt x="126" y="114"/>
                      <a:pt x="125" y="116"/>
                      <a:pt x="124" y="118"/>
                    </a:cubicBezTo>
                    <a:cubicBezTo>
                      <a:pt x="124" y="118"/>
                      <a:pt x="123" y="118"/>
                      <a:pt x="123" y="119"/>
                    </a:cubicBezTo>
                    <a:cubicBezTo>
                      <a:pt x="124" y="120"/>
                      <a:pt x="126" y="119"/>
                      <a:pt x="128" y="120"/>
                    </a:cubicBezTo>
                    <a:cubicBezTo>
                      <a:pt x="128" y="120"/>
                      <a:pt x="129" y="120"/>
                      <a:pt x="130" y="120"/>
                    </a:cubicBezTo>
                    <a:cubicBezTo>
                      <a:pt x="131" y="121"/>
                      <a:pt x="132" y="121"/>
                      <a:pt x="132" y="121"/>
                    </a:cubicBezTo>
                    <a:cubicBezTo>
                      <a:pt x="134" y="122"/>
                      <a:pt x="133" y="122"/>
                      <a:pt x="134" y="122"/>
                    </a:cubicBezTo>
                    <a:cubicBezTo>
                      <a:pt x="135" y="123"/>
                      <a:pt x="135" y="123"/>
                      <a:pt x="136" y="123"/>
                    </a:cubicBezTo>
                    <a:cubicBezTo>
                      <a:pt x="136" y="124"/>
                      <a:pt x="137" y="124"/>
                      <a:pt x="138" y="124"/>
                    </a:cubicBezTo>
                    <a:cubicBezTo>
                      <a:pt x="138" y="125"/>
                      <a:pt x="139" y="126"/>
                      <a:pt x="139" y="127"/>
                    </a:cubicBezTo>
                    <a:cubicBezTo>
                      <a:pt x="139" y="127"/>
                      <a:pt x="140" y="128"/>
                      <a:pt x="140" y="129"/>
                    </a:cubicBezTo>
                    <a:cubicBezTo>
                      <a:pt x="140" y="130"/>
                      <a:pt x="140" y="130"/>
                      <a:pt x="141" y="131"/>
                    </a:cubicBezTo>
                    <a:cubicBezTo>
                      <a:pt x="140" y="132"/>
                      <a:pt x="140" y="133"/>
                      <a:pt x="140" y="134"/>
                    </a:cubicBezTo>
                    <a:cubicBezTo>
                      <a:pt x="140" y="135"/>
                      <a:pt x="140" y="136"/>
                      <a:pt x="140" y="137"/>
                    </a:cubicBezTo>
                    <a:cubicBezTo>
                      <a:pt x="140" y="138"/>
                      <a:pt x="140" y="139"/>
                      <a:pt x="141" y="139"/>
                    </a:cubicBezTo>
                    <a:cubicBezTo>
                      <a:pt x="141" y="140"/>
                      <a:pt x="141" y="141"/>
                      <a:pt x="141" y="142"/>
                    </a:cubicBezTo>
                    <a:cubicBezTo>
                      <a:pt x="141" y="143"/>
                      <a:pt x="141" y="144"/>
                      <a:pt x="142" y="146"/>
                    </a:cubicBezTo>
                    <a:cubicBezTo>
                      <a:pt x="142" y="146"/>
                      <a:pt x="142" y="149"/>
                      <a:pt x="141" y="150"/>
                    </a:cubicBezTo>
                    <a:cubicBezTo>
                      <a:pt x="141" y="151"/>
                      <a:pt x="141" y="152"/>
                      <a:pt x="140" y="153"/>
                    </a:cubicBezTo>
                    <a:cubicBezTo>
                      <a:pt x="140" y="154"/>
                      <a:pt x="139" y="154"/>
                      <a:pt x="139" y="155"/>
                    </a:cubicBezTo>
                    <a:cubicBezTo>
                      <a:pt x="139" y="155"/>
                      <a:pt x="139" y="156"/>
                      <a:pt x="139" y="156"/>
                    </a:cubicBezTo>
                    <a:cubicBezTo>
                      <a:pt x="138" y="157"/>
                      <a:pt x="138" y="158"/>
                      <a:pt x="138" y="159"/>
                    </a:cubicBezTo>
                    <a:cubicBezTo>
                      <a:pt x="137" y="159"/>
                      <a:pt x="135" y="160"/>
                      <a:pt x="135" y="160"/>
                    </a:cubicBezTo>
                    <a:cubicBezTo>
                      <a:pt x="134" y="160"/>
                      <a:pt x="133" y="159"/>
                      <a:pt x="132" y="159"/>
                    </a:cubicBezTo>
                    <a:cubicBezTo>
                      <a:pt x="129" y="158"/>
                      <a:pt x="128" y="156"/>
                      <a:pt x="127" y="155"/>
                    </a:cubicBezTo>
                    <a:cubicBezTo>
                      <a:pt x="124" y="153"/>
                      <a:pt x="121" y="150"/>
                      <a:pt x="119" y="149"/>
                    </a:cubicBezTo>
                    <a:cubicBezTo>
                      <a:pt x="119" y="149"/>
                      <a:pt x="118" y="149"/>
                      <a:pt x="118" y="148"/>
                    </a:cubicBezTo>
                    <a:cubicBezTo>
                      <a:pt x="117" y="148"/>
                      <a:pt x="115" y="148"/>
                      <a:pt x="114" y="147"/>
                    </a:cubicBezTo>
                    <a:cubicBezTo>
                      <a:pt x="111" y="146"/>
                      <a:pt x="111" y="145"/>
                      <a:pt x="109" y="144"/>
                    </a:cubicBezTo>
                    <a:cubicBezTo>
                      <a:pt x="106" y="142"/>
                      <a:pt x="106" y="141"/>
                      <a:pt x="103" y="139"/>
                    </a:cubicBezTo>
                    <a:cubicBezTo>
                      <a:pt x="103" y="139"/>
                      <a:pt x="102" y="138"/>
                      <a:pt x="101" y="138"/>
                    </a:cubicBezTo>
                    <a:cubicBezTo>
                      <a:pt x="100" y="137"/>
                      <a:pt x="95" y="136"/>
                      <a:pt x="94" y="136"/>
                    </a:cubicBezTo>
                    <a:cubicBezTo>
                      <a:pt x="93" y="137"/>
                      <a:pt x="89" y="136"/>
                      <a:pt x="88" y="137"/>
                    </a:cubicBezTo>
                    <a:cubicBezTo>
                      <a:pt x="86" y="137"/>
                      <a:pt x="85" y="138"/>
                      <a:pt x="84" y="138"/>
                    </a:cubicBezTo>
                    <a:cubicBezTo>
                      <a:pt x="83" y="138"/>
                      <a:pt x="82" y="139"/>
                      <a:pt x="82" y="139"/>
                    </a:cubicBezTo>
                    <a:cubicBezTo>
                      <a:pt x="80" y="140"/>
                      <a:pt x="81" y="140"/>
                      <a:pt x="79" y="140"/>
                    </a:cubicBezTo>
                    <a:cubicBezTo>
                      <a:pt x="78" y="140"/>
                      <a:pt x="77" y="139"/>
                      <a:pt x="77" y="139"/>
                    </a:cubicBezTo>
                    <a:cubicBezTo>
                      <a:pt x="73" y="137"/>
                      <a:pt x="74" y="135"/>
                      <a:pt x="73" y="134"/>
                    </a:cubicBezTo>
                    <a:cubicBezTo>
                      <a:pt x="73" y="130"/>
                      <a:pt x="76" y="129"/>
                      <a:pt x="78" y="127"/>
                    </a:cubicBezTo>
                    <a:cubicBezTo>
                      <a:pt x="77" y="126"/>
                      <a:pt x="76" y="126"/>
                      <a:pt x="76" y="125"/>
                    </a:cubicBezTo>
                    <a:cubicBezTo>
                      <a:pt x="75" y="125"/>
                      <a:pt x="75" y="125"/>
                      <a:pt x="74" y="125"/>
                    </a:cubicBezTo>
                    <a:cubicBezTo>
                      <a:pt x="74" y="124"/>
                      <a:pt x="69" y="123"/>
                      <a:pt x="69" y="123"/>
                    </a:cubicBezTo>
                    <a:cubicBezTo>
                      <a:pt x="69" y="122"/>
                      <a:pt x="69" y="121"/>
                      <a:pt x="69" y="121"/>
                    </a:cubicBezTo>
                    <a:cubicBezTo>
                      <a:pt x="69" y="120"/>
                      <a:pt x="69" y="119"/>
                      <a:pt x="69" y="118"/>
                    </a:cubicBezTo>
                    <a:cubicBezTo>
                      <a:pt x="71" y="115"/>
                      <a:pt x="75" y="114"/>
                      <a:pt x="77" y="112"/>
                    </a:cubicBezTo>
                    <a:cubicBezTo>
                      <a:pt x="78" y="111"/>
                      <a:pt x="83" y="110"/>
                      <a:pt x="83" y="110"/>
                    </a:cubicBezTo>
                    <a:cubicBezTo>
                      <a:pt x="85" y="110"/>
                      <a:pt x="85" y="110"/>
                      <a:pt x="86" y="110"/>
                    </a:cubicBezTo>
                    <a:cubicBezTo>
                      <a:pt x="86" y="110"/>
                      <a:pt x="87" y="110"/>
                      <a:pt x="88" y="110"/>
                    </a:cubicBezTo>
                    <a:cubicBezTo>
                      <a:pt x="89" y="110"/>
                      <a:pt x="91" y="110"/>
                      <a:pt x="92" y="110"/>
                    </a:cubicBezTo>
                    <a:cubicBezTo>
                      <a:pt x="92" y="110"/>
                      <a:pt x="92" y="110"/>
                      <a:pt x="93" y="110"/>
                    </a:cubicBezTo>
                    <a:cubicBezTo>
                      <a:pt x="93" y="110"/>
                      <a:pt x="94" y="110"/>
                      <a:pt x="95" y="110"/>
                    </a:cubicBezTo>
                    <a:cubicBezTo>
                      <a:pt x="95" y="110"/>
                      <a:pt x="96" y="110"/>
                      <a:pt x="96" y="110"/>
                    </a:cubicBezTo>
                    <a:cubicBezTo>
                      <a:pt x="96" y="110"/>
                      <a:pt x="97" y="109"/>
                      <a:pt x="98" y="109"/>
                    </a:cubicBezTo>
                    <a:cubicBezTo>
                      <a:pt x="99" y="108"/>
                      <a:pt x="100" y="107"/>
                      <a:pt x="101" y="107"/>
                    </a:cubicBezTo>
                    <a:cubicBezTo>
                      <a:pt x="102" y="106"/>
                      <a:pt x="102" y="106"/>
                      <a:pt x="103" y="106"/>
                    </a:cubicBezTo>
                    <a:cubicBezTo>
                      <a:pt x="104" y="106"/>
                      <a:pt x="105" y="106"/>
                      <a:pt x="105" y="106"/>
                    </a:cubicBezTo>
                    <a:cubicBezTo>
                      <a:pt x="105" y="106"/>
                      <a:pt x="105" y="106"/>
                      <a:pt x="106" y="106"/>
                    </a:cubicBezTo>
                    <a:cubicBezTo>
                      <a:pt x="106" y="106"/>
                      <a:pt x="107" y="106"/>
                      <a:pt x="107" y="106"/>
                    </a:cubicBezTo>
                    <a:cubicBezTo>
                      <a:pt x="108" y="105"/>
                      <a:pt x="109" y="105"/>
                      <a:pt x="109" y="104"/>
                    </a:cubicBezTo>
                    <a:cubicBezTo>
                      <a:pt x="109" y="104"/>
                      <a:pt x="110" y="103"/>
                      <a:pt x="110" y="102"/>
                    </a:cubicBezTo>
                    <a:cubicBezTo>
                      <a:pt x="110" y="102"/>
                      <a:pt x="110" y="101"/>
                      <a:pt x="110" y="100"/>
                    </a:cubicBezTo>
                    <a:cubicBezTo>
                      <a:pt x="110" y="100"/>
                      <a:pt x="110" y="100"/>
                      <a:pt x="110" y="100"/>
                    </a:cubicBezTo>
                    <a:cubicBezTo>
                      <a:pt x="110" y="99"/>
                      <a:pt x="109" y="99"/>
                      <a:pt x="109" y="98"/>
                    </a:cubicBezTo>
                    <a:cubicBezTo>
                      <a:pt x="108" y="98"/>
                      <a:pt x="107" y="97"/>
                      <a:pt x="107" y="97"/>
                    </a:cubicBezTo>
                    <a:cubicBezTo>
                      <a:pt x="106" y="97"/>
                      <a:pt x="106" y="97"/>
                      <a:pt x="105" y="97"/>
                    </a:cubicBezTo>
                    <a:cubicBezTo>
                      <a:pt x="105" y="97"/>
                      <a:pt x="103" y="97"/>
                      <a:pt x="103" y="97"/>
                    </a:cubicBezTo>
                    <a:cubicBezTo>
                      <a:pt x="102" y="98"/>
                      <a:pt x="102" y="99"/>
                      <a:pt x="101" y="99"/>
                    </a:cubicBezTo>
                    <a:cubicBezTo>
                      <a:pt x="99" y="99"/>
                      <a:pt x="99" y="100"/>
                      <a:pt x="98" y="100"/>
                    </a:cubicBezTo>
                    <a:cubicBezTo>
                      <a:pt x="97" y="100"/>
                      <a:pt x="96" y="100"/>
                      <a:pt x="96" y="100"/>
                    </a:cubicBezTo>
                    <a:cubicBezTo>
                      <a:pt x="95" y="101"/>
                      <a:pt x="94" y="101"/>
                      <a:pt x="94" y="102"/>
                    </a:cubicBezTo>
                    <a:cubicBezTo>
                      <a:pt x="94" y="102"/>
                      <a:pt x="94" y="102"/>
                      <a:pt x="94" y="102"/>
                    </a:cubicBezTo>
                    <a:cubicBezTo>
                      <a:pt x="93" y="103"/>
                      <a:pt x="92" y="104"/>
                      <a:pt x="92" y="105"/>
                    </a:cubicBezTo>
                    <a:cubicBezTo>
                      <a:pt x="91" y="106"/>
                      <a:pt x="90" y="106"/>
                      <a:pt x="89" y="107"/>
                    </a:cubicBezTo>
                    <a:cubicBezTo>
                      <a:pt x="88" y="107"/>
                      <a:pt x="87" y="107"/>
                      <a:pt x="86" y="108"/>
                    </a:cubicBezTo>
                    <a:cubicBezTo>
                      <a:pt x="84" y="108"/>
                      <a:pt x="82" y="108"/>
                      <a:pt x="80" y="108"/>
                    </a:cubicBezTo>
                    <a:cubicBezTo>
                      <a:pt x="79" y="107"/>
                      <a:pt x="79" y="107"/>
                      <a:pt x="78" y="107"/>
                    </a:cubicBezTo>
                    <a:cubicBezTo>
                      <a:pt x="77" y="106"/>
                      <a:pt x="76" y="105"/>
                      <a:pt x="76" y="103"/>
                    </a:cubicBezTo>
                    <a:cubicBezTo>
                      <a:pt x="75" y="102"/>
                      <a:pt x="75" y="101"/>
                      <a:pt x="75" y="100"/>
                    </a:cubicBezTo>
                    <a:cubicBezTo>
                      <a:pt x="75" y="100"/>
                      <a:pt x="76" y="96"/>
                      <a:pt x="76" y="95"/>
                    </a:cubicBezTo>
                    <a:cubicBezTo>
                      <a:pt x="78" y="92"/>
                      <a:pt x="79" y="91"/>
                      <a:pt x="81" y="89"/>
                    </a:cubicBezTo>
                    <a:cubicBezTo>
                      <a:pt x="84" y="85"/>
                      <a:pt x="87" y="80"/>
                      <a:pt x="90" y="77"/>
                    </a:cubicBezTo>
                    <a:cubicBezTo>
                      <a:pt x="90" y="77"/>
                      <a:pt x="91" y="77"/>
                      <a:pt x="91" y="77"/>
                    </a:cubicBezTo>
                    <a:cubicBezTo>
                      <a:pt x="92" y="76"/>
                      <a:pt x="92" y="76"/>
                      <a:pt x="93" y="75"/>
                    </a:cubicBezTo>
                    <a:cubicBezTo>
                      <a:pt x="94" y="75"/>
                      <a:pt x="95" y="75"/>
                      <a:pt x="96" y="74"/>
                    </a:cubicBezTo>
                    <a:cubicBezTo>
                      <a:pt x="97" y="73"/>
                      <a:pt x="99" y="73"/>
                      <a:pt x="100" y="72"/>
                    </a:cubicBezTo>
                    <a:cubicBezTo>
                      <a:pt x="100" y="72"/>
                      <a:pt x="100" y="72"/>
                      <a:pt x="100" y="72"/>
                    </a:cubicBezTo>
                    <a:cubicBezTo>
                      <a:pt x="103" y="69"/>
                      <a:pt x="105" y="66"/>
                      <a:pt x="108" y="62"/>
                    </a:cubicBezTo>
                    <a:cubicBezTo>
                      <a:pt x="108" y="62"/>
                      <a:pt x="109" y="62"/>
                      <a:pt x="109" y="62"/>
                    </a:cubicBezTo>
                    <a:cubicBezTo>
                      <a:pt x="110" y="61"/>
                      <a:pt x="111" y="61"/>
                      <a:pt x="112" y="61"/>
                    </a:cubicBezTo>
                    <a:cubicBezTo>
                      <a:pt x="112" y="61"/>
                      <a:pt x="114" y="61"/>
                      <a:pt x="116" y="61"/>
                    </a:cubicBezTo>
                    <a:cubicBezTo>
                      <a:pt x="117" y="61"/>
                      <a:pt x="118" y="61"/>
                      <a:pt x="120" y="61"/>
                    </a:cubicBezTo>
                    <a:cubicBezTo>
                      <a:pt x="120" y="61"/>
                      <a:pt x="122" y="61"/>
                      <a:pt x="123" y="60"/>
                    </a:cubicBezTo>
                    <a:cubicBezTo>
                      <a:pt x="123" y="60"/>
                      <a:pt x="124" y="59"/>
                      <a:pt x="124" y="59"/>
                    </a:cubicBezTo>
                    <a:cubicBezTo>
                      <a:pt x="124" y="58"/>
                      <a:pt x="123" y="57"/>
                      <a:pt x="124" y="57"/>
                    </a:cubicBezTo>
                    <a:cubicBezTo>
                      <a:pt x="123" y="56"/>
                      <a:pt x="123" y="55"/>
                      <a:pt x="123" y="55"/>
                    </a:cubicBezTo>
                    <a:cubicBezTo>
                      <a:pt x="122" y="55"/>
                      <a:pt x="120" y="55"/>
                      <a:pt x="119" y="55"/>
                    </a:cubicBezTo>
                    <a:cubicBezTo>
                      <a:pt x="119" y="54"/>
                      <a:pt x="119" y="54"/>
                      <a:pt x="119" y="54"/>
                    </a:cubicBezTo>
                    <a:cubicBezTo>
                      <a:pt x="116" y="54"/>
                      <a:pt x="110" y="54"/>
                      <a:pt x="110" y="55"/>
                    </a:cubicBezTo>
                    <a:cubicBezTo>
                      <a:pt x="107" y="55"/>
                      <a:pt x="102" y="57"/>
                      <a:pt x="101" y="58"/>
                    </a:cubicBezTo>
                    <a:cubicBezTo>
                      <a:pt x="99" y="58"/>
                      <a:pt x="97" y="62"/>
                      <a:pt x="96" y="62"/>
                    </a:cubicBezTo>
                    <a:cubicBezTo>
                      <a:pt x="95" y="63"/>
                      <a:pt x="94" y="64"/>
                      <a:pt x="93" y="65"/>
                    </a:cubicBezTo>
                    <a:cubicBezTo>
                      <a:pt x="93" y="66"/>
                      <a:pt x="92" y="66"/>
                      <a:pt x="92" y="67"/>
                    </a:cubicBezTo>
                    <a:cubicBezTo>
                      <a:pt x="92" y="67"/>
                      <a:pt x="92" y="67"/>
                      <a:pt x="92" y="67"/>
                    </a:cubicBezTo>
                    <a:cubicBezTo>
                      <a:pt x="91" y="68"/>
                      <a:pt x="90" y="69"/>
                      <a:pt x="90" y="70"/>
                    </a:cubicBezTo>
                    <a:cubicBezTo>
                      <a:pt x="90" y="70"/>
                      <a:pt x="89" y="70"/>
                      <a:pt x="89" y="70"/>
                    </a:cubicBezTo>
                    <a:cubicBezTo>
                      <a:pt x="89" y="70"/>
                      <a:pt x="89" y="70"/>
                      <a:pt x="89" y="71"/>
                    </a:cubicBezTo>
                    <a:cubicBezTo>
                      <a:pt x="89" y="71"/>
                      <a:pt x="89" y="71"/>
                      <a:pt x="89" y="71"/>
                    </a:cubicBezTo>
                    <a:cubicBezTo>
                      <a:pt x="88" y="71"/>
                      <a:pt x="88" y="71"/>
                      <a:pt x="88" y="72"/>
                    </a:cubicBezTo>
                    <a:cubicBezTo>
                      <a:pt x="86" y="74"/>
                      <a:pt x="84" y="76"/>
                      <a:pt x="82" y="78"/>
                    </a:cubicBezTo>
                    <a:cubicBezTo>
                      <a:pt x="81" y="79"/>
                      <a:pt x="80" y="79"/>
                      <a:pt x="79" y="80"/>
                    </a:cubicBezTo>
                    <a:cubicBezTo>
                      <a:pt x="78" y="80"/>
                      <a:pt x="78" y="80"/>
                      <a:pt x="77" y="81"/>
                    </a:cubicBezTo>
                    <a:cubicBezTo>
                      <a:pt x="74" y="81"/>
                      <a:pt x="72" y="79"/>
                      <a:pt x="71" y="79"/>
                    </a:cubicBezTo>
                    <a:cubicBezTo>
                      <a:pt x="71" y="78"/>
                      <a:pt x="70" y="78"/>
                      <a:pt x="70" y="78"/>
                    </a:cubicBezTo>
                    <a:cubicBezTo>
                      <a:pt x="70" y="77"/>
                      <a:pt x="69" y="77"/>
                      <a:pt x="69" y="76"/>
                    </a:cubicBezTo>
                    <a:cubicBezTo>
                      <a:pt x="69" y="76"/>
                      <a:pt x="69" y="75"/>
                      <a:pt x="68" y="75"/>
                    </a:cubicBezTo>
                    <a:cubicBezTo>
                      <a:pt x="68" y="74"/>
                      <a:pt x="67" y="72"/>
                      <a:pt x="67" y="71"/>
                    </a:cubicBezTo>
                    <a:cubicBezTo>
                      <a:pt x="67" y="70"/>
                      <a:pt x="67" y="66"/>
                      <a:pt x="68" y="65"/>
                    </a:cubicBezTo>
                    <a:cubicBezTo>
                      <a:pt x="68" y="64"/>
                      <a:pt x="69" y="63"/>
                      <a:pt x="69" y="63"/>
                    </a:cubicBezTo>
                    <a:cubicBezTo>
                      <a:pt x="69" y="62"/>
                      <a:pt x="70" y="62"/>
                      <a:pt x="70" y="61"/>
                    </a:cubicBezTo>
                    <a:cubicBezTo>
                      <a:pt x="70" y="61"/>
                      <a:pt x="71" y="61"/>
                      <a:pt x="71" y="60"/>
                    </a:cubicBezTo>
                    <a:cubicBezTo>
                      <a:pt x="71" y="60"/>
                      <a:pt x="72" y="60"/>
                      <a:pt x="72" y="60"/>
                    </a:cubicBezTo>
                    <a:cubicBezTo>
                      <a:pt x="72" y="59"/>
                      <a:pt x="73" y="59"/>
                      <a:pt x="73" y="58"/>
                    </a:cubicBezTo>
                    <a:cubicBezTo>
                      <a:pt x="74" y="57"/>
                      <a:pt x="75" y="57"/>
                      <a:pt x="76" y="55"/>
                    </a:cubicBezTo>
                    <a:cubicBezTo>
                      <a:pt x="76" y="54"/>
                      <a:pt x="78" y="54"/>
                      <a:pt x="79" y="52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81" y="49"/>
                      <a:pt x="82" y="47"/>
                      <a:pt x="84" y="45"/>
                    </a:cubicBezTo>
                    <a:cubicBezTo>
                      <a:pt x="85" y="43"/>
                      <a:pt x="87" y="39"/>
                      <a:pt x="87" y="38"/>
                    </a:cubicBezTo>
                    <a:cubicBezTo>
                      <a:pt x="88" y="37"/>
                      <a:pt x="88" y="37"/>
                      <a:pt x="88" y="36"/>
                    </a:cubicBezTo>
                    <a:cubicBezTo>
                      <a:pt x="88" y="34"/>
                      <a:pt x="91" y="33"/>
                      <a:pt x="92" y="33"/>
                    </a:cubicBezTo>
                    <a:cubicBezTo>
                      <a:pt x="93" y="32"/>
                      <a:pt x="93" y="31"/>
                      <a:pt x="94" y="30"/>
                    </a:cubicBezTo>
                    <a:cubicBezTo>
                      <a:pt x="94" y="30"/>
                      <a:pt x="94" y="30"/>
                      <a:pt x="94" y="30"/>
                    </a:cubicBezTo>
                    <a:cubicBezTo>
                      <a:pt x="97" y="27"/>
                      <a:pt x="95" y="29"/>
                      <a:pt x="94" y="27"/>
                    </a:cubicBezTo>
                    <a:cubicBezTo>
                      <a:pt x="94" y="26"/>
                      <a:pt x="91" y="27"/>
                      <a:pt x="91" y="27"/>
                    </a:cubicBezTo>
                    <a:cubicBezTo>
                      <a:pt x="90" y="28"/>
                      <a:pt x="88" y="27"/>
                      <a:pt x="87" y="28"/>
                    </a:cubicBezTo>
                    <a:cubicBezTo>
                      <a:pt x="86" y="28"/>
                      <a:pt x="87" y="28"/>
                      <a:pt x="86" y="29"/>
                    </a:cubicBezTo>
                    <a:cubicBezTo>
                      <a:pt x="85" y="29"/>
                      <a:pt x="84" y="29"/>
                      <a:pt x="84" y="29"/>
                    </a:cubicBezTo>
                    <a:cubicBezTo>
                      <a:pt x="83" y="29"/>
                      <a:pt x="83" y="30"/>
                      <a:pt x="83" y="30"/>
                    </a:cubicBezTo>
                    <a:cubicBezTo>
                      <a:pt x="82" y="30"/>
                      <a:pt x="82" y="30"/>
                      <a:pt x="81" y="30"/>
                    </a:cubicBezTo>
                    <a:cubicBezTo>
                      <a:pt x="80" y="30"/>
                      <a:pt x="80" y="31"/>
                      <a:pt x="80" y="31"/>
                    </a:cubicBezTo>
                    <a:cubicBezTo>
                      <a:pt x="78" y="31"/>
                      <a:pt x="77" y="32"/>
                      <a:pt x="76" y="32"/>
                    </a:cubicBezTo>
                    <a:cubicBezTo>
                      <a:pt x="75" y="32"/>
                      <a:pt x="75" y="33"/>
                      <a:pt x="75" y="33"/>
                    </a:cubicBezTo>
                    <a:cubicBezTo>
                      <a:pt x="73" y="33"/>
                      <a:pt x="72" y="34"/>
                      <a:pt x="72" y="35"/>
                    </a:cubicBezTo>
                    <a:cubicBezTo>
                      <a:pt x="69" y="35"/>
                      <a:pt x="69" y="36"/>
                      <a:pt x="66" y="37"/>
                    </a:cubicBezTo>
                    <a:cubicBezTo>
                      <a:pt x="65" y="38"/>
                      <a:pt x="65" y="38"/>
                      <a:pt x="64" y="38"/>
                    </a:cubicBezTo>
                    <a:cubicBezTo>
                      <a:pt x="63" y="38"/>
                      <a:pt x="60" y="38"/>
                      <a:pt x="59" y="37"/>
                    </a:cubicBezTo>
                    <a:cubicBezTo>
                      <a:pt x="59" y="38"/>
                      <a:pt x="58" y="40"/>
                      <a:pt x="58" y="41"/>
                    </a:cubicBezTo>
                    <a:cubicBezTo>
                      <a:pt x="58" y="43"/>
                      <a:pt x="57" y="45"/>
                      <a:pt x="57" y="47"/>
                    </a:cubicBezTo>
                    <a:cubicBezTo>
                      <a:pt x="57" y="48"/>
                      <a:pt x="56" y="49"/>
                      <a:pt x="56" y="50"/>
                    </a:cubicBezTo>
                    <a:cubicBezTo>
                      <a:pt x="55" y="51"/>
                      <a:pt x="55" y="53"/>
                      <a:pt x="55" y="54"/>
                    </a:cubicBezTo>
                    <a:cubicBezTo>
                      <a:pt x="54" y="55"/>
                      <a:pt x="54" y="56"/>
                      <a:pt x="54" y="58"/>
                    </a:cubicBezTo>
                    <a:cubicBezTo>
                      <a:pt x="54" y="58"/>
                      <a:pt x="53" y="59"/>
                      <a:pt x="53" y="59"/>
                    </a:cubicBezTo>
                    <a:cubicBezTo>
                      <a:pt x="53" y="59"/>
                      <a:pt x="53" y="60"/>
                      <a:pt x="53" y="61"/>
                    </a:cubicBezTo>
                    <a:cubicBezTo>
                      <a:pt x="52" y="62"/>
                      <a:pt x="51" y="64"/>
                      <a:pt x="51" y="66"/>
                    </a:cubicBezTo>
                    <a:cubicBezTo>
                      <a:pt x="51" y="67"/>
                      <a:pt x="50" y="68"/>
                      <a:pt x="50" y="69"/>
                    </a:cubicBezTo>
                    <a:cubicBezTo>
                      <a:pt x="50" y="70"/>
                      <a:pt x="50" y="70"/>
                      <a:pt x="50" y="70"/>
                    </a:cubicBezTo>
                    <a:cubicBezTo>
                      <a:pt x="49" y="71"/>
                      <a:pt x="49" y="72"/>
                      <a:pt x="49" y="73"/>
                    </a:cubicBezTo>
                    <a:cubicBezTo>
                      <a:pt x="49" y="74"/>
                      <a:pt x="49" y="75"/>
                      <a:pt x="49" y="76"/>
                    </a:cubicBezTo>
                    <a:cubicBezTo>
                      <a:pt x="48" y="76"/>
                      <a:pt x="48" y="77"/>
                      <a:pt x="48" y="78"/>
                    </a:cubicBezTo>
                    <a:cubicBezTo>
                      <a:pt x="47" y="80"/>
                      <a:pt x="46" y="81"/>
                      <a:pt x="46" y="83"/>
                    </a:cubicBezTo>
                    <a:cubicBezTo>
                      <a:pt x="46" y="83"/>
                      <a:pt x="46" y="84"/>
                      <a:pt x="46" y="84"/>
                    </a:cubicBezTo>
                    <a:cubicBezTo>
                      <a:pt x="45" y="84"/>
                      <a:pt x="45" y="85"/>
                      <a:pt x="45" y="85"/>
                    </a:cubicBezTo>
                    <a:cubicBezTo>
                      <a:pt x="44" y="87"/>
                      <a:pt x="44" y="89"/>
                      <a:pt x="43" y="91"/>
                    </a:cubicBezTo>
                    <a:cubicBezTo>
                      <a:pt x="43" y="91"/>
                      <a:pt x="43" y="92"/>
                      <a:pt x="43" y="92"/>
                    </a:cubicBezTo>
                    <a:cubicBezTo>
                      <a:pt x="43" y="93"/>
                      <a:pt x="43" y="94"/>
                      <a:pt x="42" y="95"/>
                    </a:cubicBezTo>
                    <a:cubicBezTo>
                      <a:pt x="42" y="95"/>
                      <a:pt x="42" y="95"/>
                      <a:pt x="42" y="96"/>
                    </a:cubicBezTo>
                    <a:cubicBezTo>
                      <a:pt x="42" y="96"/>
                      <a:pt x="42" y="97"/>
                      <a:pt x="42" y="98"/>
                    </a:cubicBezTo>
                    <a:cubicBezTo>
                      <a:pt x="41" y="98"/>
                      <a:pt x="41" y="98"/>
                      <a:pt x="41" y="98"/>
                    </a:cubicBezTo>
                    <a:cubicBezTo>
                      <a:pt x="41" y="99"/>
                      <a:pt x="41" y="100"/>
                      <a:pt x="41" y="101"/>
                    </a:cubicBezTo>
                    <a:cubicBezTo>
                      <a:pt x="40" y="102"/>
                      <a:pt x="40" y="102"/>
                      <a:pt x="40" y="102"/>
                    </a:cubicBezTo>
                    <a:cubicBezTo>
                      <a:pt x="40" y="103"/>
                      <a:pt x="40" y="103"/>
                      <a:pt x="40" y="104"/>
                    </a:cubicBezTo>
                    <a:cubicBezTo>
                      <a:pt x="40" y="104"/>
                      <a:pt x="39" y="104"/>
                      <a:pt x="39" y="104"/>
                    </a:cubicBezTo>
                    <a:cubicBezTo>
                      <a:pt x="39" y="105"/>
                      <a:pt x="39" y="106"/>
                      <a:pt x="38" y="108"/>
                    </a:cubicBezTo>
                    <a:cubicBezTo>
                      <a:pt x="38" y="108"/>
                      <a:pt x="38" y="110"/>
                      <a:pt x="38" y="111"/>
                    </a:cubicBezTo>
                    <a:cubicBezTo>
                      <a:pt x="37" y="111"/>
                      <a:pt x="37" y="113"/>
                      <a:pt x="37" y="114"/>
                    </a:cubicBezTo>
                    <a:cubicBezTo>
                      <a:pt x="36" y="115"/>
                      <a:pt x="36" y="115"/>
                      <a:pt x="36" y="117"/>
                    </a:cubicBezTo>
                    <a:cubicBezTo>
                      <a:pt x="35" y="117"/>
                      <a:pt x="35" y="118"/>
                      <a:pt x="35" y="119"/>
                    </a:cubicBezTo>
                    <a:cubicBezTo>
                      <a:pt x="35" y="120"/>
                      <a:pt x="34" y="121"/>
                      <a:pt x="34" y="121"/>
                    </a:cubicBezTo>
                    <a:cubicBezTo>
                      <a:pt x="34" y="122"/>
                      <a:pt x="34" y="122"/>
                      <a:pt x="34" y="122"/>
                    </a:cubicBezTo>
                    <a:cubicBezTo>
                      <a:pt x="34" y="122"/>
                      <a:pt x="34" y="123"/>
                      <a:pt x="34" y="123"/>
                    </a:cubicBezTo>
                    <a:cubicBezTo>
                      <a:pt x="33" y="123"/>
                      <a:pt x="33" y="124"/>
                      <a:pt x="33" y="124"/>
                    </a:cubicBezTo>
                    <a:cubicBezTo>
                      <a:pt x="33" y="125"/>
                      <a:pt x="32" y="127"/>
                      <a:pt x="32" y="128"/>
                    </a:cubicBezTo>
                    <a:cubicBezTo>
                      <a:pt x="31" y="129"/>
                      <a:pt x="31" y="130"/>
                      <a:pt x="31" y="130"/>
                    </a:cubicBezTo>
                    <a:cubicBezTo>
                      <a:pt x="30" y="131"/>
                      <a:pt x="30" y="131"/>
                      <a:pt x="30" y="131"/>
                    </a:cubicBezTo>
                    <a:cubicBezTo>
                      <a:pt x="29" y="133"/>
                      <a:pt x="28" y="136"/>
                      <a:pt x="28" y="138"/>
                    </a:cubicBezTo>
                    <a:cubicBezTo>
                      <a:pt x="25" y="143"/>
                      <a:pt x="26" y="145"/>
                      <a:pt x="23" y="149"/>
                    </a:cubicBezTo>
                    <a:cubicBezTo>
                      <a:pt x="23" y="150"/>
                      <a:pt x="21" y="153"/>
                      <a:pt x="21" y="154"/>
                    </a:cubicBezTo>
                    <a:cubicBezTo>
                      <a:pt x="21" y="154"/>
                      <a:pt x="21" y="154"/>
                      <a:pt x="21" y="154"/>
                    </a:cubicBezTo>
                    <a:cubicBezTo>
                      <a:pt x="20" y="156"/>
                      <a:pt x="19" y="157"/>
                      <a:pt x="18" y="158"/>
                    </a:cubicBezTo>
                    <a:cubicBezTo>
                      <a:pt x="17" y="158"/>
                      <a:pt x="17" y="159"/>
                      <a:pt x="16" y="160"/>
                    </a:cubicBezTo>
                    <a:cubicBezTo>
                      <a:pt x="16" y="160"/>
                      <a:pt x="16" y="161"/>
                      <a:pt x="16" y="161"/>
                    </a:cubicBezTo>
                    <a:cubicBezTo>
                      <a:pt x="15" y="161"/>
                      <a:pt x="15" y="161"/>
                      <a:pt x="15" y="162"/>
                    </a:cubicBezTo>
                    <a:cubicBezTo>
                      <a:pt x="15" y="162"/>
                      <a:pt x="15" y="162"/>
                      <a:pt x="15" y="162"/>
                    </a:cubicBezTo>
                    <a:cubicBezTo>
                      <a:pt x="14" y="164"/>
                      <a:pt x="13" y="165"/>
                      <a:pt x="12" y="167"/>
                    </a:cubicBezTo>
                    <a:cubicBezTo>
                      <a:pt x="11" y="167"/>
                      <a:pt x="11" y="168"/>
                      <a:pt x="10" y="168"/>
                    </a:cubicBezTo>
                    <a:cubicBezTo>
                      <a:pt x="9" y="169"/>
                      <a:pt x="9" y="169"/>
                      <a:pt x="9" y="170"/>
                    </a:cubicBezTo>
                    <a:cubicBezTo>
                      <a:pt x="8" y="170"/>
                      <a:pt x="7" y="171"/>
                      <a:pt x="6" y="172"/>
                    </a:cubicBezTo>
                    <a:cubicBezTo>
                      <a:pt x="5" y="171"/>
                      <a:pt x="5" y="172"/>
                      <a:pt x="4" y="171"/>
                    </a:cubicBezTo>
                    <a:cubicBezTo>
                      <a:pt x="2" y="170"/>
                      <a:pt x="1" y="167"/>
                      <a:pt x="1" y="165"/>
                    </a:cubicBezTo>
                    <a:cubicBezTo>
                      <a:pt x="1" y="165"/>
                      <a:pt x="0" y="164"/>
                      <a:pt x="0" y="164"/>
                    </a:cubicBezTo>
                    <a:cubicBezTo>
                      <a:pt x="0" y="162"/>
                      <a:pt x="0" y="161"/>
                      <a:pt x="0" y="160"/>
                    </a:cubicBezTo>
                    <a:cubicBezTo>
                      <a:pt x="0" y="159"/>
                      <a:pt x="1" y="159"/>
                      <a:pt x="1" y="157"/>
                    </a:cubicBezTo>
                    <a:cubicBezTo>
                      <a:pt x="2" y="157"/>
                      <a:pt x="2" y="155"/>
                      <a:pt x="3" y="155"/>
                    </a:cubicBezTo>
                    <a:cubicBezTo>
                      <a:pt x="4" y="153"/>
                      <a:pt x="5" y="150"/>
                      <a:pt x="7" y="149"/>
                    </a:cubicBezTo>
                    <a:cubicBezTo>
                      <a:pt x="8" y="146"/>
                      <a:pt x="10" y="142"/>
                      <a:pt x="11" y="139"/>
                    </a:cubicBezTo>
                    <a:cubicBezTo>
                      <a:pt x="11" y="139"/>
                      <a:pt x="11" y="138"/>
                      <a:pt x="11" y="138"/>
                    </a:cubicBezTo>
                    <a:cubicBezTo>
                      <a:pt x="12" y="136"/>
                      <a:pt x="12" y="135"/>
                      <a:pt x="12" y="134"/>
                    </a:cubicBezTo>
                    <a:cubicBezTo>
                      <a:pt x="13" y="132"/>
                      <a:pt x="13" y="131"/>
                      <a:pt x="14" y="129"/>
                    </a:cubicBezTo>
                    <a:cubicBezTo>
                      <a:pt x="14" y="127"/>
                      <a:pt x="15" y="125"/>
                      <a:pt x="15" y="125"/>
                    </a:cubicBezTo>
                    <a:cubicBezTo>
                      <a:pt x="15" y="124"/>
                      <a:pt x="16" y="123"/>
                      <a:pt x="16" y="123"/>
                    </a:cubicBezTo>
                    <a:cubicBezTo>
                      <a:pt x="16" y="122"/>
                      <a:pt x="16" y="122"/>
                      <a:pt x="16" y="122"/>
                    </a:cubicBezTo>
                    <a:cubicBezTo>
                      <a:pt x="17" y="121"/>
                      <a:pt x="17" y="120"/>
                      <a:pt x="18" y="119"/>
                    </a:cubicBezTo>
                    <a:cubicBezTo>
                      <a:pt x="18" y="118"/>
                      <a:pt x="18" y="116"/>
                      <a:pt x="19" y="115"/>
                    </a:cubicBezTo>
                    <a:cubicBezTo>
                      <a:pt x="19" y="114"/>
                      <a:pt x="19" y="114"/>
                      <a:pt x="19" y="113"/>
                    </a:cubicBezTo>
                    <a:cubicBezTo>
                      <a:pt x="20" y="113"/>
                      <a:pt x="20" y="113"/>
                      <a:pt x="20" y="112"/>
                    </a:cubicBezTo>
                    <a:cubicBezTo>
                      <a:pt x="20" y="111"/>
                      <a:pt x="21" y="110"/>
                      <a:pt x="21" y="110"/>
                    </a:cubicBezTo>
                    <a:cubicBezTo>
                      <a:pt x="21" y="108"/>
                      <a:pt x="22" y="106"/>
                      <a:pt x="23" y="105"/>
                    </a:cubicBezTo>
                    <a:cubicBezTo>
                      <a:pt x="23" y="104"/>
                      <a:pt x="24" y="102"/>
                      <a:pt x="24" y="101"/>
                    </a:cubicBezTo>
                    <a:cubicBezTo>
                      <a:pt x="24" y="101"/>
                      <a:pt x="24" y="100"/>
                      <a:pt x="25" y="99"/>
                    </a:cubicBezTo>
                    <a:cubicBezTo>
                      <a:pt x="25" y="99"/>
                      <a:pt x="25" y="98"/>
                      <a:pt x="25" y="98"/>
                    </a:cubicBezTo>
                    <a:cubicBezTo>
                      <a:pt x="25" y="97"/>
                      <a:pt x="26" y="96"/>
                      <a:pt x="26" y="95"/>
                    </a:cubicBezTo>
                    <a:cubicBezTo>
                      <a:pt x="26" y="95"/>
                      <a:pt x="26" y="95"/>
                      <a:pt x="26" y="95"/>
                    </a:cubicBezTo>
                    <a:cubicBezTo>
                      <a:pt x="26" y="94"/>
                      <a:pt x="26" y="93"/>
                      <a:pt x="26" y="93"/>
                    </a:cubicBezTo>
                    <a:cubicBezTo>
                      <a:pt x="27" y="92"/>
                      <a:pt x="27" y="92"/>
                      <a:pt x="27" y="91"/>
                    </a:cubicBezTo>
                    <a:cubicBezTo>
                      <a:pt x="27" y="88"/>
                      <a:pt x="28" y="86"/>
                      <a:pt x="28" y="84"/>
                    </a:cubicBezTo>
                    <a:cubicBezTo>
                      <a:pt x="28" y="83"/>
                      <a:pt x="29" y="83"/>
                      <a:pt x="29" y="83"/>
                    </a:cubicBezTo>
                    <a:cubicBezTo>
                      <a:pt x="29" y="82"/>
                      <a:pt x="29" y="81"/>
                      <a:pt x="29" y="80"/>
                    </a:cubicBezTo>
                    <a:cubicBezTo>
                      <a:pt x="30" y="79"/>
                      <a:pt x="30" y="79"/>
                      <a:pt x="30" y="78"/>
                    </a:cubicBezTo>
                    <a:cubicBezTo>
                      <a:pt x="30" y="77"/>
                      <a:pt x="30" y="77"/>
                      <a:pt x="30" y="76"/>
                    </a:cubicBezTo>
                    <a:cubicBezTo>
                      <a:pt x="31" y="76"/>
                      <a:pt x="31" y="76"/>
                      <a:pt x="31" y="75"/>
                    </a:cubicBezTo>
                    <a:cubicBezTo>
                      <a:pt x="32" y="73"/>
                      <a:pt x="32" y="72"/>
                      <a:pt x="33" y="70"/>
                    </a:cubicBezTo>
                    <a:cubicBezTo>
                      <a:pt x="33" y="70"/>
                      <a:pt x="33" y="70"/>
                      <a:pt x="33" y="69"/>
                    </a:cubicBezTo>
                    <a:cubicBezTo>
                      <a:pt x="33" y="68"/>
                      <a:pt x="34" y="66"/>
                      <a:pt x="35" y="65"/>
                    </a:cubicBezTo>
                    <a:cubicBezTo>
                      <a:pt x="35" y="63"/>
                      <a:pt x="35" y="62"/>
                      <a:pt x="35" y="61"/>
                    </a:cubicBezTo>
                    <a:cubicBezTo>
                      <a:pt x="35" y="58"/>
                      <a:pt x="36" y="56"/>
                      <a:pt x="36" y="53"/>
                    </a:cubicBezTo>
                    <a:cubicBezTo>
                      <a:pt x="36" y="50"/>
                      <a:pt x="36" y="48"/>
                      <a:pt x="37" y="47"/>
                    </a:cubicBezTo>
                    <a:cubicBezTo>
                      <a:pt x="37" y="44"/>
                      <a:pt x="37" y="41"/>
                      <a:pt x="38" y="39"/>
                    </a:cubicBezTo>
                    <a:cubicBezTo>
                      <a:pt x="38" y="38"/>
                      <a:pt x="38" y="38"/>
                      <a:pt x="39" y="37"/>
                    </a:cubicBezTo>
                    <a:cubicBezTo>
                      <a:pt x="39" y="36"/>
                      <a:pt x="39" y="36"/>
                      <a:pt x="39" y="36"/>
                    </a:cubicBezTo>
                    <a:cubicBezTo>
                      <a:pt x="39" y="35"/>
                      <a:pt x="39" y="34"/>
                      <a:pt x="40" y="34"/>
                    </a:cubicBezTo>
                    <a:cubicBezTo>
                      <a:pt x="40" y="33"/>
                      <a:pt x="40" y="33"/>
                      <a:pt x="41" y="33"/>
                    </a:cubicBezTo>
                    <a:cubicBezTo>
                      <a:pt x="41" y="31"/>
                      <a:pt x="42" y="30"/>
                      <a:pt x="42" y="29"/>
                    </a:cubicBezTo>
                    <a:cubicBezTo>
                      <a:pt x="42" y="29"/>
                      <a:pt x="42" y="29"/>
                      <a:pt x="43" y="28"/>
                    </a:cubicBezTo>
                    <a:cubicBezTo>
                      <a:pt x="44" y="27"/>
                      <a:pt x="44" y="26"/>
                      <a:pt x="46" y="25"/>
                    </a:cubicBezTo>
                    <a:cubicBezTo>
                      <a:pt x="46" y="24"/>
                      <a:pt x="49" y="24"/>
                      <a:pt x="49" y="23"/>
                    </a:cubicBezTo>
                    <a:cubicBezTo>
                      <a:pt x="51" y="23"/>
                      <a:pt x="55" y="24"/>
                      <a:pt x="55" y="24"/>
                    </a:cubicBezTo>
                    <a:cubicBezTo>
                      <a:pt x="55" y="23"/>
                      <a:pt x="57" y="22"/>
                      <a:pt x="57" y="21"/>
                    </a:cubicBezTo>
                    <a:cubicBezTo>
                      <a:pt x="59" y="19"/>
                      <a:pt x="59" y="20"/>
                      <a:pt x="61" y="19"/>
                    </a:cubicBezTo>
                    <a:cubicBezTo>
                      <a:pt x="61" y="19"/>
                      <a:pt x="62" y="19"/>
                      <a:pt x="62" y="19"/>
                    </a:cubicBezTo>
                    <a:cubicBezTo>
                      <a:pt x="62" y="18"/>
                      <a:pt x="62" y="18"/>
                      <a:pt x="62" y="18"/>
                    </a:cubicBezTo>
                    <a:cubicBezTo>
                      <a:pt x="63" y="17"/>
                      <a:pt x="66" y="16"/>
                      <a:pt x="67" y="16"/>
                    </a:cubicBezTo>
                    <a:cubicBezTo>
                      <a:pt x="68" y="15"/>
                      <a:pt x="69" y="14"/>
                      <a:pt x="70" y="14"/>
                    </a:cubicBezTo>
                    <a:cubicBezTo>
                      <a:pt x="71" y="13"/>
                      <a:pt x="73" y="11"/>
                      <a:pt x="74" y="11"/>
                    </a:cubicBezTo>
                    <a:cubicBezTo>
                      <a:pt x="75" y="10"/>
                      <a:pt x="78" y="9"/>
                      <a:pt x="79" y="9"/>
                    </a:cubicBezTo>
                    <a:cubicBezTo>
                      <a:pt x="79" y="9"/>
                      <a:pt x="83" y="8"/>
                      <a:pt x="82" y="8"/>
                    </a:cubicBezTo>
                    <a:cubicBezTo>
                      <a:pt x="83" y="8"/>
                      <a:pt x="83" y="8"/>
                      <a:pt x="84" y="8"/>
                    </a:cubicBezTo>
                    <a:cubicBezTo>
                      <a:pt x="85" y="8"/>
                      <a:pt x="86" y="8"/>
                      <a:pt x="87" y="8"/>
                    </a:cubicBezTo>
                    <a:cubicBezTo>
                      <a:pt x="87" y="8"/>
                      <a:pt x="88" y="8"/>
                      <a:pt x="89" y="8"/>
                    </a:cubicBezTo>
                    <a:cubicBezTo>
                      <a:pt x="90" y="8"/>
                      <a:pt x="90" y="8"/>
                      <a:pt x="91" y="7"/>
                    </a:cubicBezTo>
                    <a:cubicBezTo>
                      <a:pt x="92" y="7"/>
                      <a:pt x="93" y="7"/>
                      <a:pt x="93" y="7"/>
                    </a:cubicBezTo>
                    <a:cubicBezTo>
                      <a:pt x="94" y="6"/>
                      <a:pt x="94" y="6"/>
                      <a:pt x="95" y="6"/>
                    </a:cubicBezTo>
                    <a:cubicBezTo>
                      <a:pt x="95" y="5"/>
                      <a:pt x="96" y="5"/>
                      <a:pt x="96" y="5"/>
                    </a:cubicBezTo>
                    <a:cubicBezTo>
                      <a:pt x="97" y="5"/>
                      <a:pt x="97" y="4"/>
                      <a:pt x="97" y="4"/>
                    </a:cubicBezTo>
                    <a:cubicBezTo>
                      <a:pt x="98" y="4"/>
                      <a:pt x="98" y="4"/>
                      <a:pt x="98" y="4"/>
                    </a:cubicBezTo>
                    <a:cubicBezTo>
                      <a:pt x="99" y="3"/>
                      <a:pt x="100" y="3"/>
                      <a:pt x="101" y="2"/>
                    </a:cubicBezTo>
                    <a:cubicBezTo>
                      <a:pt x="102" y="2"/>
                      <a:pt x="103" y="2"/>
                      <a:pt x="104" y="2"/>
                    </a:cubicBezTo>
                    <a:cubicBezTo>
                      <a:pt x="105" y="2"/>
                      <a:pt x="107" y="3"/>
                      <a:pt x="109" y="3"/>
                    </a:cubicBezTo>
                    <a:cubicBezTo>
                      <a:pt x="110" y="3"/>
                      <a:pt x="111" y="4"/>
                      <a:pt x="111" y="4"/>
                    </a:cubicBezTo>
                    <a:cubicBezTo>
                      <a:pt x="112" y="4"/>
                      <a:pt x="113" y="4"/>
                      <a:pt x="114" y="4"/>
                    </a:cubicBezTo>
                    <a:cubicBezTo>
                      <a:pt x="114" y="4"/>
                      <a:pt x="115" y="3"/>
                      <a:pt x="116" y="3"/>
                    </a:cubicBezTo>
                    <a:cubicBezTo>
                      <a:pt x="116" y="3"/>
                      <a:pt x="117" y="4"/>
                      <a:pt x="117" y="4"/>
                    </a:cubicBezTo>
                    <a:cubicBezTo>
                      <a:pt x="117" y="3"/>
                      <a:pt x="118" y="3"/>
                      <a:pt x="119" y="3"/>
                    </a:cubicBezTo>
                    <a:cubicBezTo>
                      <a:pt x="120" y="3"/>
                      <a:pt x="121" y="3"/>
                      <a:pt x="121" y="3"/>
                    </a:cubicBezTo>
                    <a:cubicBezTo>
                      <a:pt x="122" y="3"/>
                      <a:pt x="122" y="3"/>
                      <a:pt x="122" y="3"/>
                    </a:cubicBezTo>
                    <a:cubicBezTo>
                      <a:pt x="122" y="2"/>
                      <a:pt x="122" y="2"/>
                      <a:pt x="123" y="2"/>
                    </a:cubicBezTo>
                    <a:cubicBezTo>
                      <a:pt x="123" y="2"/>
                      <a:pt x="124" y="2"/>
                      <a:pt x="124" y="2"/>
                    </a:cubicBezTo>
                    <a:cubicBezTo>
                      <a:pt x="127" y="1"/>
                      <a:pt x="129" y="0"/>
                      <a:pt x="130" y="0"/>
                    </a:cubicBezTo>
                    <a:cubicBezTo>
                      <a:pt x="131" y="1"/>
                      <a:pt x="132" y="1"/>
                      <a:pt x="132" y="2"/>
                    </a:cubicBezTo>
                    <a:cubicBezTo>
                      <a:pt x="132" y="2"/>
                      <a:pt x="132" y="3"/>
                      <a:pt x="131" y="3"/>
                    </a:cubicBezTo>
                    <a:cubicBezTo>
                      <a:pt x="131" y="4"/>
                      <a:pt x="131" y="4"/>
                      <a:pt x="131" y="5"/>
                    </a:cubicBezTo>
                    <a:cubicBezTo>
                      <a:pt x="131" y="5"/>
                      <a:pt x="131" y="5"/>
                      <a:pt x="132" y="6"/>
                    </a:cubicBezTo>
                    <a:cubicBezTo>
                      <a:pt x="132" y="7"/>
                      <a:pt x="132" y="8"/>
                      <a:pt x="131" y="9"/>
                    </a:cubicBezTo>
                    <a:cubicBezTo>
                      <a:pt x="131" y="10"/>
                      <a:pt x="131" y="11"/>
                      <a:pt x="130" y="11"/>
                    </a:cubicBezTo>
                    <a:cubicBezTo>
                      <a:pt x="130" y="12"/>
                      <a:pt x="130" y="13"/>
                      <a:pt x="129" y="14"/>
                    </a:cubicBezTo>
                    <a:cubicBezTo>
                      <a:pt x="128" y="15"/>
                      <a:pt x="128" y="16"/>
                      <a:pt x="127" y="17"/>
                    </a:cubicBezTo>
                    <a:cubicBezTo>
                      <a:pt x="127" y="17"/>
                      <a:pt x="126" y="18"/>
                      <a:pt x="126" y="18"/>
                    </a:cubicBezTo>
                    <a:cubicBezTo>
                      <a:pt x="125" y="18"/>
                      <a:pt x="125" y="19"/>
                      <a:pt x="124" y="19"/>
                    </a:cubicBezTo>
                    <a:cubicBezTo>
                      <a:pt x="124" y="20"/>
                      <a:pt x="123" y="20"/>
                      <a:pt x="123" y="21"/>
                    </a:cubicBezTo>
                    <a:cubicBezTo>
                      <a:pt x="121" y="23"/>
                      <a:pt x="118" y="26"/>
                      <a:pt x="116" y="28"/>
                    </a:cubicBezTo>
                    <a:cubicBezTo>
                      <a:pt x="115" y="29"/>
                      <a:pt x="113" y="33"/>
                      <a:pt x="112" y="34"/>
                    </a:cubicBezTo>
                    <a:cubicBezTo>
                      <a:pt x="111" y="34"/>
                      <a:pt x="112" y="34"/>
                      <a:pt x="112" y="36"/>
                    </a:cubicBezTo>
                    <a:cubicBezTo>
                      <a:pt x="112" y="36"/>
                      <a:pt x="112" y="36"/>
                      <a:pt x="113" y="36"/>
                    </a:cubicBezTo>
                    <a:cubicBezTo>
                      <a:pt x="113" y="36"/>
                      <a:pt x="114" y="36"/>
                      <a:pt x="115" y="36"/>
                    </a:cubicBezTo>
                    <a:cubicBezTo>
                      <a:pt x="116" y="36"/>
                      <a:pt x="117" y="36"/>
                      <a:pt x="118" y="35"/>
                    </a:cubicBezTo>
                    <a:cubicBezTo>
                      <a:pt x="119" y="35"/>
                      <a:pt x="119" y="34"/>
                      <a:pt x="120" y="34"/>
                    </a:cubicBezTo>
                    <a:cubicBezTo>
                      <a:pt x="121" y="34"/>
                      <a:pt x="122" y="33"/>
                      <a:pt x="123" y="33"/>
                    </a:cubicBezTo>
                    <a:cubicBezTo>
                      <a:pt x="126" y="32"/>
                      <a:pt x="128" y="32"/>
                      <a:pt x="132" y="32"/>
                    </a:cubicBezTo>
                    <a:cubicBezTo>
                      <a:pt x="133" y="32"/>
                      <a:pt x="135" y="34"/>
                      <a:pt x="137" y="34"/>
                    </a:cubicBezTo>
                    <a:cubicBezTo>
                      <a:pt x="138" y="36"/>
                      <a:pt x="139" y="35"/>
                      <a:pt x="141" y="36"/>
                    </a:cubicBezTo>
                    <a:cubicBezTo>
                      <a:pt x="142" y="36"/>
                      <a:pt x="144" y="38"/>
                      <a:pt x="145" y="39"/>
                    </a:cubicBezTo>
                    <a:cubicBezTo>
                      <a:pt x="146" y="39"/>
                      <a:pt x="148" y="41"/>
                      <a:pt x="149" y="41"/>
                    </a:cubicBezTo>
                    <a:cubicBezTo>
                      <a:pt x="149" y="42"/>
                      <a:pt x="150" y="42"/>
                      <a:pt x="150" y="42"/>
                    </a:cubicBezTo>
                    <a:cubicBezTo>
                      <a:pt x="152" y="46"/>
                      <a:pt x="151" y="47"/>
                      <a:pt x="151" y="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8" name="Freeform 6"/>
              <p:cNvSpPr/>
              <p:nvPr/>
            </p:nvSpPr>
            <p:spPr bwMode="auto">
              <a:xfrm>
                <a:off x="4068763" y="3132138"/>
                <a:ext cx="161925" cy="384175"/>
              </a:xfrm>
              <a:custGeom>
                <a:avLst/>
                <a:gdLst>
                  <a:gd name="T0" fmla="*/ 4 w 43"/>
                  <a:gd name="T1" fmla="*/ 101 h 102"/>
                  <a:gd name="T2" fmla="*/ 2 w 43"/>
                  <a:gd name="T3" fmla="*/ 100 h 102"/>
                  <a:gd name="T4" fmla="*/ 1 w 43"/>
                  <a:gd name="T5" fmla="*/ 97 h 102"/>
                  <a:gd name="T6" fmla="*/ 1 w 43"/>
                  <a:gd name="T7" fmla="*/ 89 h 102"/>
                  <a:gd name="T8" fmla="*/ 4 w 43"/>
                  <a:gd name="T9" fmla="*/ 75 h 102"/>
                  <a:gd name="T10" fmla="*/ 9 w 43"/>
                  <a:gd name="T11" fmla="*/ 65 h 102"/>
                  <a:gd name="T12" fmla="*/ 15 w 43"/>
                  <a:gd name="T13" fmla="*/ 52 h 102"/>
                  <a:gd name="T14" fmla="*/ 17 w 43"/>
                  <a:gd name="T15" fmla="*/ 45 h 102"/>
                  <a:gd name="T16" fmla="*/ 16 w 43"/>
                  <a:gd name="T17" fmla="*/ 42 h 102"/>
                  <a:gd name="T18" fmla="*/ 15 w 43"/>
                  <a:gd name="T19" fmla="*/ 40 h 102"/>
                  <a:gd name="T20" fmla="*/ 13 w 43"/>
                  <a:gd name="T21" fmla="*/ 37 h 102"/>
                  <a:gd name="T22" fmla="*/ 13 w 43"/>
                  <a:gd name="T23" fmla="*/ 27 h 102"/>
                  <a:gd name="T24" fmla="*/ 13 w 43"/>
                  <a:gd name="T25" fmla="*/ 23 h 102"/>
                  <a:gd name="T26" fmla="*/ 15 w 43"/>
                  <a:gd name="T27" fmla="*/ 16 h 102"/>
                  <a:gd name="T28" fmla="*/ 16 w 43"/>
                  <a:gd name="T29" fmla="*/ 13 h 102"/>
                  <a:gd name="T30" fmla="*/ 17 w 43"/>
                  <a:gd name="T31" fmla="*/ 10 h 102"/>
                  <a:gd name="T32" fmla="*/ 19 w 43"/>
                  <a:gd name="T33" fmla="*/ 8 h 102"/>
                  <a:gd name="T34" fmla="*/ 20 w 43"/>
                  <a:gd name="T35" fmla="*/ 6 h 102"/>
                  <a:gd name="T36" fmla="*/ 24 w 43"/>
                  <a:gd name="T37" fmla="*/ 3 h 102"/>
                  <a:gd name="T38" fmla="*/ 29 w 43"/>
                  <a:gd name="T39" fmla="*/ 0 h 102"/>
                  <a:gd name="T40" fmla="*/ 34 w 43"/>
                  <a:gd name="T41" fmla="*/ 1 h 102"/>
                  <a:gd name="T42" fmla="*/ 39 w 43"/>
                  <a:gd name="T43" fmla="*/ 8 h 102"/>
                  <a:gd name="T44" fmla="*/ 42 w 43"/>
                  <a:gd name="T45" fmla="*/ 16 h 102"/>
                  <a:gd name="T46" fmla="*/ 42 w 43"/>
                  <a:gd name="T47" fmla="*/ 22 h 102"/>
                  <a:gd name="T48" fmla="*/ 39 w 43"/>
                  <a:gd name="T49" fmla="*/ 26 h 102"/>
                  <a:gd name="T50" fmla="*/ 35 w 43"/>
                  <a:gd name="T51" fmla="*/ 31 h 102"/>
                  <a:gd name="T52" fmla="*/ 34 w 43"/>
                  <a:gd name="T53" fmla="*/ 42 h 102"/>
                  <a:gd name="T54" fmla="*/ 32 w 43"/>
                  <a:gd name="T55" fmla="*/ 52 h 102"/>
                  <a:gd name="T56" fmla="*/ 31 w 43"/>
                  <a:gd name="T57" fmla="*/ 57 h 102"/>
                  <a:gd name="T58" fmla="*/ 30 w 43"/>
                  <a:gd name="T59" fmla="*/ 63 h 102"/>
                  <a:gd name="T60" fmla="*/ 26 w 43"/>
                  <a:gd name="T61" fmla="*/ 75 h 102"/>
                  <a:gd name="T62" fmla="*/ 25 w 43"/>
                  <a:gd name="T63" fmla="*/ 77 h 102"/>
                  <a:gd name="T64" fmla="*/ 21 w 43"/>
                  <a:gd name="T65" fmla="*/ 86 h 102"/>
                  <a:gd name="T66" fmla="*/ 6 w 43"/>
                  <a:gd name="T67" fmla="*/ 102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43" h="102">
                    <a:moveTo>
                      <a:pt x="6" y="102"/>
                    </a:moveTo>
                    <a:cubicBezTo>
                      <a:pt x="5" y="102"/>
                      <a:pt x="5" y="102"/>
                      <a:pt x="4" y="101"/>
                    </a:cubicBezTo>
                    <a:cubicBezTo>
                      <a:pt x="4" y="101"/>
                      <a:pt x="3" y="101"/>
                      <a:pt x="3" y="101"/>
                    </a:cubicBezTo>
                    <a:cubicBezTo>
                      <a:pt x="2" y="101"/>
                      <a:pt x="2" y="100"/>
                      <a:pt x="2" y="100"/>
                    </a:cubicBezTo>
                    <a:cubicBezTo>
                      <a:pt x="2" y="100"/>
                      <a:pt x="1" y="99"/>
                      <a:pt x="1" y="98"/>
                    </a:cubicBezTo>
                    <a:cubicBezTo>
                      <a:pt x="1" y="98"/>
                      <a:pt x="1" y="97"/>
                      <a:pt x="1" y="97"/>
                    </a:cubicBezTo>
                    <a:cubicBezTo>
                      <a:pt x="1" y="96"/>
                      <a:pt x="1" y="95"/>
                      <a:pt x="1" y="95"/>
                    </a:cubicBezTo>
                    <a:cubicBezTo>
                      <a:pt x="1" y="94"/>
                      <a:pt x="0" y="92"/>
                      <a:pt x="1" y="89"/>
                    </a:cubicBezTo>
                    <a:cubicBezTo>
                      <a:pt x="1" y="87"/>
                      <a:pt x="2" y="86"/>
                      <a:pt x="2" y="84"/>
                    </a:cubicBezTo>
                    <a:cubicBezTo>
                      <a:pt x="3" y="81"/>
                      <a:pt x="3" y="77"/>
                      <a:pt x="4" y="75"/>
                    </a:cubicBezTo>
                    <a:cubicBezTo>
                      <a:pt x="5" y="72"/>
                      <a:pt x="7" y="68"/>
                      <a:pt x="8" y="65"/>
                    </a:cubicBezTo>
                    <a:cubicBezTo>
                      <a:pt x="8" y="65"/>
                      <a:pt x="9" y="65"/>
                      <a:pt x="9" y="65"/>
                    </a:cubicBezTo>
                    <a:cubicBezTo>
                      <a:pt x="9" y="64"/>
                      <a:pt x="10" y="63"/>
                      <a:pt x="10" y="62"/>
                    </a:cubicBezTo>
                    <a:cubicBezTo>
                      <a:pt x="12" y="59"/>
                      <a:pt x="14" y="56"/>
                      <a:pt x="15" y="52"/>
                    </a:cubicBezTo>
                    <a:cubicBezTo>
                      <a:pt x="15" y="51"/>
                      <a:pt x="17" y="50"/>
                      <a:pt x="17" y="48"/>
                    </a:cubicBezTo>
                    <a:cubicBezTo>
                      <a:pt x="17" y="47"/>
                      <a:pt x="17" y="46"/>
                      <a:pt x="17" y="45"/>
                    </a:cubicBezTo>
                    <a:cubicBezTo>
                      <a:pt x="17" y="45"/>
                      <a:pt x="17" y="44"/>
                      <a:pt x="17" y="44"/>
                    </a:cubicBezTo>
                    <a:cubicBezTo>
                      <a:pt x="17" y="43"/>
                      <a:pt x="17" y="42"/>
                      <a:pt x="16" y="42"/>
                    </a:cubicBezTo>
                    <a:cubicBezTo>
                      <a:pt x="16" y="41"/>
                      <a:pt x="16" y="41"/>
                      <a:pt x="16" y="41"/>
                    </a:cubicBezTo>
                    <a:cubicBezTo>
                      <a:pt x="16" y="41"/>
                      <a:pt x="15" y="40"/>
                      <a:pt x="15" y="40"/>
                    </a:cubicBezTo>
                    <a:cubicBezTo>
                      <a:pt x="15" y="39"/>
                      <a:pt x="14" y="39"/>
                      <a:pt x="14" y="39"/>
                    </a:cubicBezTo>
                    <a:cubicBezTo>
                      <a:pt x="14" y="38"/>
                      <a:pt x="14" y="38"/>
                      <a:pt x="13" y="37"/>
                    </a:cubicBezTo>
                    <a:cubicBezTo>
                      <a:pt x="13" y="37"/>
                      <a:pt x="13" y="36"/>
                      <a:pt x="13" y="34"/>
                    </a:cubicBezTo>
                    <a:cubicBezTo>
                      <a:pt x="13" y="32"/>
                      <a:pt x="13" y="29"/>
                      <a:pt x="13" y="27"/>
                    </a:cubicBezTo>
                    <a:cubicBezTo>
                      <a:pt x="13" y="26"/>
                      <a:pt x="13" y="25"/>
                      <a:pt x="13" y="25"/>
                    </a:cubicBezTo>
                    <a:cubicBezTo>
                      <a:pt x="13" y="24"/>
                      <a:pt x="13" y="24"/>
                      <a:pt x="13" y="23"/>
                    </a:cubicBezTo>
                    <a:cubicBezTo>
                      <a:pt x="13" y="23"/>
                      <a:pt x="14" y="23"/>
                      <a:pt x="14" y="22"/>
                    </a:cubicBezTo>
                    <a:cubicBezTo>
                      <a:pt x="14" y="21"/>
                      <a:pt x="15" y="17"/>
                      <a:pt x="15" y="16"/>
                    </a:cubicBezTo>
                    <a:cubicBezTo>
                      <a:pt x="15" y="16"/>
                      <a:pt x="15" y="15"/>
                      <a:pt x="16" y="15"/>
                    </a:cubicBezTo>
                    <a:cubicBezTo>
                      <a:pt x="16" y="14"/>
                      <a:pt x="16" y="14"/>
                      <a:pt x="16" y="13"/>
                    </a:cubicBezTo>
                    <a:cubicBezTo>
                      <a:pt x="16" y="12"/>
                      <a:pt x="17" y="12"/>
                      <a:pt x="17" y="11"/>
                    </a:cubicBezTo>
                    <a:cubicBezTo>
                      <a:pt x="17" y="11"/>
                      <a:pt x="17" y="10"/>
                      <a:pt x="17" y="10"/>
                    </a:cubicBezTo>
                    <a:cubicBezTo>
                      <a:pt x="18" y="10"/>
                      <a:pt x="18" y="10"/>
                      <a:pt x="18" y="10"/>
                    </a:cubicBezTo>
                    <a:cubicBezTo>
                      <a:pt x="18" y="9"/>
                      <a:pt x="18" y="9"/>
                      <a:pt x="19" y="8"/>
                    </a:cubicBezTo>
                    <a:cubicBezTo>
                      <a:pt x="19" y="8"/>
                      <a:pt x="19" y="7"/>
                      <a:pt x="19" y="7"/>
                    </a:cubicBezTo>
                    <a:cubicBezTo>
                      <a:pt x="19" y="7"/>
                      <a:pt x="19" y="7"/>
                      <a:pt x="20" y="6"/>
                    </a:cubicBezTo>
                    <a:cubicBezTo>
                      <a:pt x="21" y="5"/>
                      <a:pt x="21" y="5"/>
                      <a:pt x="22" y="4"/>
                    </a:cubicBezTo>
                    <a:cubicBezTo>
                      <a:pt x="22" y="4"/>
                      <a:pt x="23" y="3"/>
                      <a:pt x="24" y="3"/>
                    </a:cubicBezTo>
                    <a:cubicBezTo>
                      <a:pt x="24" y="2"/>
                      <a:pt x="25" y="1"/>
                      <a:pt x="26" y="1"/>
                    </a:cubicBezTo>
                    <a:cubicBezTo>
                      <a:pt x="27" y="1"/>
                      <a:pt x="29" y="0"/>
                      <a:pt x="29" y="0"/>
                    </a:cubicBezTo>
                    <a:cubicBezTo>
                      <a:pt x="30" y="0"/>
                      <a:pt x="31" y="0"/>
                      <a:pt x="31" y="0"/>
                    </a:cubicBezTo>
                    <a:cubicBezTo>
                      <a:pt x="33" y="1"/>
                      <a:pt x="33" y="1"/>
                      <a:pt x="34" y="1"/>
                    </a:cubicBezTo>
                    <a:cubicBezTo>
                      <a:pt x="35" y="2"/>
                      <a:pt x="38" y="4"/>
                      <a:pt x="38" y="6"/>
                    </a:cubicBezTo>
                    <a:cubicBezTo>
                      <a:pt x="38" y="8"/>
                      <a:pt x="39" y="8"/>
                      <a:pt x="39" y="8"/>
                    </a:cubicBezTo>
                    <a:cubicBezTo>
                      <a:pt x="39" y="9"/>
                      <a:pt x="39" y="9"/>
                      <a:pt x="40" y="11"/>
                    </a:cubicBezTo>
                    <a:cubicBezTo>
                      <a:pt x="40" y="12"/>
                      <a:pt x="41" y="15"/>
                      <a:pt x="42" y="16"/>
                    </a:cubicBezTo>
                    <a:cubicBezTo>
                      <a:pt x="43" y="17"/>
                      <a:pt x="42" y="18"/>
                      <a:pt x="43" y="19"/>
                    </a:cubicBezTo>
                    <a:cubicBezTo>
                      <a:pt x="43" y="22"/>
                      <a:pt x="43" y="18"/>
                      <a:pt x="42" y="22"/>
                    </a:cubicBezTo>
                    <a:cubicBezTo>
                      <a:pt x="42" y="22"/>
                      <a:pt x="42" y="23"/>
                      <a:pt x="42" y="24"/>
                    </a:cubicBezTo>
                    <a:cubicBezTo>
                      <a:pt x="41" y="25"/>
                      <a:pt x="40" y="25"/>
                      <a:pt x="39" y="26"/>
                    </a:cubicBezTo>
                    <a:cubicBezTo>
                      <a:pt x="38" y="27"/>
                      <a:pt x="37" y="28"/>
                      <a:pt x="36" y="29"/>
                    </a:cubicBezTo>
                    <a:cubicBezTo>
                      <a:pt x="35" y="30"/>
                      <a:pt x="35" y="30"/>
                      <a:pt x="35" y="31"/>
                    </a:cubicBezTo>
                    <a:cubicBezTo>
                      <a:pt x="35" y="32"/>
                      <a:pt x="34" y="33"/>
                      <a:pt x="34" y="34"/>
                    </a:cubicBezTo>
                    <a:cubicBezTo>
                      <a:pt x="34" y="37"/>
                      <a:pt x="34" y="41"/>
                      <a:pt x="34" y="42"/>
                    </a:cubicBezTo>
                    <a:cubicBezTo>
                      <a:pt x="33" y="44"/>
                      <a:pt x="33" y="46"/>
                      <a:pt x="33" y="49"/>
                    </a:cubicBezTo>
                    <a:cubicBezTo>
                      <a:pt x="33" y="50"/>
                      <a:pt x="32" y="51"/>
                      <a:pt x="32" y="52"/>
                    </a:cubicBezTo>
                    <a:cubicBezTo>
                      <a:pt x="32" y="54"/>
                      <a:pt x="32" y="55"/>
                      <a:pt x="31" y="57"/>
                    </a:cubicBezTo>
                    <a:cubicBezTo>
                      <a:pt x="31" y="57"/>
                      <a:pt x="31" y="57"/>
                      <a:pt x="31" y="57"/>
                    </a:cubicBezTo>
                    <a:cubicBezTo>
                      <a:pt x="31" y="58"/>
                      <a:pt x="31" y="58"/>
                      <a:pt x="31" y="59"/>
                    </a:cubicBezTo>
                    <a:cubicBezTo>
                      <a:pt x="30" y="60"/>
                      <a:pt x="30" y="62"/>
                      <a:pt x="30" y="63"/>
                    </a:cubicBezTo>
                    <a:cubicBezTo>
                      <a:pt x="29" y="67"/>
                      <a:pt x="27" y="71"/>
                      <a:pt x="26" y="74"/>
                    </a:cubicBezTo>
                    <a:cubicBezTo>
                      <a:pt x="26" y="74"/>
                      <a:pt x="26" y="74"/>
                      <a:pt x="26" y="75"/>
                    </a:cubicBezTo>
                    <a:cubicBezTo>
                      <a:pt x="26" y="75"/>
                      <a:pt x="26" y="75"/>
                      <a:pt x="26" y="75"/>
                    </a:cubicBezTo>
                    <a:cubicBezTo>
                      <a:pt x="26" y="76"/>
                      <a:pt x="25" y="77"/>
                      <a:pt x="25" y="77"/>
                    </a:cubicBezTo>
                    <a:cubicBezTo>
                      <a:pt x="25" y="79"/>
                      <a:pt x="24" y="80"/>
                      <a:pt x="23" y="82"/>
                    </a:cubicBezTo>
                    <a:cubicBezTo>
                      <a:pt x="22" y="83"/>
                      <a:pt x="21" y="84"/>
                      <a:pt x="21" y="86"/>
                    </a:cubicBezTo>
                    <a:cubicBezTo>
                      <a:pt x="17" y="90"/>
                      <a:pt x="15" y="99"/>
                      <a:pt x="10" y="102"/>
                    </a:cubicBezTo>
                    <a:cubicBezTo>
                      <a:pt x="9" y="102"/>
                      <a:pt x="7" y="102"/>
                      <a:pt x="6" y="1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9" name="Freeform 7"/>
              <p:cNvSpPr/>
              <p:nvPr/>
            </p:nvSpPr>
            <p:spPr bwMode="auto">
              <a:xfrm>
                <a:off x="4254501" y="3016250"/>
                <a:ext cx="458788" cy="481013"/>
              </a:xfrm>
              <a:custGeom>
                <a:avLst/>
                <a:gdLst>
                  <a:gd name="T0" fmla="*/ 82 w 122"/>
                  <a:gd name="T1" fmla="*/ 4 h 128"/>
                  <a:gd name="T2" fmla="*/ 89 w 122"/>
                  <a:gd name="T3" fmla="*/ 10 h 128"/>
                  <a:gd name="T4" fmla="*/ 94 w 122"/>
                  <a:gd name="T5" fmla="*/ 15 h 128"/>
                  <a:gd name="T6" fmla="*/ 99 w 122"/>
                  <a:gd name="T7" fmla="*/ 19 h 128"/>
                  <a:gd name="T8" fmla="*/ 108 w 122"/>
                  <a:gd name="T9" fmla="*/ 28 h 128"/>
                  <a:gd name="T10" fmla="*/ 116 w 122"/>
                  <a:gd name="T11" fmla="*/ 36 h 128"/>
                  <a:gd name="T12" fmla="*/ 120 w 122"/>
                  <a:gd name="T13" fmla="*/ 42 h 128"/>
                  <a:gd name="T14" fmla="*/ 122 w 122"/>
                  <a:gd name="T15" fmla="*/ 60 h 128"/>
                  <a:gd name="T16" fmla="*/ 122 w 122"/>
                  <a:gd name="T17" fmla="*/ 68 h 128"/>
                  <a:gd name="T18" fmla="*/ 120 w 122"/>
                  <a:gd name="T19" fmla="*/ 79 h 128"/>
                  <a:gd name="T20" fmla="*/ 118 w 122"/>
                  <a:gd name="T21" fmla="*/ 87 h 128"/>
                  <a:gd name="T22" fmla="*/ 116 w 122"/>
                  <a:gd name="T23" fmla="*/ 96 h 128"/>
                  <a:gd name="T24" fmla="*/ 111 w 122"/>
                  <a:gd name="T25" fmla="*/ 108 h 128"/>
                  <a:gd name="T26" fmla="*/ 104 w 122"/>
                  <a:gd name="T27" fmla="*/ 114 h 128"/>
                  <a:gd name="T28" fmla="*/ 88 w 122"/>
                  <a:gd name="T29" fmla="*/ 125 h 128"/>
                  <a:gd name="T30" fmla="*/ 83 w 122"/>
                  <a:gd name="T31" fmla="*/ 128 h 128"/>
                  <a:gd name="T32" fmla="*/ 78 w 122"/>
                  <a:gd name="T33" fmla="*/ 128 h 128"/>
                  <a:gd name="T34" fmla="*/ 71 w 122"/>
                  <a:gd name="T35" fmla="*/ 124 h 128"/>
                  <a:gd name="T36" fmla="*/ 69 w 122"/>
                  <a:gd name="T37" fmla="*/ 118 h 128"/>
                  <a:gd name="T38" fmla="*/ 70 w 122"/>
                  <a:gd name="T39" fmla="*/ 115 h 128"/>
                  <a:gd name="T40" fmla="*/ 78 w 122"/>
                  <a:gd name="T41" fmla="*/ 107 h 128"/>
                  <a:gd name="T42" fmla="*/ 81 w 122"/>
                  <a:gd name="T43" fmla="*/ 105 h 128"/>
                  <a:gd name="T44" fmla="*/ 87 w 122"/>
                  <a:gd name="T45" fmla="*/ 101 h 128"/>
                  <a:gd name="T46" fmla="*/ 92 w 122"/>
                  <a:gd name="T47" fmla="*/ 93 h 128"/>
                  <a:gd name="T48" fmla="*/ 97 w 122"/>
                  <a:gd name="T49" fmla="*/ 78 h 128"/>
                  <a:gd name="T50" fmla="*/ 94 w 122"/>
                  <a:gd name="T51" fmla="*/ 48 h 128"/>
                  <a:gd name="T52" fmla="*/ 88 w 122"/>
                  <a:gd name="T53" fmla="*/ 41 h 128"/>
                  <a:gd name="T54" fmla="*/ 81 w 122"/>
                  <a:gd name="T55" fmla="*/ 34 h 128"/>
                  <a:gd name="T56" fmla="*/ 76 w 122"/>
                  <a:gd name="T57" fmla="*/ 29 h 128"/>
                  <a:gd name="T58" fmla="*/ 63 w 122"/>
                  <a:gd name="T59" fmla="*/ 25 h 128"/>
                  <a:gd name="T60" fmla="*/ 57 w 122"/>
                  <a:gd name="T61" fmla="*/ 27 h 128"/>
                  <a:gd name="T62" fmla="*/ 45 w 122"/>
                  <a:gd name="T63" fmla="*/ 34 h 128"/>
                  <a:gd name="T64" fmla="*/ 42 w 122"/>
                  <a:gd name="T65" fmla="*/ 36 h 128"/>
                  <a:gd name="T66" fmla="*/ 31 w 122"/>
                  <a:gd name="T67" fmla="*/ 45 h 128"/>
                  <a:gd name="T68" fmla="*/ 25 w 122"/>
                  <a:gd name="T69" fmla="*/ 48 h 128"/>
                  <a:gd name="T70" fmla="*/ 16 w 122"/>
                  <a:gd name="T71" fmla="*/ 49 h 128"/>
                  <a:gd name="T72" fmla="*/ 8 w 122"/>
                  <a:gd name="T73" fmla="*/ 46 h 128"/>
                  <a:gd name="T74" fmla="*/ 5 w 122"/>
                  <a:gd name="T75" fmla="*/ 44 h 128"/>
                  <a:gd name="T76" fmla="*/ 0 w 122"/>
                  <a:gd name="T77" fmla="*/ 36 h 128"/>
                  <a:gd name="T78" fmla="*/ 14 w 122"/>
                  <a:gd name="T79" fmla="*/ 23 h 128"/>
                  <a:gd name="T80" fmla="*/ 22 w 122"/>
                  <a:gd name="T81" fmla="*/ 23 h 128"/>
                  <a:gd name="T82" fmla="*/ 36 w 122"/>
                  <a:gd name="T83" fmla="*/ 16 h 128"/>
                  <a:gd name="T84" fmla="*/ 49 w 122"/>
                  <a:gd name="T85" fmla="*/ 9 h 128"/>
                  <a:gd name="T86" fmla="*/ 57 w 122"/>
                  <a:gd name="T87" fmla="*/ 5 h 128"/>
                  <a:gd name="T88" fmla="*/ 62 w 122"/>
                  <a:gd name="T89" fmla="*/ 2 h 128"/>
                  <a:gd name="T90" fmla="*/ 65 w 122"/>
                  <a:gd name="T91" fmla="*/ 1 h 128"/>
                  <a:gd name="T92" fmla="*/ 68 w 122"/>
                  <a:gd name="T93" fmla="*/ 1 h 128"/>
                  <a:gd name="T94" fmla="*/ 77 w 122"/>
                  <a:gd name="T95" fmla="*/ 1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22" h="128">
                    <a:moveTo>
                      <a:pt x="77" y="1"/>
                    </a:moveTo>
                    <a:cubicBezTo>
                      <a:pt x="78" y="1"/>
                      <a:pt x="79" y="3"/>
                      <a:pt x="81" y="3"/>
                    </a:cubicBezTo>
                    <a:cubicBezTo>
                      <a:pt x="82" y="3"/>
                      <a:pt x="81" y="4"/>
                      <a:pt x="82" y="4"/>
                    </a:cubicBezTo>
                    <a:cubicBezTo>
                      <a:pt x="83" y="5"/>
                      <a:pt x="84" y="6"/>
                      <a:pt x="85" y="6"/>
                    </a:cubicBezTo>
                    <a:cubicBezTo>
                      <a:pt x="86" y="7"/>
                      <a:pt x="86" y="7"/>
                      <a:pt x="87" y="8"/>
                    </a:cubicBezTo>
                    <a:cubicBezTo>
                      <a:pt x="88" y="8"/>
                      <a:pt x="88" y="8"/>
                      <a:pt x="89" y="10"/>
                    </a:cubicBezTo>
                    <a:cubicBezTo>
                      <a:pt x="90" y="11"/>
                      <a:pt x="91" y="11"/>
                      <a:pt x="92" y="12"/>
                    </a:cubicBezTo>
                    <a:cubicBezTo>
                      <a:pt x="92" y="12"/>
                      <a:pt x="93" y="13"/>
                      <a:pt x="94" y="14"/>
                    </a:cubicBezTo>
                    <a:cubicBezTo>
                      <a:pt x="94" y="14"/>
                      <a:pt x="94" y="14"/>
                      <a:pt x="94" y="15"/>
                    </a:cubicBezTo>
                    <a:cubicBezTo>
                      <a:pt x="95" y="15"/>
                      <a:pt x="95" y="15"/>
                      <a:pt x="96" y="16"/>
                    </a:cubicBezTo>
                    <a:cubicBezTo>
                      <a:pt x="96" y="16"/>
                      <a:pt x="96" y="16"/>
                      <a:pt x="96" y="17"/>
                    </a:cubicBezTo>
                    <a:cubicBezTo>
                      <a:pt x="97" y="17"/>
                      <a:pt x="98" y="18"/>
                      <a:pt x="99" y="19"/>
                    </a:cubicBezTo>
                    <a:cubicBezTo>
                      <a:pt x="100" y="20"/>
                      <a:pt x="100" y="21"/>
                      <a:pt x="102" y="22"/>
                    </a:cubicBezTo>
                    <a:cubicBezTo>
                      <a:pt x="103" y="23"/>
                      <a:pt x="104" y="24"/>
                      <a:pt x="105" y="25"/>
                    </a:cubicBezTo>
                    <a:cubicBezTo>
                      <a:pt x="106" y="25"/>
                      <a:pt x="107" y="27"/>
                      <a:pt x="108" y="28"/>
                    </a:cubicBezTo>
                    <a:cubicBezTo>
                      <a:pt x="109" y="29"/>
                      <a:pt x="110" y="30"/>
                      <a:pt x="111" y="32"/>
                    </a:cubicBezTo>
                    <a:cubicBezTo>
                      <a:pt x="112" y="32"/>
                      <a:pt x="113" y="33"/>
                      <a:pt x="114" y="34"/>
                    </a:cubicBezTo>
                    <a:cubicBezTo>
                      <a:pt x="114" y="35"/>
                      <a:pt x="115" y="35"/>
                      <a:pt x="116" y="36"/>
                    </a:cubicBezTo>
                    <a:cubicBezTo>
                      <a:pt x="116" y="37"/>
                      <a:pt x="117" y="37"/>
                      <a:pt x="117" y="38"/>
                    </a:cubicBezTo>
                    <a:cubicBezTo>
                      <a:pt x="117" y="38"/>
                      <a:pt x="118" y="39"/>
                      <a:pt x="118" y="39"/>
                    </a:cubicBezTo>
                    <a:cubicBezTo>
                      <a:pt x="119" y="40"/>
                      <a:pt x="119" y="41"/>
                      <a:pt x="120" y="42"/>
                    </a:cubicBezTo>
                    <a:cubicBezTo>
                      <a:pt x="121" y="43"/>
                      <a:pt x="121" y="45"/>
                      <a:pt x="122" y="46"/>
                    </a:cubicBezTo>
                    <a:cubicBezTo>
                      <a:pt x="122" y="48"/>
                      <a:pt x="122" y="49"/>
                      <a:pt x="122" y="50"/>
                    </a:cubicBezTo>
                    <a:cubicBezTo>
                      <a:pt x="122" y="53"/>
                      <a:pt x="122" y="57"/>
                      <a:pt x="122" y="60"/>
                    </a:cubicBezTo>
                    <a:cubicBezTo>
                      <a:pt x="122" y="60"/>
                      <a:pt x="122" y="61"/>
                      <a:pt x="122" y="62"/>
                    </a:cubicBezTo>
                    <a:cubicBezTo>
                      <a:pt x="122" y="63"/>
                      <a:pt x="122" y="64"/>
                      <a:pt x="122" y="66"/>
                    </a:cubicBezTo>
                    <a:cubicBezTo>
                      <a:pt x="122" y="67"/>
                      <a:pt x="122" y="67"/>
                      <a:pt x="122" y="68"/>
                    </a:cubicBezTo>
                    <a:cubicBezTo>
                      <a:pt x="121" y="69"/>
                      <a:pt x="121" y="70"/>
                      <a:pt x="121" y="72"/>
                    </a:cubicBezTo>
                    <a:cubicBezTo>
                      <a:pt x="120" y="74"/>
                      <a:pt x="120" y="75"/>
                      <a:pt x="120" y="77"/>
                    </a:cubicBezTo>
                    <a:cubicBezTo>
                      <a:pt x="120" y="78"/>
                      <a:pt x="120" y="78"/>
                      <a:pt x="120" y="79"/>
                    </a:cubicBezTo>
                    <a:cubicBezTo>
                      <a:pt x="120" y="79"/>
                      <a:pt x="120" y="80"/>
                      <a:pt x="120" y="81"/>
                    </a:cubicBezTo>
                    <a:cubicBezTo>
                      <a:pt x="119" y="81"/>
                      <a:pt x="119" y="82"/>
                      <a:pt x="119" y="82"/>
                    </a:cubicBezTo>
                    <a:cubicBezTo>
                      <a:pt x="119" y="84"/>
                      <a:pt x="119" y="86"/>
                      <a:pt x="118" y="87"/>
                    </a:cubicBezTo>
                    <a:cubicBezTo>
                      <a:pt x="118" y="87"/>
                      <a:pt x="118" y="88"/>
                      <a:pt x="118" y="88"/>
                    </a:cubicBezTo>
                    <a:cubicBezTo>
                      <a:pt x="118" y="90"/>
                      <a:pt x="118" y="91"/>
                      <a:pt x="117" y="93"/>
                    </a:cubicBezTo>
                    <a:cubicBezTo>
                      <a:pt x="117" y="94"/>
                      <a:pt x="117" y="95"/>
                      <a:pt x="116" y="96"/>
                    </a:cubicBezTo>
                    <a:cubicBezTo>
                      <a:pt x="116" y="97"/>
                      <a:pt x="116" y="98"/>
                      <a:pt x="116" y="99"/>
                    </a:cubicBezTo>
                    <a:cubicBezTo>
                      <a:pt x="115" y="100"/>
                      <a:pt x="114" y="102"/>
                      <a:pt x="114" y="103"/>
                    </a:cubicBezTo>
                    <a:cubicBezTo>
                      <a:pt x="113" y="105"/>
                      <a:pt x="112" y="106"/>
                      <a:pt x="111" y="108"/>
                    </a:cubicBezTo>
                    <a:cubicBezTo>
                      <a:pt x="111" y="108"/>
                      <a:pt x="110" y="109"/>
                      <a:pt x="110" y="110"/>
                    </a:cubicBezTo>
                    <a:cubicBezTo>
                      <a:pt x="107" y="112"/>
                      <a:pt x="107" y="112"/>
                      <a:pt x="105" y="114"/>
                    </a:cubicBezTo>
                    <a:cubicBezTo>
                      <a:pt x="104" y="114"/>
                      <a:pt x="104" y="114"/>
                      <a:pt x="104" y="114"/>
                    </a:cubicBezTo>
                    <a:cubicBezTo>
                      <a:pt x="103" y="114"/>
                      <a:pt x="99" y="118"/>
                      <a:pt x="97" y="119"/>
                    </a:cubicBezTo>
                    <a:cubicBezTo>
                      <a:pt x="95" y="121"/>
                      <a:pt x="92" y="121"/>
                      <a:pt x="91" y="123"/>
                    </a:cubicBezTo>
                    <a:cubicBezTo>
                      <a:pt x="89" y="124"/>
                      <a:pt x="89" y="124"/>
                      <a:pt x="88" y="125"/>
                    </a:cubicBezTo>
                    <a:cubicBezTo>
                      <a:pt x="87" y="125"/>
                      <a:pt x="87" y="126"/>
                      <a:pt x="87" y="126"/>
                    </a:cubicBezTo>
                    <a:cubicBezTo>
                      <a:pt x="87" y="126"/>
                      <a:pt x="85" y="127"/>
                      <a:pt x="85" y="128"/>
                    </a:cubicBezTo>
                    <a:cubicBezTo>
                      <a:pt x="84" y="128"/>
                      <a:pt x="83" y="128"/>
                      <a:pt x="83" y="128"/>
                    </a:cubicBezTo>
                    <a:cubicBezTo>
                      <a:pt x="83" y="128"/>
                      <a:pt x="82" y="128"/>
                      <a:pt x="82" y="128"/>
                    </a:cubicBezTo>
                    <a:cubicBezTo>
                      <a:pt x="81" y="128"/>
                      <a:pt x="80" y="128"/>
                      <a:pt x="80" y="128"/>
                    </a:cubicBezTo>
                    <a:cubicBezTo>
                      <a:pt x="79" y="128"/>
                      <a:pt x="78" y="128"/>
                      <a:pt x="78" y="128"/>
                    </a:cubicBezTo>
                    <a:cubicBezTo>
                      <a:pt x="76" y="128"/>
                      <a:pt x="76" y="127"/>
                      <a:pt x="74" y="127"/>
                    </a:cubicBezTo>
                    <a:cubicBezTo>
                      <a:pt x="73" y="127"/>
                      <a:pt x="72" y="126"/>
                      <a:pt x="71" y="125"/>
                    </a:cubicBezTo>
                    <a:cubicBezTo>
                      <a:pt x="71" y="124"/>
                      <a:pt x="71" y="124"/>
                      <a:pt x="71" y="124"/>
                    </a:cubicBezTo>
                    <a:cubicBezTo>
                      <a:pt x="69" y="124"/>
                      <a:pt x="70" y="123"/>
                      <a:pt x="70" y="122"/>
                    </a:cubicBezTo>
                    <a:cubicBezTo>
                      <a:pt x="70" y="122"/>
                      <a:pt x="70" y="121"/>
                      <a:pt x="70" y="121"/>
                    </a:cubicBezTo>
                    <a:cubicBezTo>
                      <a:pt x="70" y="119"/>
                      <a:pt x="69" y="119"/>
                      <a:pt x="69" y="118"/>
                    </a:cubicBezTo>
                    <a:cubicBezTo>
                      <a:pt x="69" y="118"/>
                      <a:pt x="69" y="118"/>
                      <a:pt x="69" y="117"/>
                    </a:cubicBezTo>
                    <a:cubicBezTo>
                      <a:pt x="69" y="117"/>
                      <a:pt x="69" y="117"/>
                      <a:pt x="70" y="116"/>
                    </a:cubicBezTo>
                    <a:cubicBezTo>
                      <a:pt x="70" y="116"/>
                      <a:pt x="70" y="115"/>
                      <a:pt x="70" y="115"/>
                    </a:cubicBezTo>
                    <a:cubicBezTo>
                      <a:pt x="71" y="114"/>
                      <a:pt x="71" y="113"/>
                      <a:pt x="72" y="112"/>
                    </a:cubicBezTo>
                    <a:cubicBezTo>
                      <a:pt x="73" y="110"/>
                      <a:pt x="75" y="110"/>
                      <a:pt x="76" y="108"/>
                    </a:cubicBezTo>
                    <a:cubicBezTo>
                      <a:pt x="77" y="108"/>
                      <a:pt x="77" y="107"/>
                      <a:pt x="78" y="107"/>
                    </a:cubicBezTo>
                    <a:cubicBezTo>
                      <a:pt x="79" y="106"/>
                      <a:pt x="79" y="106"/>
                      <a:pt x="80" y="106"/>
                    </a:cubicBezTo>
                    <a:cubicBezTo>
                      <a:pt x="80" y="106"/>
                      <a:pt x="80" y="105"/>
                      <a:pt x="80" y="105"/>
                    </a:cubicBezTo>
                    <a:cubicBezTo>
                      <a:pt x="81" y="105"/>
                      <a:pt x="81" y="105"/>
                      <a:pt x="81" y="105"/>
                    </a:cubicBezTo>
                    <a:cubicBezTo>
                      <a:pt x="82" y="104"/>
                      <a:pt x="82" y="104"/>
                      <a:pt x="83" y="104"/>
                    </a:cubicBezTo>
                    <a:cubicBezTo>
                      <a:pt x="83" y="104"/>
                      <a:pt x="84" y="103"/>
                      <a:pt x="84" y="103"/>
                    </a:cubicBezTo>
                    <a:cubicBezTo>
                      <a:pt x="85" y="102"/>
                      <a:pt x="86" y="102"/>
                      <a:pt x="87" y="101"/>
                    </a:cubicBezTo>
                    <a:cubicBezTo>
                      <a:pt x="87" y="100"/>
                      <a:pt x="88" y="99"/>
                      <a:pt x="89" y="99"/>
                    </a:cubicBezTo>
                    <a:cubicBezTo>
                      <a:pt x="89" y="98"/>
                      <a:pt x="89" y="98"/>
                      <a:pt x="89" y="98"/>
                    </a:cubicBezTo>
                    <a:cubicBezTo>
                      <a:pt x="90" y="96"/>
                      <a:pt x="92" y="95"/>
                      <a:pt x="92" y="93"/>
                    </a:cubicBezTo>
                    <a:cubicBezTo>
                      <a:pt x="93" y="90"/>
                      <a:pt x="95" y="88"/>
                      <a:pt x="96" y="84"/>
                    </a:cubicBezTo>
                    <a:cubicBezTo>
                      <a:pt x="96" y="84"/>
                      <a:pt x="96" y="83"/>
                      <a:pt x="96" y="83"/>
                    </a:cubicBezTo>
                    <a:cubicBezTo>
                      <a:pt x="96" y="81"/>
                      <a:pt x="97" y="80"/>
                      <a:pt x="97" y="78"/>
                    </a:cubicBezTo>
                    <a:cubicBezTo>
                      <a:pt x="98" y="77"/>
                      <a:pt x="98" y="76"/>
                      <a:pt x="98" y="75"/>
                    </a:cubicBezTo>
                    <a:cubicBezTo>
                      <a:pt x="99" y="68"/>
                      <a:pt x="101" y="63"/>
                      <a:pt x="98" y="55"/>
                    </a:cubicBezTo>
                    <a:cubicBezTo>
                      <a:pt x="97" y="52"/>
                      <a:pt x="96" y="51"/>
                      <a:pt x="94" y="48"/>
                    </a:cubicBezTo>
                    <a:cubicBezTo>
                      <a:pt x="93" y="47"/>
                      <a:pt x="92" y="46"/>
                      <a:pt x="91" y="44"/>
                    </a:cubicBezTo>
                    <a:cubicBezTo>
                      <a:pt x="90" y="43"/>
                      <a:pt x="90" y="42"/>
                      <a:pt x="89" y="42"/>
                    </a:cubicBezTo>
                    <a:cubicBezTo>
                      <a:pt x="89" y="41"/>
                      <a:pt x="89" y="41"/>
                      <a:pt x="88" y="41"/>
                    </a:cubicBezTo>
                    <a:cubicBezTo>
                      <a:pt x="88" y="40"/>
                      <a:pt x="87" y="40"/>
                      <a:pt x="87" y="40"/>
                    </a:cubicBezTo>
                    <a:cubicBezTo>
                      <a:pt x="84" y="38"/>
                      <a:pt x="84" y="36"/>
                      <a:pt x="82" y="35"/>
                    </a:cubicBezTo>
                    <a:cubicBezTo>
                      <a:pt x="82" y="34"/>
                      <a:pt x="81" y="34"/>
                      <a:pt x="81" y="34"/>
                    </a:cubicBezTo>
                    <a:cubicBezTo>
                      <a:pt x="81" y="33"/>
                      <a:pt x="81" y="33"/>
                      <a:pt x="81" y="33"/>
                    </a:cubicBezTo>
                    <a:cubicBezTo>
                      <a:pt x="79" y="32"/>
                      <a:pt x="78" y="30"/>
                      <a:pt x="78" y="29"/>
                    </a:cubicBezTo>
                    <a:cubicBezTo>
                      <a:pt x="77" y="29"/>
                      <a:pt x="76" y="29"/>
                      <a:pt x="76" y="29"/>
                    </a:cubicBezTo>
                    <a:cubicBezTo>
                      <a:pt x="75" y="28"/>
                      <a:pt x="74" y="27"/>
                      <a:pt x="73" y="27"/>
                    </a:cubicBezTo>
                    <a:cubicBezTo>
                      <a:pt x="72" y="26"/>
                      <a:pt x="72" y="25"/>
                      <a:pt x="71" y="25"/>
                    </a:cubicBezTo>
                    <a:cubicBezTo>
                      <a:pt x="69" y="24"/>
                      <a:pt x="65" y="24"/>
                      <a:pt x="63" y="25"/>
                    </a:cubicBezTo>
                    <a:cubicBezTo>
                      <a:pt x="62" y="25"/>
                      <a:pt x="59" y="26"/>
                      <a:pt x="59" y="26"/>
                    </a:cubicBezTo>
                    <a:cubicBezTo>
                      <a:pt x="58" y="26"/>
                      <a:pt x="58" y="26"/>
                      <a:pt x="58" y="27"/>
                    </a:cubicBezTo>
                    <a:cubicBezTo>
                      <a:pt x="58" y="27"/>
                      <a:pt x="57" y="27"/>
                      <a:pt x="57" y="27"/>
                    </a:cubicBezTo>
                    <a:cubicBezTo>
                      <a:pt x="56" y="28"/>
                      <a:pt x="55" y="28"/>
                      <a:pt x="55" y="28"/>
                    </a:cubicBezTo>
                    <a:cubicBezTo>
                      <a:pt x="54" y="29"/>
                      <a:pt x="51" y="30"/>
                      <a:pt x="50" y="31"/>
                    </a:cubicBezTo>
                    <a:cubicBezTo>
                      <a:pt x="48" y="32"/>
                      <a:pt x="47" y="32"/>
                      <a:pt x="45" y="34"/>
                    </a:cubicBezTo>
                    <a:cubicBezTo>
                      <a:pt x="45" y="34"/>
                      <a:pt x="44" y="34"/>
                      <a:pt x="44" y="34"/>
                    </a:cubicBezTo>
                    <a:cubicBezTo>
                      <a:pt x="44" y="34"/>
                      <a:pt x="43" y="35"/>
                      <a:pt x="42" y="35"/>
                    </a:cubicBezTo>
                    <a:cubicBezTo>
                      <a:pt x="42" y="35"/>
                      <a:pt x="42" y="35"/>
                      <a:pt x="42" y="36"/>
                    </a:cubicBezTo>
                    <a:cubicBezTo>
                      <a:pt x="39" y="38"/>
                      <a:pt x="36" y="39"/>
                      <a:pt x="34" y="42"/>
                    </a:cubicBezTo>
                    <a:cubicBezTo>
                      <a:pt x="34" y="42"/>
                      <a:pt x="33" y="43"/>
                      <a:pt x="32" y="43"/>
                    </a:cubicBezTo>
                    <a:cubicBezTo>
                      <a:pt x="32" y="44"/>
                      <a:pt x="31" y="44"/>
                      <a:pt x="31" y="45"/>
                    </a:cubicBezTo>
                    <a:cubicBezTo>
                      <a:pt x="30" y="46"/>
                      <a:pt x="29" y="46"/>
                      <a:pt x="28" y="47"/>
                    </a:cubicBezTo>
                    <a:cubicBezTo>
                      <a:pt x="27" y="47"/>
                      <a:pt x="27" y="47"/>
                      <a:pt x="27" y="48"/>
                    </a:cubicBezTo>
                    <a:cubicBezTo>
                      <a:pt x="26" y="48"/>
                      <a:pt x="25" y="48"/>
                      <a:pt x="25" y="48"/>
                    </a:cubicBezTo>
                    <a:cubicBezTo>
                      <a:pt x="24" y="48"/>
                      <a:pt x="22" y="49"/>
                      <a:pt x="21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18" y="49"/>
                      <a:pt x="16" y="49"/>
                      <a:pt x="16" y="49"/>
                    </a:cubicBezTo>
                    <a:cubicBezTo>
                      <a:pt x="15" y="48"/>
                      <a:pt x="15" y="49"/>
                      <a:pt x="14" y="48"/>
                    </a:cubicBezTo>
                    <a:cubicBezTo>
                      <a:pt x="12" y="47"/>
                      <a:pt x="12" y="47"/>
                      <a:pt x="10" y="47"/>
                    </a:cubicBezTo>
                    <a:cubicBezTo>
                      <a:pt x="10" y="46"/>
                      <a:pt x="9" y="46"/>
                      <a:pt x="8" y="46"/>
                    </a:cubicBezTo>
                    <a:cubicBezTo>
                      <a:pt x="8" y="46"/>
                      <a:pt x="7" y="45"/>
                      <a:pt x="7" y="45"/>
                    </a:cubicBezTo>
                    <a:cubicBezTo>
                      <a:pt x="7" y="45"/>
                      <a:pt x="7" y="45"/>
                      <a:pt x="7" y="45"/>
                    </a:cubicBezTo>
                    <a:cubicBezTo>
                      <a:pt x="7" y="45"/>
                      <a:pt x="5" y="44"/>
                      <a:pt x="5" y="44"/>
                    </a:cubicBezTo>
                    <a:cubicBezTo>
                      <a:pt x="4" y="42"/>
                      <a:pt x="3" y="43"/>
                      <a:pt x="2" y="42"/>
                    </a:cubicBezTo>
                    <a:cubicBezTo>
                      <a:pt x="2" y="40"/>
                      <a:pt x="1" y="41"/>
                      <a:pt x="1" y="40"/>
                    </a:cubicBezTo>
                    <a:cubicBezTo>
                      <a:pt x="1" y="38"/>
                      <a:pt x="0" y="37"/>
                      <a:pt x="0" y="36"/>
                    </a:cubicBezTo>
                    <a:cubicBezTo>
                      <a:pt x="0" y="31"/>
                      <a:pt x="1" y="28"/>
                      <a:pt x="3" y="26"/>
                    </a:cubicBezTo>
                    <a:cubicBezTo>
                      <a:pt x="5" y="24"/>
                      <a:pt x="6" y="23"/>
                      <a:pt x="10" y="23"/>
                    </a:cubicBezTo>
                    <a:cubicBezTo>
                      <a:pt x="11" y="23"/>
                      <a:pt x="13" y="23"/>
                      <a:pt x="14" y="23"/>
                    </a:cubicBezTo>
                    <a:cubicBezTo>
                      <a:pt x="15" y="23"/>
                      <a:pt x="15" y="23"/>
                      <a:pt x="16" y="23"/>
                    </a:cubicBezTo>
                    <a:cubicBezTo>
                      <a:pt x="18" y="24"/>
                      <a:pt x="19" y="24"/>
                      <a:pt x="20" y="24"/>
                    </a:cubicBezTo>
                    <a:cubicBezTo>
                      <a:pt x="20" y="24"/>
                      <a:pt x="21" y="24"/>
                      <a:pt x="22" y="23"/>
                    </a:cubicBezTo>
                    <a:cubicBezTo>
                      <a:pt x="23" y="22"/>
                      <a:pt x="25" y="22"/>
                      <a:pt x="26" y="22"/>
                    </a:cubicBezTo>
                    <a:cubicBezTo>
                      <a:pt x="27" y="21"/>
                      <a:pt x="28" y="20"/>
                      <a:pt x="30" y="20"/>
                    </a:cubicBezTo>
                    <a:cubicBezTo>
                      <a:pt x="31" y="18"/>
                      <a:pt x="34" y="18"/>
                      <a:pt x="36" y="16"/>
                    </a:cubicBezTo>
                    <a:cubicBezTo>
                      <a:pt x="36" y="16"/>
                      <a:pt x="36" y="16"/>
                      <a:pt x="37" y="16"/>
                    </a:cubicBezTo>
                    <a:cubicBezTo>
                      <a:pt x="37" y="16"/>
                      <a:pt x="37" y="16"/>
                      <a:pt x="37" y="15"/>
                    </a:cubicBezTo>
                    <a:cubicBezTo>
                      <a:pt x="41" y="13"/>
                      <a:pt x="45" y="11"/>
                      <a:pt x="49" y="9"/>
                    </a:cubicBezTo>
                    <a:cubicBezTo>
                      <a:pt x="50" y="8"/>
                      <a:pt x="52" y="7"/>
                      <a:pt x="53" y="6"/>
                    </a:cubicBezTo>
                    <a:cubicBezTo>
                      <a:pt x="54" y="6"/>
                      <a:pt x="54" y="6"/>
                      <a:pt x="55" y="6"/>
                    </a:cubicBezTo>
                    <a:cubicBezTo>
                      <a:pt x="56" y="6"/>
                      <a:pt x="56" y="5"/>
                      <a:pt x="57" y="5"/>
                    </a:cubicBezTo>
                    <a:cubicBezTo>
                      <a:pt x="58" y="4"/>
                      <a:pt x="58" y="4"/>
                      <a:pt x="60" y="4"/>
                    </a:cubicBezTo>
                    <a:cubicBezTo>
                      <a:pt x="60" y="3"/>
                      <a:pt x="61" y="3"/>
                      <a:pt x="61" y="3"/>
                    </a:cubicBezTo>
                    <a:cubicBezTo>
                      <a:pt x="62" y="3"/>
                      <a:pt x="62" y="2"/>
                      <a:pt x="62" y="2"/>
                    </a:cubicBezTo>
                    <a:cubicBezTo>
                      <a:pt x="63" y="2"/>
                      <a:pt x="63" y="2"/>
                      <a:pt x="64" y="2"/>
                    </a:cubicBezTo>
                    <a:cubicBezTo>
                      <a:pt x="64" y="2"/>
                      <a:pt x="64" y="1"/>
                      <a:pt x="64" y="1"/>
                    </a:cubicBezTo>
                    <a:cubicBezTo>
                      <a:pt x="65" y="1"/>
                      <a:pt x="65" y="1"/>
                      <a:pt x="65" y="1"/>
                    </a:cubicBezTo>
                    <a:cubicBezTo>
                      <a:pt x="65" y="1"/>
                      <a:pt x="65" y="1"/>
                      <a:pt x="66" y="1"/>
                    </a:cubicBezTo>
                    <a:cubicBezTo>
                      <a:pt x="66" y="1"/>
                      <a:pt x="66" y="1"/>
                      <a:pt x="67" y="1"/>
                    </a:cubicBezTo>
                    <a:cubicBezTo>
                      <a:pt x="67" y="1"/>
                      <a:pt x="67" y="1"/>
                      <a:pt x="68" y="1"/>
                    </a:cubicBezTo>
                    <a:cubicBezTo>
                      <a:pt x="68" y="0"/>
                      <a:pt x="68" y="1"/>
                      <a:pt x="69" y="1"/>
                    </a:cubicBezTo>
                    <a:cubicBezTo>
                      <a:pt x="69" y="1"/>
                      <a:pt x="71" y="0"/>
                      <a:pt x="73" y="0"/>
                    </a:cubicBezTo>
                    <a:cubicBezTo>
                      <a:pt x="74" y="0"/>
                      <a:pt x="76" y="1"/>
                      <a:pt x="77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0" name="Freeform 8"/>
              <p:cNvSpPr/>
              <p:nvPr/>
            </p:nvSpPr>
            <p:spPr bwMode="auto">
              <a:xfrm>
                <a:off x="5497513" y="3151188"/>
                <a:ext cx="241300" cy="433388"/>
              </a:xfrm>
              <a:custGeom>
                <a:avLst/>
                <a:gdLst>
                  <a:gd name="T0" fmla="*/ 20 w 64"/>
                  <a:gd name="T1" fmla="*/ 44 h 115"/>
                  <a:gd name="T2" fmla="*/ 20 w 64"/>
                  <a:gd name="T3" fmla="*/ 35 h 115"/>
                  <a:gd name="T4" fmla="*/ 22 w 64"/>
                  <a:gd name="T5" fmla="*/ 32 h 115"/>
                  <a:gd name="T6" fmla="*/ 22 w 64"/>
                  <a:gd name="T7" fmla="*/ 25 h 115"/>
                  <a:gd name="T8" fmla="*/ 15 w 64"/>
                  <a:gd name="T9" fmla="*/ 24 h 115"/>
                  <a:gd name="T10" fmla="*/ 9 w 64"/>
                  <a:gd name="T11" fmla="*/ 23 h 115"/>
                  <a:gd name="T12" fmla="*/ 2 w 64"/>
                  <a:gd name="T13" fmla="*/ 18 h 115"/>
                  <a:gd name="T14" fmla="*/ 0 w 64"/>
                  <a:gd name="T15" fmla="*/ 12 h 115"/>
                  <a:gd name="T16" fmla="*/ 1 w 64"/>
                  <a:gd name="T17" fmla="*/ 10 h 115"/>
                  <a:gd name="T18" fmla="*/ 10 w 64"/>
                  <a:gd name="T19" fmla="*/ 8 h 115"/>
                  <a:gd name="T20" fmla="*/ 14 w 64"/>
                  <a:gd name="T21" fmla="*/ 7 h 115"/>
                  <a:gd name="T22" fmla="*/ 20 w 64"/>
                  <a:gd name="T23" fmla="*/ 3 h 115"/>
                  <a:gd name="T24" fmla="*/ 27 w 64"/>
                  <a:gd name="T25" fmla="*/ 0 h 115"/>
                  <a:gd name="T26" fmla="*/ 35 w 64"/>
                  <a:gd name="T27" fmla="*/ 0 h 115"/>
                  <a:gd name="T28" fmla="*/ 42 w 64"/>
                  <a:gd name="T29" fmla="*/ 6 h 115"/>
                  <a:gd name="T30" fmla="*/ 46 w 64"/>
                  <a:gd name="T31" fmla="*/ 12 h 115"/>
                  <a:gd name="T32" fmla="*/ 46 w 64"/>
                  <a:gd name="T33" fmla="*/ 17 h 115"/>
                  <a:gd name="T34" fmla="*/ 45 w 64"/>
                  <a:gd name="T35" fmla="*/ 25 h 115"/>
                  <a:gd name="T36" fmla="*/ 41 w 64"/>
                  <a:gd name="T37" fmla="*/ 39 h 115"/>
                  <a:gd name="T38" fmla="*/ 40 w 64"/>
                  <a:gd name="T39" fmla="*/ 42 h 115"/>
                  <a:gd name="T40" fmla="*/ 41 w 64"/>
                  <a:gd name="T41" fmla="*/ 49 h 115"/>
                  <a:gd name="T42" fmla="*/ 50 w 64"/>
                  <a:gd name="T43" fmla="*/ 48 h 115"/>
                  <a:gd name="T44" fmla="*/ 55 w 64"/>
                  <a:gd name="T45" fmla="*/ 48 h 115"/>
                  <a:gd name="T46" fmla="*/ 62 w 64"/>
                  <a:gd name="T47" fmla="*/ 55 h 115"/>
                  <a:gd name="T48" fmla="*/ 64 w 64"/>
                  <a:gd name="T49" fmla="*/ 58 h 115"/>
                  <a:gd name="T50" fmla="*/ 63 w 64"/>
                  <a:gd name="T51" fmla="*/ 62 h 115"/>
                  <a:gd name="T52" fmla="*/ 61 w 64"/>
                  <a:gd name="T53" fmla="*/ 70 h 115"/>
                  <a:gd name="T54" fmla="*/ 62 w 64"/>
                  <a:gd name="T55" fmla="*/ 75 h 115"/>
                  <a:gd name="T56" fmla="*/ 60 w 64"/>
                  <a:gd name="T57" fmla="*/ 82 h 115"/>
                  <a:gd name="T58" fmla="*/ 56 w 64"/>
                  <a:gd name="T59" fmla="*/ 84 h 115"/>
                  <a:gd name="T60" fmla="*/ 50 w 64"/>
                  <a:gd name="T61" fmla="*/ 97 h 115"/>
                  <a:gd name="T62" fmla="*/ 49 w 64"/>
                  <a:gd name="T63" fmla="*/ 100 h 115"/>
                  <a:gd name="T64" fmla="*/ 47 w 64"/>
                  <a:gd name="T65" fmla="*/ 104 h 115"/>
                  <a:gd name="T66" fmla="*/ 43 w 64"/>
                  <a:gd name="T67" fmla="*/ 110 h 115"/>
                  <a:gd name="T68" fmla="*/ 38 w 64"/>
                  <a:gd name="T69" fmla="*/ 114 h 115"/>
                  <a:gd name="T70" fmla="*/ 31 w 64"/>
                  <a:gd name="T71" fmla="*/ 115 h 115"/>
                  <a:gd name="T72" fmla="*/ 26 w 64"/>
                  <a:gd name="T73" fmla="*/ 113 h 115"/>
                  <a:gd name="T74" fmla="*/ 20 w 64"/>
                  <a:gd name="T75" fmla="*/ 111 h 115"/>
                  <a:gd name="T76" fmla="*/ 17 w 64"/>
                  <a:gd name="T77" fmla="*/ 110 h 115"/>
                  <a:gd name="T78" fmla="*/ 15 w 64"/>
                  <a:gd name="T79" fmla="*/ 110 h 115"/>
                  <a:gd name="T80" fmla="*/ 7 w 64"/>
                  <a:gd name="T81" fmla="*/ 109 h 115"/>
                  <a:gd name="T82" fmla="*/ 5 w 64"/>
                  <a:gd name="T83" fmla="*/ 102 h 115"/>
                  <a:gd name="T84" fmla="*/ 8 w 64"/>
                  <a:gd name="T85" fmla="*/ 96 h 115"/>
                  <a:gd name="T86" fmla="*/ 15 w 64"/>
                  <a:gd name="T87" fmla="*/ 92 h 115"/>
                  <a:gd name="T88" fmla="*/ 21 w 64"/>
                  <a:gd name="T89" fmla="*/ 88 h 115"/>
                  <a:gd name="T90" fmla="*/ 24 w 64"/>
                  <a:gd name="T91" fmla="*/ 86 h 115"/>
                  <a:gd name="T92" fmla="*/ 24 w 64"/>
                  <a:gd name="T93" fmla="*/ 84 h 115"/>
                  <a:gd name="T94" fmla="*/ 20 w 64"/>
                  <a:gd name="T95" fmla="*/ 82 h 115"/>
                  <a:gd name="T96" fmla="*/ 18 w 64"/>
                  <a:gd name="T97" fmla="*/ 79 h 115"/>
                  <a:gd name="T98" fmla="*/ 13 w 64"/>
                  <a:gd name="T99" fmla="*/ 76 h 115"/>
                  <a:gd name="T100" fmla="*/ 9 w 64"/>
                  <a:gd name="T101" fmla="*/ 76 h 115"/>
                  <a:gd name="T102" fmla="*/ 6 w 64"/>
                  <a:gd name="T103" fmla="*/ 72 h 115"/>
                  <a:gd name="T104" fmla="*/ 6 w 64"/>
                  <a:gd name="T105" fmla="*/ 68 h 115"/>
                  <a:gd name="T106" fmla="*/ 9 w 64"/>
                  <a:gd name="T107" fmla="*/ 62 h 115"/>
                  <a:gd name="T108" fmla="*/ 10 w 64"/>
                  <a:gd name="T109" fmla="*/ 60 h 115"/>
                  <a:gd name="T110" fmla="*/ 14 w 64"/>
                  <a:gd name="T111" fmla="*/ 57 h 115"/>
                  <a:gd name="T112" fmla="*/ 21 w 64"/>
                  <a:gd name="T113" fmla="*/ 56 h 115"/>
                  <a:gd name="T114" fmla="*/ 21 w 64"/>
                  <a:gd name="T115" fmla="*/ 52 h 115"/>
                  <a:gd name="T116" fmla="*/ 20 w 64"/>
                  <a:gd name="T117" fmla="*/ 45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64" h="115">
                    <a:moveTo>
                      <a:pt x="20" y="45"/>
                    </a:moveTo>
                    <a:cubicBezTo>
                      <a:pt x="20" y="45"/>
                      <a:pt x="20" y="44"/>
                      <a:pt x="20" y="44"/>
                    </a:cubicBezTo>
                    <a:cubicBezTo>
                      <a:pt x="20" y="41"/>
                      <a:pt x="20" y="41"/>
                      <a:pt x="20" y="38"/>
                    </a:cubicBezTo>
                    <a:cubicBezTo>
                      <a:pt x="20" y="37"/>
                      <a:pt x="20" y="36"/>
                      <a:pt x="20" y="35"/>
                    </a:cubicBezTo>
                    <a:cubicBezTo>
                      <a:pt x="21" y="35"/>
                      <a:pt x="21" y="34"/>
                      <a:pt x="21" y="33"/>
                    </a:cubicBezTo>
                    <a:cubicBezTo>
                      <a:pt x="21" y="33"/>
                      <a:pt x="21" y="32"/>
                      <a:pt x="22" y="32"/>
                    </a:cubicBezTo>
                    <a:cubicBezTo>
                      <a:pt x="22" y="30"/>
                      <a:pt x="23" y="29"/>
                      <a:pt x="23" y="28"/>
                    </a:cubicBezTo>
                    <a:cubicBezTo>
                      <a:pt x="23" y="27"/>
                      <a:pt x="23" y="25"/>
                      <a:pt x="22" y="25"/>
                    </a:cubicBezTo>
                    <a:cubicBezTo>
                      <a:pt x="21" y="24"/>
                      <a:pt x="20" y="24"/>
                      <a:pt x="19" y="24"/>
                    </a:cubicBezTo>
                    <a:cubicBezTo>
                      <a:pt x="19" y="23"/>
                      <a:pt x="16" y="24"/>
                      <a:pt x="15" y="24"/>
                    </a:cubicBezTo>
                    <a:cubicBezTo>
                      <a:pt x="15" y="24"/>
                      <a:pt x="13" y="24"/>
                      <a:pt x="13" y="24"/>
                    </a:cubicBezTo>
                    <a:cubicBezTo>
                      <a:pt x="11" y="24"/>
                      <a:pt x="10" y="23"/>
                      <a:pt x="9" y="23"/>
                    </a:cubicBezTo>
                    <a:cubicBezTo>
                      <a:pt x="8" y="23"/>
                      <a:pt x="4" y="20"/>
                      <a:pt x="4" y="20"/>
                    </a:cubicBezTo>
                    <a:cubicBezTo>
                      <a:pt x="3" y="19"/>
                      <a:pt x="3" y="18"/>
                      <a:pt x="2" y="18"/>
                    </a:cubicBezTo>
                    <a:cubicBezTo>
                      <a:pt x="2" y="17"/>
                      <a:pt x="1" y="17"/>
                      <a:pt x="1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0" y="12"/>
                      <a:pt x="0" y="11"/>
                      <a:pt x="0" y="11"/>
                    </a:cubicBezTo>
                    <a:cubicBezTo>
                      <a:pt x="0" y="10"/>
                      <a:pt x="0" y="10"/>
                      <a:pt x="1" y="10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5" y="9"/>
                      <a:pt x="7" y="8"/>
                      <a:pt x="10" y="8"/>
                    </a:cubicBezTo>
                    <a:cubicBezTo>
                      <a:pt x="11" y="7"/>
                      <a:pt x="13" y="7"/>
                      <a:pt x="13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5" y="6"/>
                      <a:pt x="15" y="6"/>
                      <a:pt x="16" y="6"/>
                    </a:cubicBezTo>
                    <a:cubicBezTo>
                      <a:pt x="17" y="4"/>
                      <a:pt x="18" y="4"/>
                      <a:pt x="20" y="3"/>
                    </a:cubicBezTo>
                    <a:cubicBezTo>
                      <a:pt x="21" y="3"/>
                      <a:pt x="22" y="2"/>
                      <a:pt x="23" y="2"/>
                    </a:cubicBezTo>
                    <a:cubicBezTo>
                      <a:pt x="24" y="1"/>
                      <a:pt x="26" y="0"/>
                      <a:pt x="27" y="0"/>
                    </a:cubicBezTo>
                    <a:cubicBezTo>
                      <a:pt x="29" y="0"/>
                      <a:pt x="30" y="0"/>
                      <a:pt x="33" y="0"/>
                    </a:cubicBezTo>
                    <a:cubicBezTo>
                      <a:pt x="33" y="0"/>
                      <a:pt x="35" y="0"/>
                      <a:pt x="35" y="0"/>
                    </a:cubicBezTo>
                    <a:cubicBezTo>
                      <a:pt x="36" y="1"/>
                      <a:pt x="38" y="2"/>
                      <a:pt x="39" y="2"/>
                    </a:cubicBezTo>
                    <a:cubicBezTo>
                      <a:pt x="40" y="3"/>
                      <a:pt x="41" y="6"/>
                      <a:pt x="42" y="6"/>
                    </a:cubicBezTo>
                    <a:cubicBezTo>
                      <a:pt x="43" y="7"/>
                      <a:pt x="44" y="9"/>
                      <a:pt x="45" y="9"/>
                    </a:cubicBezTo>
                    <a:cubicBezTo>
                      <a:pt x="45" y="10"/>
                      <a:pt x="45" y="11"/>
                      <a:pt x="46" y="12"/>
                    </a:cubicBezTo>
                    <a:cubicBezTo>
                      <a:pt x="46" y="12"/>
                      <a:pt x="46" y="13"/>
                      <a:pt x="46" y="14"/>
                    </a:cubicBezTo>
                    <a:cubicBezTo>
                      <a:pt x="46" y="15"/>
                      <a:pt x="46" y="16"/>
                      <a:pt x="46" y="17"/>
                    </a:cubicBezTo>
                    <a:cubicBezTo>
                      <a:pt x="46" y="18"/>
                      <a:pt x="46" y="19"/>
                      <a:pt x="46" y="21"/>
                    </a:cubicBezTo>
                    <a:cubicBezTo>
                      <a:pt x="46" y="22"/>
                      <a:pt x="45" y="24"/>
                      <a:pt x="45" y="25"/>
                    </a:cubicBezTo>
                    <a:cubicBezTo>
                      <a:pt x="44" y="28"/>
                      <a:pt x="43" y="32"/>
                      <a:pt x="42" y="34"/>
                    </a:cubicBezTo>
                    <a:cubicBezTo>
                      <a:pt x="41" y="35"/>
                      <a:pt x="41" y="37"/>
                      <a:pt x="41" y="39"/>
                    </a:cubicBezTo>
                    <a:cubicBezTo>
                      <a:pt x="40" y="39"/>
                      <a:pt x="40" y="40"/>
                      <a:pt x="40" y="40"/>
                    </a:cubicBezTo>
                    <a:cubicBezTo>
                      <a:pt x="40" y="42"/>
                      <a:pt x="40" y="40"/>
                      <a:pt x="40" y="42"/>
                    </a:cubicBezTo>
                    <a:cubicBezTo>
                      <a:pt x="40" y="44"/>
                      <a:pt x="40" y="43"/>
                      <a:pt x="40" y="45"/>
                    </a:cubicBezTo>
                    <a:cubicBezTo>
                      <a:pt x="41" y="46"/>
                      <a:pt x="40" y="47"/>
                      <a:pt x="41" y="49"/>
                    </a:cubicBezTo>
                    <a:cubicBezTo>
                      <a:pt x="41" y="49"/>
                      <a:pt x="41" y="51"/>
                      <a:pt x="41" y="50"/>
                    </a:cubicBezTo>
                    <a:cubicBezTo>
                      <a:pt x="43" y="50"/>
                      <a:pt x="48" y="48"/>
                      <a:pt x="50" y="48"/>
                    </a:cubicBezTo>
                    <a:cubicBezTo>
                      <a:pt x="50" y="48"/>
                      <a:pt x="50" y="48"/>
                      <a:pt x="50" y="48"/>
                    </a:cubicBezTo>
                    <a:cubicBezTo>
                      <a:pt x="52" y="48"/>
                      <a:pt x="53" y="48"/>
                      <a:pt x="55" y="48"/>
                    </a:cubicBezTo>
                    <a:cubicBezTo>
                      <a:pt x="57" y="48"/>
                      <a:pt x="57" y="49"/>
                      <a:pt x="60" y="51"/>
                    </a:cubicBezTo>
                    <a:cubicBezTo>
                      <a:pt x="61" y="52"/>
                      <a:pt x="62" y="54"/>
                      <a:pt x="62" y="55"/>
                    </a:cubicBezTo>
                    <a:cubicBezTo>
                      <a:pt x="62" y="55"/>
                      <a:pt x="62" y="55"/>
                      <a:pt x="63" y="55"/>
                    </a:cubicBezTo>
                    <a:cubicBezTo>
                      <a:pt x="63" y="56"/>
                      <a:pt x="63" y="57"/>
                      <a:pt x="64" y="58"/>
                    </a:cubicBezTo>
                    <a:cubicBezTo>
                      <a:pt x="64" y="59"/>
                      <a:pt x="64" y="59"/>
                      <a:pt x="64" y="60"/>
                    </a:cubicBezTo>
                    <a:cubicBezTo>
                      <a:pt x="64" y="61"/>
                      <a:pt x="63" y="61"/>
                      <a:pt x="63" y="62"/>
                    </a:cubicBezTo>
                    <a:cubicBezTo>
                      <a:pt x="62" y="64"/>
                      <a:pt x="63" y="64"/>
                      <a:pt x="62" y="66"/>
                    </a:cubicBezTo>
                    <a:cubicBezTo>
                      <a:pt x="61" y="66"/>
                      <a:pt x="61" y="70"/>
                      <a:pt x="61" y="70"/>
                    </a:cubicBezTo>
                    <a:cubicBezTo>
                      <a:pt x="61" y="70"/>
                      <a:pt x="61" y="70"/>
                      <a:pt x="61" y="71"/>
                    </a:cubicBezTo>
                    <a:cubicBezTo>
                      <a:pt x="61" y="72"/>
                      <a:pt x="62" y="73"/>
                      <a:pt x="62" y="75"/>
                    </a:cubicBezTo>
                    <a:cubicBezTo>
                      <a:pt x="63" y="77"/>
                      <a:pt x="62" y="79"/>
                      <a:pt x="61" y="80"/>
                    </a:cubicBezTo>
                    <a:cubicBezTo>
                      <a:pt x="60" y="81"/>
                      <a:pt x="60" y="81"/>
                      <a:pt x="60" y="82"/>
                    </a:cubicBezTo>
                    <a:cubicBezTo>
                      <a:pt x="58" y="82"/>
                      <a:pt x="58" y="83"/>
                      <a:pt x="58" y="83"/>
                    </a:cubicBezTo>
                    <a:cubicBezTo>
                      <a:pt x="57" y="83"/>
                      <a:pt x="56" y="83"/>
                      <a:pt x="56" y="84"/>
                    </a:cubicBezTo>
                    <a:cubicBezTo>
                      <a:pt x="54" y="84"/>
                      <a:pt x="51" y="84"/>
                      <a:pt x="50" y="85"/>
                    </a:cubicBezTo>
                    <a:cubicBezTo>
                      <a:pt x="50" y="89"/>
                      <a:pt x="50" y="93"/>
                      <a:pt x="50" y="97"/>
                    </a:cubicBezTo>
                    <a:cubicBezTo>
                      <a:pt x="50" y="97"/>
                      <a:pt x="49" y="98"/>
                      <a:pt x="49" y="99"/>
                    </a:cubicBezTo>
                    <a:cubicBezTo>
                      <a:pt x="49" y="99"/>
                      <a:pt x="49" y="100"/>
                      <a:pt x="49" y="100"/>
                    </a:cubicBezTo>
                    <a:cubicBezTo>
                      <a:pt x="49" y="101"/>
                      <a:pt x="48" y="102"/>
                      <a:pt x="48" y="102"/>
                    </a:cubicBezTo>
                    <a:cubicBezTo>
                      <a:pt x="48" y="103"/>
                      <a:pt x="48" y="103"/>
                      <a:pt x="47" y="104"/>
                    </a:cubicBezTo>
                    <a:cubicBezTo>
                      <a:pt x="47" y="105"/>
                      <a:pt x="46" y="107"/>
                      <a:pt x="45" y="108"/>
                    </a:cubicBezTo>
                    <a:cubicBezTo>
                      <a:pt x="44" y="109"/>
                      <a:pt x="44" y="109"/>
                      <a:pt x="43" y="110"/>
                    </a:cubicBezTo>
                    <a:cubicBezTo>
                      <a:pt x="42" y="111"/>
                      <a:pt x="41" y="111"/>
                      <a:pt x="41" y="112"/>
                    </a:cubicBezTo>
                    <a:cubicBezTo>
                      <a:pt x="40" y="113"/>
                      <a:pt x="39" y="113"/>
                      <a:pt x="38" y="114"/>
                    </a:cubicBezTo>
                    <a:cubicBezTo>
                      <a:pt x="37" y="114"/>
                      <a:pt x="35" y="114"/>
                      <a:pt x="34" y="115"/>
                    </a:cubicBezTo>
                    <a:cubicBezTo>
                      <a:pt x="33" y="115"/>
                      <a:pt x="32" y="115"/>
                      <a:pt x="31" y="115"/>
                    </a:cubicBezTo>
                    <a:cubicBezTo>
                      <a:pt x="30" y="114"/>
                      <a:pt x="29" y="114"/>
                      <a:pt x="28" y="114"/>
                    </a:cubicBezTo>
                    <a:cubicBezTo>
                      <a:pt x="27" y="114"/>
                      <a:pt x="26" y="113"/>
                      <a:pt x="26" y="113"/>
                    </a:cubicBezTo>
                    <a:cubicBezTo>
                      <a:pt x="25" y="112"/>
                      <a:pt x="25" y="112"/>
                      <a:pt x="24" y="112"/>
                    </a:cubicBezTo>
                    <a:cubicBezTo>
                      <a:pt x="23" y="111"/>
                      <a:pt x="22" y="111"/>
                      <a:pt x="20" y="111"/>
                    </a:cubicBezTo>
                    <a:cubicBezTo>
                      <a:pt x="20" y="111"/>
                      <a:pt x="20" y="110"/>
                      <a:pt x="19" y="110"/>
                    </a:cubicBezTo>
                    <a:cubicBezTo>
                      <a:pt x="18" y="110"/>
                      <a:pt x="18" y="110"/>
                      <a:pt x="17" y="110"/>
                    </a:cubicBezTo>
                    <a:cubicBezTo>
                      <a:pt x="16" y="110"/>
                      <a:pt x="15" y="110"/>
                      <a:pt x="15" y="110"/>
                    </a:cubicBezTo>
                    <a:cubicBezTo>
                      <a:pt x="15" y="110"/>
                      <a:pt x="15" y="110"/>
                      <a:pt x="15" y="110"/>
                    </a:cubicBezTo>
                    <a:cubicBezTo>
                      <a:pt x="13" y="110"/>
                      <a:pt x="11" y="110"/>
                      <a:pt x="10" y="110"/>
                    </a:cubicBezTo>
                    <a:cubicBezTo>
                      <a:pt x="9" y="110"/>
                      <a:pt x="8" y="109"/>
                      <a:pt x="7" y="109"/>
                    </a:cubicBezTo>
                    <a:cubicBezTo>
                      <a:pt x="7" y="109"/>
                      <a:pt x="6" y="108"/>
                      <a:pt x="6" y="108"/>
                    </a:cubicBezTo>
                    <a:cubicBezTo>
                      <a:pt x="4" y="105"/>
                      <a:pt x="5" y="104"/>
                      <a:pt x="5" y="102"/>
                    </a:cubicBezTo>
                    <a:cubicBezTo>
                      <a:pt x="5" y="101"/>
                      <a:pt x="5" y="100"/>
                      <a:pt x="6" y="100"/>
                    </a:cubicBezTo>
                    <a:cubicBezTo>
                      <a:pt x="6" y="98"/>
                      <a:pt x="7" y="97"/>
                      <a:pt x="8" y="96"/>
                    </a:cubicBezTo>
                    <a:cubicBezTo>
                      <a:pt x="9" y="94"/>
                      <a:pt x="11" y="94"/>
                      <a:pt x="12" y="93"/>
                    </a:cubicBezTo>
                    <a:cubicBezTo>
                      <a:pt x="14" y="92"/>
                      <a:pt x="13" y="92"/>
                      <a:pt x="15" y="92"/>
                    </a:cubicBezTo>
                    <a:cubicBezTo>
                      <a:pt x="16" y="91"/>
                      <a:pt x="18" y="90"/>
                      <a:pt x="19" y="89"/>
                    </a:cubicBezTo>
                    <a:cubicBezTo>
                      <a:pt x="20" y="89"/>
                      <a:pt x="20" y="88"/>
                      <a:pt x="21" y="88"/>
                    </a:cubicBezTo>
                    <a:cubicBezTo>
                      <a:pt x="21" y="87"/>
                      <a:pt x="22" y="87"/>
                      <a:pt x="22" y="87"/>
                    </a:cubicBezTo>
                    <a:cubicBezTo>
                      <a:pt x="23" y="86"/>
                      <a:pt x="23" y="86"/>
                      <a:pt x="24" y="86"/>
                    </a:cubicBezTo>
                    <a:cubicBezTo>
                      <a:pt x="24" y="86"/>
                      <a:pt x="24" y="86"/>
                      <a:pt x="24" y="86"/>
                    </a:cubicBezTo>
                    <a:cubicBezTo>
                      <a:pt x="24" y="85"/>
                      <a:pt x="24" y="85"/>
                      <a:pt x="24" y="84"/>
                    </a:cubicBezTo>
                    <a:cubicBezTo>
                      <a:pt x="24" y="84"/>
                      <a:pt x="24" y="84"/>
                      <a:pt x="24" y="83"/>
                    </a:cubicBezTo>
                    <a:cubicBezTo>
                      <a:pt x="22" y="83"/>
                      <a:pt x="21" y="82"/>
                      <a:pt x="20" y="82"/>
                    </a:cubicBezTo>
                    <a:cubicBezTo>
                      <a:pt x="20" y="81"/>
                      <a:pt x="19" y="81"/>
                      <a:pt x="18" y="81"/>
                    </a:cubicBezTo>
                    <a:cubicBezTo>
                      <a:pt x="18" y="81"/>
                      <a:pt x="18" y="79"/>
                      <a:pt x="18" y="79"/>
                    </a:cubicBezTo>
                    <a:cubicBezTo>
                      <a:pt x="16" y="79"/>
                      <a:pt x="16" y="77"/>
                      <a:pt x="15" y="77"/>
                    </a:cubicBezTo>
                    <a:cubicBezTo>
                      <a:pt x="14" y="77"/>
                      <a:pt x="14" y="77"/>
                      <a:pt x="13" y="76"/>
                    </a:cubicBezTo>
                    <a:cubicBezTo>
                      <a:pt x="13" y="76"/>
                      <a:pt x="12" y="76"/>
                      <a:pt x="11" y="76"/>
                    </a:cubicBezTo>
                    <a:cubicBezTo>
                      <a:pt x="11" y="76"/>
                      <a:pt x="10" y="76"/>
                      <a:pt x="9" y="76"/>
                    </a:cubicBezTo>
                    <a:cubicBezTo>
                      <a:pt x="7" y="75"/>
                      <a:pt x="8" y="75"/>
                      <a:pt x="7" y="74"/>
                    </a:cubicBezTo>
                    <a:cubicBezTo>
                      <a:pt x="6" y="74"/>
                      <a:pt x="6" y="73"/>
                      <a:pt x="6" y="72"/>
                    </a:cubicBezTo>
                    <a:cubicBezTo>
                      <a:pt x="6" y="71"/>
                      <a:pt x="6" y="70"/>
                      <a:pt x="6" y="69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6" y="66"/>
                      <a:pt x="8" y="64"/>
                      <a:pt x="8" y="63"/>
                    </a:cubicBezTo>
                    <a:cubicBezTo>
                      <a:pt x="8" y="63"/>
                      <a:pt x="9" y="62"/>
                      <a:pt x="9" y="62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9" y="61"/>
                      <a:pt x="10" y="61"/>
                      <a:pt x="10" y="60"/>
                    </a:cubicBezTo>
                    <a:cubicBezTo>
                      <a:pt x="11" y="59"/>
                      <a:pt x="11" y="58"/>
                      <a:pt x="12" y="58"/>
                    </a:cubicBezTo>
                    <a:cubicBezTo>
                      <a:pt x="13" y="57"/>
                      <a:pt x="13" y="57"/>
                      <a:pt x="14" y="57"/>
                    </a:cubicBezTo>
                    <a:cubicBezTo>
                      <a:pt x="16" y="57"/>
                      <a:pt x="17" y="57"/>
                      <a:pt x="18" y="57"/>
                    </a:cubicBezTo>
                    <a:cubicBezTo>
                      <a:pt x="19" y="56"/>
                      <a:pt x="20" y="56"/>
                      <a:pt x="21" y="56"/>
                    </a:cubicBezTo>
                    <a:cubicBezTo>
                      <a:pt x="21" y="55"/>
                      <a:pt x="20" y="54"/>
                      <a:pt x="21" y="54"/>
                    </a:cubicBezTo>
                    <a:cubicBezTo>
                      <a:pt x="21" y="53"/>
                      <a:pt x="20" y="53"/>
                      <a:pt x="21" y="52"/>
                    </a:cubicBezTo>
                    <a:cubicBezTo>
                      <a:pt x="20" y="51"/>
                      <a:pt x="20" y="51"/>
                      <a:pt x="20" y="50"/>
                    </a:cubicBezTo>
                    <a:cubicBezTo>
                      <a:pt x="20" y="49"/>
                      <a:pt x="20" y="46"/>
                      <a:pt x="20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1" name="Freeform 9"/>
              <p:cNvSpPr/>
              <p:nvPr/>
            </p:nvSpPr>
            <p:spPr bwMode="auto">
              <a:xfrm>
                <a:off x="5576888" y="2940050"/>
                <a:ext cx="255588" cy="192088"/>
              </a:xfrm>
              <a:custGeom>
                <a:avLst/>
                <a:gdLst>
                  <a:gd name="T0" fmla="*/ 11 w 68"/>
                  <a:gd name="T1" fmla="*/ 42 h 51"/>
                  <a:gd name="T2" fmla="*/ 16 w 68"/>
                  <a:gd name="T3" fmla="*/ 36 h 51"/>
                  <a:gd name="T4" fmla="*/ 21 w 68"/>
                  <a:gd name="T5" fmla="*/ 30 h 51"/>
                  <a:gd name="T6" fmla="*/ 22 w 68"/>
                  <a:gd name="T7" fmla="*/ 28 h 51"/>
                  <a:gd name="T8" fmla="*/ 23 w 68"/>
                  <a:gd name="T9" fmla="*/ 26 h 51"/>
                  <a:gd name="T10" fmla="*/ 20 w 68"/>
                  <a:gd name="T11" fmla="*/ 26 h 51"/>
                  <a:gd name="T12" fmla="*/ 17 w 68"/>
                  <a:gd name="T13" fmla="*/ 27 h 51"/>
                  <a:gd name="T14" fmla="*/ 15 w 68"/>
                  <a:gd name="T15" fmla="*/ 28 h 51"/>
                  <a:gd name="T16" fmla="*/ 10 w 68"/>
                  <a:gd name="T17" fmla="*/ 30 h 51"/>
                  <a:gd name="T18" fmla="*/ 6 w 68"/>
                  <a:gd name="T19" fmla="*/ 32 h 51"/>
                  <a:gd name="T20" fmla="*/ 2 w 68"/>
                  <a:gd name="T21" fmla="*/ 27 h 51"/>
                  <a:gd name="T22" fmla="*/ 1 w 68"/>
                  <a:gd name="T23" fmla="*/ 22 h 51"/>
                  <a:gd name="T24" fmla="*/ 0 w 68"/>
                  <a:gd name="T25" fmla="*/ 17 h 51"/>
                  <a:gd name="T26" fmla="*/ 4 w 68"/>
                  <a:gd name="T27" fmla="*/ 11 h 51"/>
                  <a:gd name="T28" fmla="*/ 5 w 68"/>
                  <a:gd name="T29" fmla="*/ 10 h 51"/>
                  <a:gd name="T30" fmla="*/ 7 w 68"/>
                  <a:gd name="T31" fmla="*/ 9 h 51"/>
                  <a:gd name="T32" fmla="*/ 15 w 68"/>
                  <a:gd name="T33" fmla="*/ 6 h 51"/>
                  <a:gd name="T34" fmla="*/ 29 w 68"/>
                  <a:gd name="T35" fmla="*/ 2 h 51"/>
                  <a:gd name="T36" fmla="*/ 35 w 68"/>
                  <a:gd name="T37" fmla="*/ 2 h 51"/>
                  <a:gd name="T38" fmla="*/ 44 w 68"/>
                  <a:gd name="T39" fmla="*/ 1 h 51"/>
                  <a:gd name="T40" fmla="*/ 57 w 68"/>
                  <a:gd name="T41" fmla="*/ 1 h 51"/>
                  <a:gd name="T42" fmla="*/ 59 w 68"/>
                  <a:gd name="T43" fmla="*/ 3 h 51"/>
                  <a:gd name="T44" fmla="*/ 60 w 68"/>
                  <a:gd name="T45" fmla="*/ 3 h 51"/>
                  <a:gd name="T46" fmla="*/ 64 w 68"/>
                  <a:gd name="T47" fmla="*/ 4 h 51"/>
                  <a:gd name="T48" fmla="*/ 68 w 68"/>
                  <a:gd name="T49" fmla="*/ 10 h 51"/>
                  <a:gd name="T50" fmla="*/ 68 w 68"/>
                  <a:gd name="T51" fmla="*/ 16 h 51"/>
                  <a:gd name="T52" fmla="*/ 66 w 68"/>
                  <a:gd name="T53" fmla="*/ 20 h 51"/>
                  <a:gd name="T54" fmla="*/ 64 w 68"/>
                  <a:gd name="T55" fmla="*/ 24 h 51"/>
                  <a:gd name="T56" fmla="*/ 61 w 68"/>
                  <a:gd name="T57" fmla="*/ 26 h 51"/>
                  <a:gd name="T58" fmla="*/ 56 w 68"/>
                  <a:gd name="T59" fmla="*/ 26 h 51"/>
                  <a:gd name="T60" fmla="*/ 53 w 68"/>
                  <a:gd name="T61" fmla="*/ 27 h 51"/>
                  <a:gd name="T62" fmla="*/ 46 w 68"/>
                  <a:gd name="T63" fmla="*/ 28 h 51"/>
                  <a:gd name="T64" fmla="*/ 43 w 68"/>
                  <a:gd name="T65" fmla="*/ 31 h 51"/>
                  <a:gd name="T66" fmla="*/ 37 w 68"/>
                  <a:gd name="T67" fmla="*/ 35 h 51"/>
                  <a:gd name="T68" fmla="*/ 31 w 68"/>
                  <a:gd name="T69" fmla="*/ 39 h 51"/>
                  <a:gd name="T70" fmla="*/ 28 w 68"/>
                  <a:gd name="T71" fmla="*/ 43 h 51"/>
                  <a:gd name="T72" fmla="*/ 23 w 68"/>
                  <a:gd name="T73" fmla="*/ 46 h 51"/>
                  <a:gd name="T74" fmla="*/ 21 w 68"/>
                  <a:gd name="T75" fmla="*/ 48 h 51"/>
                  <a:gd name="T76" fmla="*/ 17 w 68"/>
                  <a:gd name="T77" fmla="*/ 50 h 51"/>
                  <a:gd name="T78" fmla="*/ 11 w 68"/>
                  <a:gd name="T79" fmla="*/ 49 h 51"/>
                  <a:gd name="T80" fmla="*/ 10 w 68"/>
                  <a:gd name="T81" fmla="*/ 44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68" h="51">
                    <a:moveTo>
                      <a:pt x="10" y="44"/>
                    </a:moveTo>
                    <a:cubicBezTo>
                      <a:pt x="11" y="43"/>
                      <a:pt x="10" y="43"/>
                      <a:pt x="11" y="42"/>
                    </a:cubicBezTo>
                    <a:cubicBezTo>
                      <a:pt x="13" y="40"/>
                      <a:pt x="13" y="39"/>
                      <a:pt x="13" y="39"/>
                    </a:cubicBezTo>
                    <a:cubicBezTo>
                      <a:pt x="15" y="38"/>
                      <a:pt x="15" y="37"/>
                      <a:pt x="16" y="36"/>
                    </a:cubicBezTo>
                    <a:cubicBezTo>
                      <a:pt x="17" y="35"/>
                      <a:pt x="18" y="34"/>
                      <a:pt x="20" y="32"/>
                    </a:cubicBezTo>
                    <a:cubicBezTo>
                      <a:pt x="20" y="31"/>
                      <a:pt x="21" y="30"/>
                      <a:pt x="21" y="30"/>
                    </a:cubicBezTo>
                    <a:cubicBezTo>
                      <a:pt x="21" y="29"/>
                      <a:pt x="21" y="29"/>
                      <a:pt x="21" y="29"/>
                    </a:cubicBezTo>
                    <a:cubicBezTo>
                      <a:pt x="22" y="29"/>
                      <a:pt x="22" y="28"/>
                      <a:pt x="22" y="28"/>
                    </a:cubicBezTo>
                    <a:cubicBezTo>
                      <a:pt x="22" y="28"/>
                      <a:pt x="22" y="28"/>
                      <a:pt x="22" y="28"/>
                    </a:cubicBezTo>
                    <a:cubicBezTo>
                      <a:pt x="23" y="27"/>
                      <a:pt x="23" y="27"/>
                      <a:pt x="23" y="26"/>
                    </a:cubicBezTo>
                    <a:cubicBezTo>
                      <a:pt x="24" y="25"/>
                      <a:pt x="25" y="25"/>
                      <a:pt x="25" y="25"/>
                    </a:cubicBezTo>
                    <a:cubicBezTo>
                      <a:pt x="24" y="25"/>
                      <a:pt x="21" y="25"/>
                      <a:pt x="20" y="26"/>
                    </a:cubicBezTo>
                    <a:cubicBezTo>
                      <a:pt x="20" y="26"/>
                      <a:pt x="20" y="26"/>
                      <a:pt x="19" y="26"/>
                    </a:cubicBezTo>
                    <a:cubicBezTo>
                      <a:pt x="18" y="27"/>
                      <a:pt x="18" y="27"/>
                      <a:pt x="17" y="27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15" y="27"/>
                      <a:pt x="15" y="28"/>
                      <a:pt x="15" y="28"/>
                    </a:cubicBezTo>
                    <a:cubicBezTo>
                      <a:pt x="14" y="28"/>
                      <a:pt x="13" y="29"/>
                      <a:pt x="12" y="29"/>
                    </a:cubicBezTo>
                    <a:cubicBezTo>
                      <a:pt x="12" y="30"/>
                      <a:pt x="10" y="30"/>
                      <a:pt x="10" y="30"/>
                    </a:cubicBezTo>
                    <a:cubicBezTo>
                      <a:pt x="9" y="31"/>
                      <a:pt x="9" y="31"/>
                      <a:pt x="8" y="32"/>
                    </a:cubicBezTo>
                    <a:cubicBezTo>
                      <a:pt x="7" y="32"/>
                      <a:pt x="6" y="32"/>
                      <a:pt x="6" y="32"/>
                    </a:cubicBezTo>
                    <a:cubicBezTo>
                      <a:pt x="4" y="31"/>
                      <a:pt x="5" y="31"/>
                      <a:pt x="4" y="31"/>
                    </a:cubicBezTo>
                    <a:cubicBezTo>
                      <a:pt x="3" y="29"/>
                      <a:pt x="3" y="28"/>
                      <a:pt x="2" y="27"/>
                    </a:cubicBezTo>
                    <a:cubicBezTo>
                      <a:pt x="2" y="27"/>
                      <a:pt x="2" y="26"/>
                      <a:pt x="2" y="25"/>
                    </a:cubicBezTo>
                    <a:cubicBezTo>
                      <a:pt x="1" y="24"/>
                      <a:pt x="1" y="23"/>
                      <a:pt x="1" y="22"/>
                    </a:cubicBezTo>
                    <a:cubicBezTo>
                      <a:pt x="1" y="22"/>
                      <a:pt x="0" y="21"/>
                      <a:pt x="0" y="20"/>
                    </a:cubicBezTo>
                    <a:cubicBezTo>
                      <a:pt x="0" y="19"/>
                      <a:pt x="0" y="18"/>
                      <a:pt x="0" y="17"/>
                    </a:cubicBezTo>
                    <a:cubicBezTo>
                      <a:pt x="1" y="17"/>
                      <a:pt x="1" y="16"/>
                      <a:pt x="1" y="16"/>
                    </a:cubicBezTo>
                    <a:cubicBezTo>
                      <a:pt x="1" y="14"/>
                      <a:pt x="3" y="13"/>
                      <a:pt x="4" y="11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4" y="10"/>
                      <a:pt x="5" y="10"/>
                      <a:pt x="5" y="10"/>
                    </a:cubicBezTo>
                    <a:cubicBezTo>
                      <a:pt x="6" y="10"/>
                      <a:pt x="6" y="10"/>
                      <a:pt x="6" y="9"/>
                    </a:cubicBezTo>
                    <a:cubicBezTo>
                      <a:pt x="7" y="9"/>
                      <a:pt x="7" y="10"/>
                      <a:pt x="7" y="9"/>
                    </a:cubicBezTo>
                    <a:cubicBezTo>
                      <a:pt x="9" y="9"/>
                      <a:pt x="11" y="7"/>
                      <a:pt x="14" y="7"/>
                    </a:cubicBezTo>
                    <a:cubicBezTo>
                      <a:pt x="14" y="6"/>
                      <a:pt x="15" y="6"/>
                      <a:pt x="15" y="6"/>
                    </a:cubicBezTo>
                    <a:cubicBezTo>
                      <a:pt x="16" y="6"/>
                      <a:pt x="17" y="5"/>
                      <a:pt x="18" y="5"/>
                    </a:cubicBezTo>
                    <a:cubicBezTo>
                      <a:pt x="21" y="3"/>
                      <a:pt x="25" y="2"/>
                      <a:pt x="29" y="2"/>
                    </a:cubicBezTo>
                    <a:cubicBezTo>
                      <a:pt x="30" y="2"/>
                      <a:pt x="31" y="2"/>
                      <a:pt x="31" y="2"/>
                    </a:cubicBezTo>
                    <a:cubicBezTo>
                      <a:pt x="33" y="2"/>
                      <a:pt x="34" y="2"/>
                      <a:pt x="35" y="2"/>
                    </a:cubicBezTo>
                    <a:cubicBezTo>
                      <a:pt x="36" y="2"/>
                      <a:pt x="36" y="1"/>
                      <a:pt x="37" y="1"/>
                    </a:cubicBezTo>
                    <a:cubicBezTo>
                      <a:pt x="39" y="1"/>
                      <a:pt x="42" y="1"/>
                      <a:pt x="44" y="1"/>
                    </a:cubicBezTo>
                    <a:cubicBezTo>
                      <a:pt x="45" y="0"/>
                      <a:pt x="51" y="0"/>
                      <a:pt x="54" y="0"/>
                    </a:cubicBezTo>
                    <a:cubicBezTo>
                      <a:pt x="55" y="0"/>
                      <a:pt x="56" y="0"/>
                      <a:pt x="57" y="1"/>
                    </a:cubicBezTo>
                    <a:cubicBezTo>
                      <a:pt x="57" y="1"/>
                      <a:pt x="58" y="2"/>
                      <a:pt x="59" y="2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60" y="3"/>
                      <a:pt x="60" y="3"/>
                    </a:cubicBezTo>
                    <a:cubicBezTo>
                      <a:pt x="60" y="3"/>
                      <a:pt x="60" y="3"/>
                      <a:pt x="60" y="3"/>
                    </a:cubicBezTo>
                    <a:cubicBezTo>
                      <a:pt x="61" y="3"/>
                      <a:pt x="62" y="4"/>
                      <a:pt x="64" y="4"/>
                    </a:cubicBezTo>
                    <a:cubicBezTo>
                      <a:pt x="64" y="5"/>
                      <a:pt x="65" y="5"/>
                      <a:pt x="65" y="5"/>
                    </a:cubicBezTo>
                    <a:cubicBezTo>
                      <a:pt x="66" y="7"/>
                      <a:pt x="67" y="9"/>
                      <a:pt x="68" y="10"/>
                    </a:cubicBezTo>
                    <a:cubicBezTo>
                      <a:pt x="68" y="11"/>
                      <a:pt x="68" y="12"/>
                      <a:pt x="68" y="12"/>
                    </a:cubicBezTo>
                    <a:cubicBezTo>
                      <a:pt x="68" y="14"/>
                      <a:pt x="68" y="15"/>
                      <a:pt x="68" y="16"/>
                    </a:cubicBezTo>
                    <a:cubicBezTo>
                      <a:pt x="68" y="17"/>
                      <a:pt x="68" y="17"/>
                      <a:pt x="68" y="18"/>
                    </a:cubicBezTo>
                    <a:cubicBezTo>
                      <a:pt x="68" y="18"/>
                      <a:pt x="67" y="19"/>
                      <a:pt x="66" y="20"/>
                    </a:cubicBezTo>
                    <a:cubicBezTo>
                      <a:pt x="66" y="21"/>
                      <a:pt x="65" y="21"/>
                      <a:pt x="65" y="22"/>
                    </a:cubicBezTo>
                    <a:cubicBezTo>
                      <a:pt x="64" y="23"/>
                      <a:pt x="64" y="23"/>
                      <a:pt x="64" y="24"/>
                    </a:cubicBezTo>
                    <a:cubicBezTo>
                      <a:pt x="63" y="24"/>
                      <a:pt x="63" y="25"/>
                      <a:pt x="63" y="25"/>
                    </a:cubicBezTo>
                    <a:cubicBezTo>
                      <a:pt x="62" y="26"/>
                      <a:pt x="61" y="26"/>
                      <a:pt x="61" y="26"/>
                    </a:cubicBezTo>
                    <a:cubicBezTo>
                      <a:pt x="59" y="26"/>
                      <a:pt x="59" y="26"/>
                      <a:pt x="58" y="26"/>
                    </a:cubicBezTo>
                    <a:cubicBezTo>
                      <a:pt x="57" y="26"/>
                      <a:pt x="57" y="26"/>
                      <a:pt x="56" y="26"/>
                    </a:cubicBezTo>
                    <a:cubicBezTo>
                      <a:pt x="56" y="26"/>
                      <a:pt x="55" y="26"/>
                      <a:pt x="55" y="26"/>
                    </a:cubicBezTo>
                    <a:cubicBezTo>
                      <a:pt x="54" y="26"/>
                      <a:pt x="53" y="26"/>
                      <a:pt x="53" y="27"/>
                    </a:cubicBezTo>
                    <a:cubicBezTo>
                      <a:pt x="52" y="27"/>
                      <a:pt x="51" y="27"/>
                      <a:pt x="49" y="27"/>
                    </a:cubicBezTo>
                    <a:cubicBezTo>
                      <a:pt x="48" y="27"/>
                      <a:pt x="47" y="28"/>
                      <a:pt x="46" y="28"/>
                    </a:cubicBezTo>
                    <a:cubicBezTo>
                      <a:pt x="46" y="29"/>
                      <a:pt x="45" y="29"/>
                      <a:pt x="45" y="29"/>
                    </a:cubicBezTo>
                    <a:cubicBezTo>
                      <a:pt x="44" y="30"/>
                      <a:pt x="44" y="30"/>
                      <a:pt x="43" y="31"/>
                    </a:cubicBezTo>
                    <a:cubicBezTo>
                      <a:pt x="42" y="31"/>
                      <a:pt x="42" y="31"/>
                      <a:pt x="41" y="32"/>
                    </a:cubicBezTo>
                    <a:cubicBezTo>
                      <a:pt x="41" y="33"/>
                      <a:pt x="38" y="34"/>
                      <a:pt x="37" y="35"/>
                    </a:cubicBezTo>
                    <a:cubicBezTo>
                      <a:pt x="36" y="35"/>
                      <a:pt x="36" y="36"/>
                      <a:pt x="34" y="37"/>
                    </a:cubicBezTo>
                    <a:cubicBezTo>
                      <a:pt x="33" y="38"/>
                      <a:pt x="32" y="39"/>
                      <a:pt x="31" y="39"/>
                    </a:cubicBezTo>
                    <a:cubicBezTo>
                      <a:pt x="31" y="40"/>
                      <a:pt x="30" y="40"/>
                      <a:pt x="29" y="41"/>
                    </a:cubicBezTo>
                    <a:cubicBezTo>
                      <a:pt x="29" y="41"/>
                      <a:pt x="28" y="43"/>
                      <a:pt x="28" y="43"/>
                    </a:cubicBezTo>
                    <a:cubicBezTo>
                      <a:pt x="27" y="43"/>
                      <a:pt x="25" y="44"/>
                      <a:pt x="25" y="44"/>
                    </a:cubicBezTo>
                    <a:cubicBezTo>
                      <a:pt x="24" y="45"/>
                      <a:pt x="24" y="45"/>
                      <a:pt x="23" y="46"/>
                    </a:cubicBezTo>
                    <a:cubicBezTo>
                      <a:pt x="23" y="46"/>
                      <a:pt x="22" y="47"/>
                      <a:pt x="22" y="47"/>
                    </a:cubicBezTo>
                    <a:cubicBezTo>
                      <a:pt x="22" y="47"/>
                      <a:pt x="21" y="47"/>
                      <a:pt x="21" y="48"/>
                    </a:cubicBezTo>
                    <a:cubicBezTo>
                      <a:pt x="20" y="48"/>
                      <a:pt x="19" y="49"/>
                      <a:pt x="19" y="49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6" y="51"/>
                      <a:pt x="16" y="51"/>
                      <a:pt x="14" y="50"/>
                    </a:cubicBezTo>
                    <a:cubicBezTo>
                      <a:pt x="13" y="50"/>
                      <a:pt x="12" y="50"/>
                      <a:pt x="11" y="49"/>
                    </a:cubicBezTo>
                    <a:cubicBezTo>
                      <a:pt x="11" y="49"/>
                      <a:pt x="11" y="48"/>
                      <a:pt x="10" y="48"/>
                    </a:cubicBezTo>
                    <a:cubicBezTo>
                      <a:pt x="9" y="47"/>
                      <a:pt x="9" y="45"/>
                      <a:pt x="10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2" name="Freeform 10"/>
              <p:cNvSpPr/>
              <p:nvPr/>
            </p:nvSpPr>
            <p:spPr bwMode="auto">
              <a:xfrm>
                <a:off x="5456238" y="2997200"/>
                <a:ext cx="120650" cy="109538"/>
              </a:xfrm>
              <a:custGeom>
                <a:avLst/>
                <a:gdLst>
                  <a:gd name="T0" fmla="*/ 13 w 32"/>
                  <a:gd name="T1" fmla="*/ 29 h 29"/>
                  <a:gd name="T2" fmla="*/ 10 w 32"/>
                  <a:gd name="T3" fmla="*/ 28 h 29"/>
                  <a:gd name="T4" fmla="*/ 4 w 32"/>
                  <a:gd name="T5" fmla="*/ 25 h 29"/>
                  <a:gd name="T6" fmla="*/ 3 w 32"/>
                  <a:gd name="T7" fmla="*/ 23 h 29"/>
                  <a:gd name="T8" fmla="*/ 1 w 32"/>
                  <a:gd name="T9" fmla="*/ 19 h 29"/>
                  <a:gd name="T10" fmla="*/ 1 w 32"/>
                  <a:gd name="T11" fmla="*/ 19 h 29"/>
                  <a:gd name="T12" fmla="*/ 0 w 32"/>
                  <a:gd name="T13" fmla="*/ 12 h 29"/>
                  <a:gd name="T14" fmla="*/ 1 w 32"/>
                  <a:gd name="T15" fmla="*/ 10 h 29"/>
                  <a:gd name="T16" fmla="*/ 1 w 32"/>
                  <a:gd name="T17" fmla="*/ 9 h 29"/>
                  <a:gd name="T18" fmla="*/ 2 w 32"/>
                  <a:gd name="T19" fmla="*/ 6 h 29"/>
                  <a:gd name="T20" fmla="*/ 9 w 32"/>
                  <a:gd name="T21" fmla="*/ 1 h 29"/>
                  <a:gd name="T22" fmla="*/ 10 w 32"/>
                  <a:gd name="T23" fmla="*/ 0 h 29"/>
                  <a:gd name="T24" fmla="*/ 11 w 32"/>
                  <a:gd name="T25" fmla="*/ 0 h 29"/>
                  <a:gd name="T26" fmla="*/ 14 w 32"/>
                  <a:gd name="T27" fmla="*/ 0 h 29"/>
                  <a:gd name="T28" fmla="*/ 15 w 32"/>
                  <a:gd name="T29" fmla="*/ 0 h 29"/>
                  <a:gd name="T30" fmla="*/ 20 w 32"/>
                  <a:gd name="T31" fmla="*/ 2 h 29"/>
                  <a:gd name="T32" fmla="*/ 25 w 32"/>
                  <a:gd name="T33" fmla="*/ 7 h 29"/>
                  <a:gd name="T34" fmla="*/ 27 w 32"/>
                  <a:gd name="T35" fmla="*/ 9 h 29"/>
                  <a:gd name="T36" fmla="*/ 27 w 32"/>
                  <a:gd name="T37" fmla="*/ 9 h 29"/>
                  <a:gd name="T38" fmla="*/ 29 w 32"/>
                  <a:gd name="T39" fmla="*/ 12 h 29"/>
                  <a:gd name="T40" fmla="*/ 30 w 32"/>
                  <a:gd name="T41" fmla="*/ 13 h 29"/>
                  <a:gd name="T42" fmla="*/ 32 w 32"/>
                  <a:gd name="T43" fmla="*/ 17 h 29"/>
                  <a:gd name="T44" fmla="*/ 32 w 32"/>
                  <a:gd name="T45" fmla="*/ 19 h 29"/>
                  <a:gd name="T46" fmla="*/ 29 w 32"/>
                  <a:gd name="T47" fmla="*/ 23 h 29"/>
                  <a:gd name="T48" fmla="*/ 20 w 32"/>
                  <a:gd name="T49" fmla="*/ 28 h 29"/>
                  <a:gd name="T50" fmla="*/ 16 w 32"/>
                  <a:gd name="T51" fmla="*/ 29 h 29"/>
                  <a:gd name="T52" fmla="*/ 13 w 32"/>
                  <a:gd name="T53" fmla="*/ 2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2" h="29">
                    <a:moveTo>
                      <a:pt x="13" y="29"/>
                    </a:moveTo>
                    <a:cubicBezTo>
                      <a:pt x="11" y="29"/>
                      <a:pt x="10" y="29"/>
                      <a:pt x="10" y="28"/>
                    </a:cubicBezTo>
                    <a:cubicBezTo>
                      <a:pt x="8" y="27"/>
                      <a:pt x="6" y="26"/>
                      <a:pt x="4" y="25"/>
                    </a:cubicBezTo>
                    <a:cubicBezTo>
                      <a:pt x="4" y="25"/>
                      <a:pt x="3" y="24"/>
                      <a:pt x="3" y="23"/>
                    </a:cubicBezTo>
                    <a:cubicBezTo>
                      <a:pt x="2" y="22"/>
                      <a:pt x="1" y="20"/>
                      <a:pt x="1" y="19"/>
                    </a:cubicBezTo>
                    <a:cubicBezTo>
                      <a:pt x="1" y="19"/>
                      <a:pt x="1" y="19"/>
                      <a:pt x="1" y="19"/>
                    </a:cubicBezTo>
                    <a:cubicBezTo>
                      <a:pt x="1" y="17"/>
                      <a:pt x="0" y="13"/>
                      <a:pt x="0" y="12"/>
                    </a:cubicBezTo>
                    <a:cubicBezTo>
                      <a:pt x="0" y="11"/>
                      <a:pt x="0" y="10"/>
                      <a:pt x="1" y="10"/>
                    </a:cubicBezTo>
                    <a:cubicBezTo>
                      <a:pt x="1" y="10"/>
                      <a:pt x="1" y="9"/>
                      <a:pt x="1" y="9"/>
                    </a:cubicBezTo>
                    <a:cubicBezTo>
                      <a:pt x="1" y="8"/>
                      <a:pt x="2" y="7"/>
                      <a:pt x="2" y="6"/>
                    </a:cubicBezTo>
                    <a:cubicBezTo>
                      <a:pt x="4" y="3"/>
                      <a:pt x="6" y="3"/>
                      <a:pt x="9" y="1"/>
                    </a:cubicBezTo>
                    <a:cubicBezTo>
                      <a:pt x="9" y="1"/>
                      <a:pt x="10" y="0"/>
                      <a:pt x="10" y="0"/>
                    </a:cubicBezTo>
                    <a:cubicBezTo>
                      <a:pt x="10" y="0"/>
                      <a:pt x="10" y="0"/>
                      <a:pt x="11" y="0"/>
                    </a:cubicBezTo>
                    <a:cubicBezTo>
                      <a:pt x="12" y="0"/>
                      <a:pt x="13" y="0"/>
                      <a:pt x="14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7" y="0"/>
                      <a:pt x="18" y="1"/>
                      <a:pt x="20" y="2"/>
                    </a:cubicBezTo>
                    <a:cubicBezTo>
                      <a:pt x="22" y="4"/>
                      <a:pt x="23" y="5"/>
                      <a:pt x="25" y="7"/>
                    </a:cubicBezTo>
                    <a:cubicBezTo>
                      <a:pt x="25" y="7"/>
                      <a:pt x="26" y="8"/>
                      <a:pt x="27" y="9"/>
                    </a:cubicBezTo>
                    <a:cubicBezTo>
                      <a:pt x="27" y="9"/>
                      <a:pt x="27" y="9"/>
                      <a:pt x="27" y="9"/>
                    </a:cubicBezTo>
                    <a:cubicBezTo>
                      <a:pt x="28" y="10"/>
                      <a:pt x="28" y="11"/>
                      <a:pt x="29" y="12"/>
                    </a:cubicBezTo>
                    <a:cubicBezTo>
                      <a:pt x="29" y="13"/>
                      <a:pt x="29" y="13"/>
                      <a:pt x="30" y="13"/>
                    </a:cubicBezTo>
                    <a:cubicBezTo>
                      <a:pt x="30" y="14"/>
                      <a:pt x="31" y="14"/>
                      <a:pt x="32" y="17"/>
                    </a:cubicBezTo>
                    <a:cubicBezTo>
                      <a:pt x="31" y="17"/>
                      <a:pt x="32" y="18"/>
                      <a:pt x="32" y="19"/>
                    </a:cubicBezTo>
                    <a:cubicBezTo>
                      <a:pt x="31" y="19"/>
                      <a:pt x="32" y="22"/>
                      <a:pt x="29" y="23"/>
                    </a:cubicBezTo>
                    <a:cubicBezTo>
                      <a:pt x="26" y="23"/>
                      <a:pt x="22" y="27"/>
                      <a:pt x="20" y="28"/>
                    </a:cubicBezTo>
                    <a:cubicBezTo>
                      <a:pt x="18" y="29"/>
                      <a:pt x="17" y="29"/>
                      <a:pt x="16" y="29"/>
                    </a:cubicBezTo>
                    <a:cubicBezTo>
                      <a:pt x="15" y="29"/>
                      <a:pt x="14" y="29"/>
                      <a:pt x="13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3" name="Freeform 11"/>
              <p:cNvSpPr/>
              <p:nvPr/>
            </p:nvSpPr>
            <p:spPr bwMode="auto">
              <a:xfrm>
                <a:off x="3522663" y="2879725"/>
                <a:ext cx="282575" cy="101600"/>
              </a:xfrm>
              <a:custGeom>
                <a:avLst/>
                <a:gdLst>
                  <a:gd name="T0" fmla="*/ 44 w 75"/>
                  <a:gd name="T1" fmla="*/ 27 h 27"/>
                  <a:gd name="T2" fmla="*/ 41 w 75"/>
                  <a:gd name="T3" fmla="*/ 27 h 27"/>
                  <a:gd name="T4" fmla="*/ 39 w 75"/>
                  <a:gd name="T5" fmla="*/ 26 h 27"/>
                  <a:gd name="T6" fmla="*/ 36 w 75"/>
                  <a:gd name="T7" fmla="*/ 26 h 27"/>
                  <a:gd name="T8" fmla="*/ 35 w 75"/>
                  <a:gd name="T9" fmla="*/ 25 h 27"/>
                  <a:gd name="T10" fmla="*/ 33 w 75"/>
                  <a:gd name="T11" fmla="*/ 25 h 27"/>
                  <a:gd name="T12" fmla="*/ 30 w 75"/>
                  <a:gd name="T13" fmla="*/ 25 h 27"/>
                  <a:gd name="T14" fmla="*/ 25 w 75"/>
                  <a:gd name="T15" fmla="*/ 26 h 27"/>
                  <a:gd name="T16" fmla="*/ 17 w 75"/>
                  <a:gd name="T17" fmla="*/ 26 h 27"/>
                  <a:gd name="T18" fmla="*/ 15 w 75"/>
                  <a:gd name="T19" fmla="*/ 27 h 27"/>
                  <a:gd name="T20" fmla="*/ 12 w 75"/>
                  <a:gd name="T21" fmla="*/ 26 h 27"/>
                  <a:gd name="T22" fmla="*/ 9 w 75"/>
                  <a:gd name="T23" fmla="*/ 25 h 27"/>
                  <a:gd name="T24" fmla="*/ 5 w 75"/>
                  <a:gd name="T25" fmla="*/ 24 h 27"/>
                  <a:gd name="T26" fmla="*/ 5 w 75"/>
                  <a:gd name="T27" fmla="*/ 24 h 27"/>
                  <a:gd name="T28" fmla="*/ 3 w 75"/>
                  <a:gd name="T29" fmla="*/ 23 h 27"/>
                  <a:gd name="T30" fmla="*/ 1 w 75"/>
                  <a:gd name="T31" fmla="*/ 21 h 27"/>
                  <a:gd name="T32" fmla="*/ 0 w 75"/>
                  <a:gd name="T33" fmla="*/ 18 h 27"/>
                  <a:gd name="T34" fmla="*/ 0 w 75"/>
                  <a:gd name="T35" fmla="*/ 16 h 27"/>
                  <a:gd name="T36" fmla="*/ 1 w 75"/>
                  <a:gd name="T37" fmla="*/ 14 h 27"/>
                  <a:gd name="T38" fmla="*/ 5 w 75"/>
                  <a:gd name="T39" fmla="*/ 10 h 27"/>
                  <a:gd name="T40" fmla="*/ 6 w 75"/>
                  <a:gd name="T41" fmla="*/ 9 h 27"/>
                  <a:gd name="T42" fmla="*/ 6 w 75"/>
                  <a:gd name="T43" fmla="*/ 9 h 27"/>
                  <a:gd name="T44" fmla="*/ 11 w 75"/>
                  <a:gd name="T45" fmla="*/ 7 h 27"/>
                  <a:gd name="T46" fmla="*/ 11 w 75"/>
                  <a:gd name="T47" fmla="*/ 7 h 27"/>
                  <a:gd name="T48" fmla="*/ 14 w 75"/>
                  <a:gd name="T49" fmla="*/ 6 h 27"/>
                  <a:gd name="T50" fmla="*/ 16 w 75"/>
                  <a:gd name="T51" fmla="*/ 5 h 27"/>
                  <a:gd name="T52" fmla="*/ 18 w 75"/>
                  <a:gd name="T53" fmla="*/ 5 h 27"/>
                  <a:gd name="T54" fmla="*/ 21 w 75"/>
                  <a:gd name="T55" fmla="*/ 4 h 27"/>
                  <a:gd name="T56" fmla="*/ 23 w 75"/>
                  <a:gd name="T57" fmla="*/ 4 h 27"/>
                  <a:gd name="T58" fmla="*/ 25 w 75"/>
                  <a:gd name="T59" fmla="*/ 3 h 27"/>
                  <a:gd name="T60" fmla="*/ 26 w 75"/>
                  <a:gd name="T61" fmla="*/ 3 h 27"/>
                  <a:gd name="T62" fmla="*/ 35 w 75"/>
                  <a:gd name="T63" fmla="*/ 3 h 27"/>
                  <a:gd name="T64" fmla="*/ 35 w 75"/>
                  <a:gd name="T65" fmla="*/ 3 h 27"/>
                  <a:gd name="T66" fmla="*/ 44 w 75"/>
                  <a:gd name="T67" fmla="*/ 2 h 27"/>
                  <a:gd name="T68" fmla="*/ 48 w 75"/>
                  <a:gd name="T69" fmla="*/ 1 h 27"/>
                  <a:gd name="T70" fmla="*/ 60 w 75"/>
                  <a:gd name="T71" fmla="*/ 0 h 27"/>
                  <a:gd name="T72" fmla="*/ 62 w 75"/>
                  <a:gd name="T73" fmla="*/ 1 h 27"/>
                  <a:gd name="T74" fmla="*/ 64 w 75"/>
                  <a:gd name="T75" fmla="*/ 1 h 27"/>
                  <a:gd name="T76" fmla="*/ 65 w 75"/>
                  <a:gd name="T77" fmla="*/ 1 h 27"/>
                  <a:gd name="T78" fmla="*/ 66 w 75"/>
                  <a:gd name="T79" fmla="*/ 1 h 27"/>
                  <a:gd name="T80" fmla="*/ 69 w 75"/>
                  <a:gd name="T81" fmla="*/ 2 h 27"/>
                  <a:gd name="T82" fmla="*/ 72 w 75"/>
                  <a:gd name="T83" fmla="*/ 4 h 27"/>
                  <a:gd name="T84" fmla="*/ 74 w 75"/>
                  <a:gd name="T85" fmla="*/ 6 h 27"/>
                  <a:gd name="T86" fmla="*/ 74 w 75"/>
                  <a:gd name="T87" fmla="*/ 9 h 27"/>
                  <a:gd name="T88" fmla="*/ 75 w 75"/>
                  <a:gd name="T89" fmla="*/ 12 h 27"/>
                  <a:gd name="T90" fmla="*/ 74 w 75"/>
                  <a:gd name="T91" fmla="*/ 14 h 27"/>
                  <a:gd name="T92" fmla="*/ 74 w 75"/>
                  <a:gd name="T93" fmla="*/ 15 h 27"/>
                  <a:gd name="T94" fmla="*/ 74 w 75"/>
                  <a:gd name="T95" fmla="*/ 16 h 27"/>
                  <a:gd name="T96" fmla="*/ 73 w 75"/>
                  <a:gd name="T97" fmla="*/ 17 h 27"/>
                  <a:gd name="T98" fmla="*/ 71 w 75"/>
                  <a:gd name="T99" fmla="*/ 19 h 27"/>
                  <a:gd name="T100" fmla="*/ 69 w 75"/>
                  <a:gd name="T101" fmla="*/ 21 h 27"/>
                  <a:gd name="T102" fmla="*/ 63 w 75"/>
                  <a:gd name="T103" fmla="*/ 22 h 27"/>
                  <a:gd name="T104" fmla="*/ 62 w 75"/>
                  <a:gd name="T105" fmla="*/ 23 h 27"/>
                  <a:gd name="T106" fmla="*/ 58 w 75"/>
                  <a:gd name="T107" fmla="*/ 24 h 27"/>
                  <a:gd name="T108" fmla="*/ 55 w 75"/>
                  <a:gd name="T109" fmla="*/ 25 h 27"/>
                  <a:gd name="T110" fmla="*/ 53 w 75"/>
                  <a:gd name="T111" fmla="*/ 26 h 27"/>
                  <a:gd name="T112" fmla="*/ 52 w 75"/>
                  <a:gd name="T113" fmla="*/ 26 h 27"/>
                  <a:gd name="T114" fmla="*/ 47 w 75"/>
                  <a:gd name="T115" fmla="*/ 27 h 27"/>
                  <a:gd name="T116" fmla="*/ 44 w 75"/>
                  <a:gd name="T11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75" h="27">
                    <a:moveTo>
                      <a:pt x="44" y="27"/>
                    </a:moveTo>
                    <a:cubicBezTo>
                      <a:pt x="43" y="27"/>
                      <a:pt x="42" y="27"/>
                      <a:pt x="41" y="27"/>
                    </a:cubicBezTo>
                    <a:cubicBezTo>
                      <a:pt x="40" y="27"/>
                      <a:pt x="40" y="26"/>
                      <a:pt x="39" y="26"/>
                    </a:cubicBezTo>
                    <a:cubicBezTo>
                      <a:pt x="38" y="26"/>
                      <a:pt x="37" y="26"/>
                      <a:pt x="36" y="26"/>
                    </a:cubicBezTo>
                    <a:cubicBezTo>
                      <a:pt x="36" y="26"/>
                      <a:pt x="35" y="26"/>
                      <a:pt x="35" y="25"/>
                    </a:cubicBezTo>
                    <a:cubicBezTo>
                      <a:pt x="34" y="25"/>
                      <a:pt x="34" y="25"/>
                      <a:pt x="33" y="25"/>
                    </a:cubicBezTo>
                    <a:cubicBezTo>
                      <a:pt x="33" y="25"/>
                      <a:pt x="31" y="25"/>
                      <a:pt x="30" y="25"/>
                    </a:cubicBezTo>
                    <a:cubicBezTo>
                      <a:pt x="28" y="25"/>
                      <a:pt x="27" y="25"/>
                      <a:pt x="25" y="26"/>
                    </a:cubicBezTo>
                    <a:cubicBezTo>
                      <a:pt x="22" y="26"/>
                      <a:pt x="21" y="26"/>
                      <a:pt x="17" y="26"/>
                    </a:cubicBezTo>
                    <a:cubicBezTo>
                      <a:pt x="16" y="27"/>
                      <a:pt x="15" y="27"/>
                      <a:pt x="15" y="27"/>
                    </a:cubicBezTo>
                    <a:cubicBezTo>
                      <a:pt x="14" y="27"/>
                      <a:pt x="13" y="26"/>
                      <a:pt x="12" y="26"/>
                    </a:cubicBezTo>
                    <a:cubicBezTo>
                      <a:pt x="11" y="26"/>
                      <a:pt x="10" y="25"/>
                      <a:pt x="9" y="25"/>
                    </a:cubicBezTo>
                    <a:cubicBezTo>
                      <a:pt x="8" y="25"/>
                      <a:pt x="6" y="25"/>
                      <a:pt x="5" y="24"/>
                    </a:cubicBezTo>
                    <a:cubicBezTo>
                      <a:pt x="5" y="24"/>
                      <a:pt x="5" y="24"/>
                      <a:pt x="5" y="24"/>
                    </a:cubicBezTo>
                    <a:cubicBezTo>
                      <a:pt x="4" y="23"/>
                      <a:pt x="3" y="23"/>
                      <a:pt x="3" y="23"/>
                    </a:cubicBezTo>
                    <a:cubicBezTo>
                      <a:pt x="2" y="21"/>
                      <a:pt x="2" y="22"/>
                      <a:pt x="1" y="21"/>
                    </a:cubicBezTo>
                    <a:cubicBezTo>
                      <a:pt x="1" y="20"/>
                      <a:pt x="0" y="19"/>
                      <a:pt x="0" y="18"/>
                    </a:cubicBezTo>
                    <a:cubicBezTo>
                      <a:pt x="0" y="17"/>
                      <a:pt x="0" y="17"/>
                      <a:pt x="0" y="16"/>
                    </a:cubicBezTo>
                    <a:cubicBezTo>
                      <a:pt x="1" y="15"/>
                      <a:pt x="1" y="14"/>
                      <a:pt x="1" y="14"/>
                    </a:cubicBezTo>
                    <a:cubicBezTo>
                      <a:pt x="2" y="12"/>
                      <a:pt x="4" y="11"/>
                      <a:pt x="5" y="10"/>
                    </a:cubicBezTo>
                    <a:cubicBezTo>
                      <a:pt x="5" y="10"/>
                      <a:pt x="6" y="9"/>
                      <a:pt x="6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8" y="8"/>
                      <a:pt x="9" y="8"/>
                      <a:pt x="11" y="7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12" y="7"/>
                      <a:pt x="13" y="6"/>
                      <a:pt x="14" y="6"/>
                    </a:cubicBezTo>
                    <a:cubicBezTo>
                      <a:pt x="14" y="6"/>
                      <a:pt x="15" y="6"/>
                      <a:pt x="16" y="5"/>
                    </a:cubicBezTo>
                    <a:cubicBezTo>
                      <a:pt x="16" y="5"/>
                      <a:pt x="17" y="5"/>
                      <a:pt x="18" y="5"/>
                    </a:cubicBezTo>
                    <a:cubicBezTo>
                      <a:pt x="19" y="5"/>
                      <a:pt x="20" y="4"/>
                      <a:pt x="21" y="4"/>
                    </a:cubicBezTo>
                    <a:cubicBezTo>
                      <a:pt x="22" y="4"/>
                      <a:pt x="23" y="4"/>
                      <a:pt x="23" y="4"/>
                    </a:cubicBezTo>
                    <a:cubicBezTo>
                      <a:pt x="24" y="3"/>
                      <a:pt x="25" y="3"/>
                      <a:pt x="25" y="3"/>
                    </a:cubicBezTo>
                    <a:cubicBezTo>
                      <a:pt x="25" y="3"/>
                      <a:pt x="26" y="3"/>
                      <a:pt x="26" y="3"/>
                    </a:cubicBezTo>
                    <a:cubicBezTo>
                      <a:pt x="29" y="3"/>
                      <a:pt x="32" y="3"/>
                      <a:pt x="35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8" y="2"/>
                      <a:pt x="41" y="2"/>
                      <a:pt x="44" y="2"/>
                    </a:cubicBezTo>
                    <a:cubicBezTo>
                      <a:pt x="45" y="2"/>
                      <a:pt x="46" y="1"/>
                      <a:pt x="48" y="1"/>
                    </a:cubicBezTo>
                    <a:cubicBezTo>
                      <a:pt x="48" y="0"/>
                      <a:pt x="58" y="0"/>
                      <a:pt x="60" y="0"/>
                    </a:cubicBezTo>
                    <a:cubicBezTo>
                      <a:pt x="61" y="0"/>
                      <a:pt x="62" y="0"/>
                      <a:pt x="62" y="1"/>
                    </a:cubicBezTo>
                    <a:cubicBezTo>
                      <a:pt x="63" y="1"/>
                      <a:pt x="64" y="1"/>
                      <a:pt x="64" y="1"/>
                    </a:cubicBezTo>
                    <a:cubicBezTo>
                      <a:pt x="64" y="1"/>
                      <a:pt x="65" y="1"/>
                      <a:pt x="65" y="1"/>
                    </a:cubicBezTo>
                    <a:cubicBezTo>
                      <a:pt x="65" y="1"/>
                      <a:pt x="66" y="1"/>
                      <a:pt x="66" y="1"/>
                    </a:cubicBezTo>
                    <a:cubicBezTo>
                      <a:pt x="67" y="1"/>
                      <a:pt x="68" y="2"/>
                      <a:pt x="69" y="2"/>
                    </a:cubicBezTo>
                    <a:cubicBezTo>
                      <a:pt x="70" y="3"/>
                      <a:pt x="71" y="3"/>
                      <a:pt x="72" y="4"/>
                    </a:cubicBezTo>
                    <a:cubicBezTo>
                      <a:pt x="72" y="5"/>
                      <a:pt x="73" y="5"/>
                      <a:pt x="74" y="6"/>
                    </a:cubicBezTo>
                    <a:cubicBezTo>
                      <a:pt x="74" y="7"/>
                      <a:pt x="74" y="8"/>
                      <a:pt x="74" y="9"/>
                    </a:cubicBezTo>
                    <a:cubicBezTo>
                      <a:pt x="74" y="10"/>
                      <a:pt x="74" y="11"/>
                      <a:pt x="75" y="12"/>
                    </a:cubicBezTo>
                    <a:cubicBezTo>
                      <a:pt x="74" y="13"/>
                      <a:pt x="74" y="13"/>
                      <a:pt x="74" y="14"/>
                    </a:cubicBezTo>
                    <a:cubicBezTo>
                      <a:pt x="74" y="14"/>
                      <a:pt x="74" y="14"/>
                      <a:pt x="74" y="15"/>
                    </a:cubicBezTo>
                    <a:cubicBezTo>
                      <a:pt x="74" y="15"/>
                      <a:pt x="74" y="15"/>
                      <a:pt x="74" y="16"/>
                    </a:cubicBezTo>
                    <a:cubicBezTo>
                      <a:pt x="74" y="16"/>
                      <a:pt x="73" y="17"/>
                      <a:pt x="73" y="17"/>
                    </a:cubicBezTo>
                    <a:cubicBezTo>
                      <a:pt x="73" y="18"/>
                      <a:pt x="72" y="19"/>
                      <a:pt x="71" y="19"/>
                    </a:cubicBezTo>
                    <a:cubicBezTo>
                      <a:pt x="71" y="20"/>
                      <a:pt x="70" y="20"/>
                      <a:pt x="69" y="21"/>
                    </a:cubicBezTo>
                    <a:cubicBezTo>
                      <a:pt x="68" y="21"/>
                      <a:pt x="65" y="22"/>
                      <a:pt x="63" y="22"/>
                    </a:cubicBezTo>
                    <a:cubicBezTo>
                      <a:pt x="63" y="23"/>
                      <a:pt x="62" y="23"/>
                      <a:pt x="62" y="23"/>
                    </a:cubicBezTo>
                    <a:cubicBezTo>
                      <a:pt x="60" y="23"/>
                      <a:pt x="59" y="24"/>
                      <a:pt x="58" y="24"/>
                    </a:cubicBezTo>
                    <a:cubicBezTo>
                      <a:pt x="57" y="24"/>
                      <a:pt x="57" y="25"/>
                      <a:pt x="55" y="25"/>
                    </a:cubicBezTo>
                    <a:cubicBezTo>
                      <a:pt x="54" y="25"/>
                      <a:pt x="54" y="26"/>
                      <a:pt x="53" y="26"/>
                    </a:cubicBezTo>
                    <a:cubicBezTo>
                      <a:pt x="52" y="26"/>
                      <a:pt x="52" y="26"/>
                      <a:pt x="52" y="26"/>
                    </a:cubicBezTo>
                    <a:cubicBezTo>
                      <a:pt x="50" y="26"/>
                      <a:pt x="49" y="27"/>
                      <a:pt x="47" y="27"/>
                    </a:cubicBezTo>
                    <a:cubicBezTo>
                      <a:pt x="46" y="27"/>
                      <a:pt x="45" y="27"/>
                      <a:pt x="44" y="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4" name="Freeform 12"/>
              <p:cNvSpPr/>
              <p:nvPr/>
            </p:nvSpPr>
            <p:spPr bwMode="auto">
              <a:xfrm>
                <a:off x="5097463" y="3309938"/>
                <a:ext cx="161925" cy="173038"/>
              </a:xfrm>
              <a:custGeom>
                <a:avLst/>
                <a:gdLst>
                  <a:gd name="T0" fmla="*/ 29 w 43"/>
                  <a:gd name="T1" fmla="*/ 46 h 46"/>
                  <a:gd name="T2" fmla="*/ 27 w 43"/>
                  <a:gd name="T3" fmla="*/ 45 h 46"/>
                  <a:gd name="T4" fmla="*/ 26 w 43"/>
                  <a:gd name="T5" fmla="*/ 44 h 46"/>
                  <a:gd name="T6" fmla="*/ 24 w 43"/>
                  <a:gd name="T7" fmla="*/ 40 h 46"/>
                  <a:gd name="T8" fmla="*/ 21 w 43"/>
                  <a:gd name="T9" fmla="*/ 35 h 46"/>
                  <a:gd name="T10" fmla="*/ 19 w 43"/>
                  <a:gd name="T11" fmla="*/ 31 h 46"/>
                  <a:gd name="T12" fmla="*/ 16 w 43"/>
                  <a:gd name="T13" fmla="*/ 26 h 46"/>
                  <a:gd name="T14" fmla="*/ 11 w 43"/>
                  <a:gd name="T15" fmla="*/ 21 h 46"/>
                  <a:gd name="T16" fmla="*/ 9 w 43"/>
                  <a:gd name="T17" fmla="*/ 20 h 46"/>
                  <a:gd name="T18" fmla="*/ 8 w 43"/>
                  <a:gd name="T19" fmla="*/ 18 h 46"/>
                  <a:gd name="T20" fmla="*/ 7 w 43"/>
                  <a:gd name="T21" fmla="*/ 18 h 46"/>
                  <a:gd name="T22" fmla="*/ 5 w 43"/>
                  <a:gd name="T23" fmla="*/ 17 h 46"/>
                  <a:gd name="T24" fmla="*/ 5 w 43"/>
                  <a:gd name="T25" fmla="*/ 16 h 46"/>
                  <a:gd name="T26" fmla="*/ 3 w 43"/>
                  <a:gd name="T27" fmla="*/ 14 h 46"/>
                  <a:gd name="T28" fmla="*/ 3 w 43"/>
                  <a:gd name="T29" fmla="*/ 14 h 46"/>
                  <a:gd name="T30" fmla="*/ 1 w 43"/>
                  <a:gd name="T31" fmla="*/ 12 h 46"/>
                  <a:gd name="T32" fmla="*/ 0 w 43"/>
                  <a:gd name="T33" fmla="*/ 10 h 46"/>
                  <a:gd name="T34" fmla="*/ 0 w 43"/>
                  <a:gd name="T35" fmla="*/ 9 h 46"/>
                  <a:gd name="T36" fmla="*/ 0 w 43"/>
                  <a:gd name="T37" fmla="*/ 6 h 46"/>
                  <a:gd name="T38" fmla="*/ 2 w 43"/>
                  <a:gd name="T39" fmla="*/ 3 h 46"/>
                  <a:gd name="T40" fmla="*/ 3 w 43"/>
                  <a:gd name="T41" fmla="*/ 1 h 46"/>
                  <a:gd name="T42" fmla="*/ 7 w 43"/>
                  <a:gd name="T43" fmla="*/ 0 h 46"/>
                  <a:gd name="T44" fmla="*/ 10 w 43"/>
                  <a:gd name="T45" fmla="*/ 0 h 46"/>
                  <a:gd name="T46" fmla="*/ 13 w 43"/>
                  <a:gd name="T47" fmla="*/ 1 h 46"/>
                  <a:gd name="T48" fmla="*/ 15 w 43"/>
                  <a:gd name="T49" fmla="*/ 2 h 46"/>
                  <a:gd name="T50" fmla="*/ 18 w 43"/>
                  <a:gd name="T51" fmla="*/ 3 h 46"/>
                  <a:gd name="T52" fmla="*/ 21 w 43"/>
                  <a:gd name="T53" fmla="*/ 3 h 46"/>
                  <a:gd name="T54" fmla="*/ 24 w 43"/>
                  <a:gd name="T55" fmla="*/ 4 h 46"/>
                  <a:gd name="T56" fmla="*/ 28 w 43"/>
                  <a:gd name="T57" fmla="*/ 4 h 46"/>
                  <a:gd name="T58" fmla="*/ 31 w 43"/>
                  <a:gd name="T59" fmla="*/ 5 h 46"/>
                  <a:gd name="T60" fmla="*/ 33 w 43"/>
                  <a:gd name="T61" fmla="*/ 7 h 46"/>
                  <a:gd name="T62" fmla="*/ 34 w 43"/>
                  <a:gd name="T63" fmla="*/ 7 h 46"/>
                  <a:gd name="T64" fmla="*/ 37 w 43"/>
                  <a:gd name="T65" fmla="*/ 8 h 46"/>
                  <a:gd name="T66" fmla="*/ 39 w 43"/>
                  <a:gd name="T67" fmla="*/ 9 h 46"/>
                  <a:gd name="T68" fmla="*/ 40 w 43"/>
                  <a:gd name="T69" fmla="*/ 11 h 46"/>
                  <a:gd name="T70" fmla="*/ 42 w 43"/>
                  <a:gd name="T71" fmla="*/ 13 h 46"/>
                  <a:gd name="T72" fmla="*/ 43 w 43"/>
                  <a:gd name="T73" fmla="*/ 16 h 46"/>
                  <a:gd name="T74" fmla="*/ 43 w 43"/>
                  <a:gd name="T75" fmla="*/ 19 h 46"/>
                  <a:gd name="T76" fmla="*/ 43 w 43"/>
                  <a:gd name="T77" fmla="*/ 22 h 46"/>
                  <a:gd name="T78" fmla="*/ 42 w 43"/>
                  <a:gd name="T79" fmla="*/ 25 h 46"/>
                  <a:gd name="T80" fmla="*/ 43 w 43"/>
                  <a:gd name="T81" fmla="*/ 28 h 46"/>
                  <a:gd name="T82" fmla="*/ 43 w 43"/>
                  <a:gd name="T83" fmla="*/ 30 h 46"/>
                  <a:gd name="T84" fmla="*/ 42 w 43"/>
                  <a:gd name="T85" fmla="*/ 35 h 46"/>
                  <a:gd name="T86" fmla="*/ 41 w 43"/>
                  <a:gd name="T87" fmla="*/ 38 h 46"/>
                  <a:gd name="T88" fmla="*/ 39 w 43"/>
                  <a:gd name="T89" fmla="*/ 40 h 46"/>
                  <a:gd name="T90" fmla="*/ 35 w 43"/>
                  <a:gd name="T91" fmla="*/ 45 h 46"/>
                  <a:gd name="T92" fmla="*/ 33 w 43"/>
                  <a:gd name="T93" fmla="*/ 46 h 46"/>
                  <a:gd name="T94" fmla="*/ 31 w 43"/>
                  <a:gd name="T95" fmla="*/ 46 h 46"/>
                  <a:gd name="T96" fmla="*/ 29 w 43"/>
                  <a:gd name="T97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3" h="46">
                    <a:moveTo>
                      <a:pt x="29" y="46"/>
                    </a:moveTo>
                    <a:cubicBezTo>
                      <a:pt x="28" y="46"/>
                      <a:pt x="29" y="46"/>
                      <a:pt x="27" y="45"/>
                    </a:cubicBezTo>
                    <a:cubicBezTo>
                      <a:pt x="27" y="45"/>
                      <a:pt x="26" y="44"/>
                      <a:pt x="26" y="44"/>
                    </a:cubicBezTo>
                    <a:cubicBezTo>
                      <a:pt x="25" y="43"/>
                      <a:pt x="24" y="41"/>
                      <a:pt x="24" y="40"/>
                    </a:cubicBezTo>
                    <a:cubicBezTo>
                      <a:pt x="23" y="38"/>
                      <a:pt x="22" y="37"/>
                      <a:pt x="21" y="35"/>
                    </a:cubicBezTo>
                    <a:cubicBezTo>
                      <a:pt x="21" y="34"/>
                      <a:pt x="19" y="31"/>
                      <a:pt x="19" y="31"/>
                    </a:cubicBezTo>
                    <a:cubicBezTo>
                      <a:pt x="18" y="29"/>
                      <a:pt x="17" y="27"/>
                      <a:pt x="16" y="26"/>
                    </a:cubicBezTo>
                    <a:cubicBezTo>
                      <a:pt x="14" y="24"/>
                      <a:pt x="13" y="22"/>
                      <a:pt x="11" y="21"/>
                    </a:cubicBezTo>
                    <a:cubicBezTo>
                      <a:pt x="10" y="20"/>
                      <a:pt x="10" y="20"/>
                      <a:pt x="9" y="20"/>
                    </a:cubicBezTo>
                    <a:cubicBezTo>
                      <a:pt x="9" y="19"/>
                      <a:pt x="8" y="19"/>
                      <a:pt x="8" y="18"/>
                    </a:cubicBezTo>
                    <a:cubicBezTo>
                      <a:pt x="7" y="18"/>
                      <a:pt x="7" y="18"/>
                      <a:pt x="7" y="18"/>
                    </a:cubicBezTo>
                    <a:cubicBezTo>
                      <a:pt x="6" y="17"/>
                      <a:pt x="5" y="17"/>
                      <a:pt x="5" y="17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6"/>
                      <a:pt x="3" y="15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2" y="13"/>
                      <a:pt x="1" y="13"/>
                      <a:pt x="1" y="12"/>
                    </a:cubicBezTo>
                    <a:cubicBezTo>
                      <a:pt x="0" y="11"/>
                      <a:pt x="1" y="11"/>
                      <a:pt x="0" y="10"/>
                    </a:cubicBezTo>
                    <a:cubicBezTo>
                      <a:pt x="0" y="10"/>
                      <a:pt x="0" y="9"/>
                      <a:pt x="0" y="9"/>
                    </a:cubicBezTo>
                    <a:cubicBezTo>
                      <a:pt x="0" y="8"/>
                      <a:pt x="0" y="7"/>
                      <a:pt x="0" y="6"/>
                    </a:cubicBezTo>
                    <a:cubicBezTo>
                      <a:pt x="0" y="6"/>
                      <a:pt x="1" y="4"/>
                      <a:pt x="2" y="3"/>
                    </a:cubicBezTo>
                    <a:cubicBezTo>
                      <a:pt x="2" y="2"/>
                      <a:pt x="2" y="2"/>
                      <a:pt x="3" y="1"/>
                    </a:cubicBezTo>
                    <a:cubicBezTo>
                      <a:pt x="3" y="1"/>
                      <a:pt x="5" y="0"/>
                      <a:pt x="7" y="0"/>
                    </a:cubicBezTo>
                    <a:cubicBezTo>
                      <a:pt x="8" y="0"/>
                      <a:pt x="9" y="0"/>
                      <a:pt x="10" y="0"/>
                    </a:cubicBezTo>
                    <a:cubicBezTo>
                      <a:pt x="11" y="0"/>
                      <a:pt x="12" y="1"/>
                      <a:pt x="13" y="1"/>
                    </a:cubicBezTo>
                    <a:cubicBezTo>
                      <a:pt x="14" y="1"/>
                      <a:pt x="14" y="1"/>
                      <a:pt x="15" y="2"/>
                    </a:cubicBezTo>
                    <a:cubicBezTo>
                      <a:pt x="16" y="2"/>
                      <a:pt x="18" y="3"/>
                      <a:pt x="18" y="3"/>
                    </a:cubicBezTo>
                    <a:cubicBezTo>
                      <a:pt x="19" y="3"/>
                      <a:pt x="20" y="3"/>
                      <a:pt x="21" y="3"/>
                    </a:cubicBezTo>
                    <a:cubicBezTo>
                      <a:pt x="22" y="3"/>
                      <a:pt x="23" y="3"/>
                      <a:pt x="24" y="4"/>
                    </a:cubicBezTo>
                    <a:cubicBezTo>
                      <a:pt x="26" y="4"/>
                      <a:pt x="26" y="4"/>
                      <a:pt x="28" y="4"/>
                    </a:cubicBezTo>
                    <a:cubicBezTo>
                      <a:pt x="28" y="4"/>
                      <a:pt x="30" y="5"/>
                      <a:pt x="31" y="5"/>
                    </a:cubicBezTo>
                    <a:cubicBezTo>
                      <a:pt x="32" y="6"/>
                      <a:pt x="33" y="6"/>
                      <a:pt x="33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5" y="7"/>
                      <a:pt x="36" y="8"/>
                      <a:pt x="37" y="8"/>
                    </a:cubicBezTo>
                    <a:cubicBezTo>
                      <a:pt x="37" y="9"/>
                      <a:pt x="38" y="9"/>
                      <a:pt x="39" y="9"/>
                    </a:cubicBezTo>
                    <a:cubicBezTo>
                      <a:pt x="40" y="10"/>
                      <a:pt x="39" y="10"/>
                      <a:pt x="40" y="11"/>
                    </a:cubicBezTo>
                    <a:cubicBezTo>
                      <a:pt x="42" y="11"/>
                      <a:pt x="42" y="12"/>
                      <a:pt x="42" y="13"/>
                    </a:cubicBezTo>
                    <a:cubicBezTo>
                      <a:pt x="43" y="14"/>
                      <a:pt x="43" y="15"/>
                      <a:pt x="43" y="16"/>
                    </a:cubicBezTo>
                    <a:cubicBezTo>
                      <a:pt x="43" y="17"/>
                      <a:pt x="43" y="18"/>
                      <a:pt x="43" y="19"/>
                    </a:cubicBezTo>
                    <a:cubicBezTo>
                      <a:pt x="43" y="19"/>
                      <a:pt x="43" y="21"/>
                      <a:pt x="43" y="22"/>
                    </a:cubicBezTo>
                    <a:cubicBezTo>
                      <a:pt x="42" y="23"/>
                      <a:pt x="43" y="24"/>
                      <a:pt x="42" y="25"/>
                    </a:cubicBezTo>
                    <a:cubicBezTo>
                      <a:pt x="42" y="26"/>
                      <a:pt x="42" y="28"/>
                      <a:pt x="43" y="28"/>
                    </a:cubicBezTo>
                    <a:cubicBezTo>
                      <a:pt x="43" y="28"/>
                      <a:pt x="43" y="30"/>
                      <a:pt x="43" y="30"/>
                    </a:cubicBezTo>
                    <a:cubicBezTo>
                      <a:pt x="43" y="32"/>
                      <a:pt x="42" y="34"/>
                      <a:pt x="42" y="35"/>
                    </a:cubicBezTo>
                    <a:cubicBezTo>
                      <a:pt x="42" y="37"/>
                      <a:pt x="41" y="37"/>
                      <a:pt x="41" y="38"/>
                    </a:cubicBezTo>
                    <a:cubicBezTo>
                      <a:pt x="40" y="38"/>
                      <a:pt x="41" y="38"/>
                      <a:pt x="39" y="40"/>
                    </a:cubicBezTo>
                    <a:cubicBezTo>
                      <a:pt x="39" y="40"/>
                      <a:pt x="36" y="44"/>
                      <a:pt x="35" y="45"/>
                    </a:cubicBezTo>
                    <a:cubicBezTo>
                      <a:pt x="35" y="45"/>
                      <a:pt x="33" y="46"/>
                      <a:pt x="33" y="46"/>
                    </a:cubicBezTo>
                    <a:cubicBezTo>
                      <a:pt x="33" y="46"/>
                      <a:pt x="32" y="46"/>
                      <a:pt x="31" y="46"/>
                    </a:cubicBezTo>
                    <a:cubicBezTo>
                      <a:pt x="31" y="46"/>
                      <a:pt x="30" y="46"/>
                      <a:pt x="29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5" name="Freeform 13"/>
              <p:cNvSpPr/>
              <p:nvPr/>
            </p:nvSpPr>
            <p:spPr bwMode="auto">
              <a:xfrm>
                <a:off x="4908551" y="3041650"/>
                <a:ext cx="325438" cy="395288"/>
              </a:xfrm>
              <a:custGeom>
                <a:avLst/>
                <a:gdLst>
                  <a:gd name="T0" fmla="*/ 6 w 86"/>
                  <a:gd name="T1" fmla="*/ 104 h 105"/>
                  <a:gd name="T2" fmla="*/ 2 w 86"/>
                  <a:gd name="T3" fmla="*/ 99 h 105"/>
                  <a:gd name="T4" fmla="*/ 2 w 86"/>
                  <a:gd name="T5" fmla="*/ 88 h 105"/>
                  <a:gd name="T6" fmla="*/ 8 w 86"/>
                  <a:gd name="T7" fmla="*/ 78 h 105"/>
                  <a:gd name="T8" fmla="*/ 15 w 86"/>
                  <a:gd name="T9" fmla="*/ 65 h 105"/>
                  <a:gd name="T10" fmla="*/ 16 w 86"/>
                  <a:gd name="T11" fmla="*/ 59 h 105"/>
                  <a:gd name="T12" fmla="*/ 13 w 86"/>
                  <a:gd name="T13" fmla="*/ 58 h 105"/>
                  <a:gd name="T14" fmla="*/ 7 w 86"/>
                  <a:gd name="T15" fmla="*/ 55 h 105"/>
                  <a:gd name="T16" fmla="*/ 3 w 86"/>
                  <a:gd name="T17" fmla="*/ 49 h 105"/>
                  <a:gd name="T18" fmla="*/ 4 w 86"/>
                  <a:gd name="T19" fmla="*/ 39 h 105"/>
                  <a:gd name="T20" fmla="*/ 9 w 86"/>
                  <a:gd name="T21" fmla="*/ 35 h 105"/>
                  <a:gd name="T22" fmla="*/ 13 w 86"/>
                  <a:gd name="T23" fmla="*/ 33 h 105"/>
                  <a:gd name="T24" fmla="*/ 26 w 86"/>
                  <a:gd name="T25" fmla="*/ 32 h 105"/>
                  <a:gd name="T26" fmla="*/ 28 w 86"/>
                  <a:gd name="T27" fmla="*/ 28 h 105"/>
                  <a:gd name="T28" fmla="*/ 27 w 86"/>
                  <a:gd name="T29" fmla="*/ 25 h 105"/>
                  <a:gd name="T30" fmla="*/ 24 w 86"/>
                  <a:gd name="T31" fmla="*/ 19 h 105"/>
                  <a:gd name="T32" fmla="*/ 28 w 86"/>
                  <a:gd name="T33" fmla="*/ 6 h 105"/>
                  <a:gd name="T34" fmla="*/ 32 w 86"/>
                  <a:gd name="T35" fmla="*/ 1 h 105"/>
                  <a:gd name="T36" fmla="*/ 40 w 86"/>
                  <a:gd name="T37" fmla="*/ 0 h 105"/>
                  <a:gd name="T38" fmla="*/ 44 w 86"/>
                  <a:gd name="T39" fmla="*/ 2 h 105"/>
                  <a:gd name="T40" fmla="*/ 51 w 86"/>
                  <a:gd name="T41" fmla="*/ 12 h 105"/>
                  <a:gd name="T42" fmla="*/ 52 w 86"/>
                  <a:gd name="T43" fmla="*/ 22 h 105"/>
                  <a:gd name="T44" fmla="*/ 55 w 86"/>
                  <a:gd name="T45" fmla="*/ 26 h 105"/>
                  <a:gd name="T46" fmla="*/ 58 w 86"/>
                  <a:gd name="T47" fmla="*/ 25 h 105"/>
                  <a:gd name="T48" fmla="*/ 61 w 86"/>
                  <a:gd name="T49" fmla="*/ 22 h 105"/>
                  <a:gd name="T50" fmla="*/ 64 w 86"/>
                  <a:gd name="T51" fmla="*/ 20 h 105"/>
                  <a:gd name="T52" fmla="*/ 67 w 86"/>
                  <a:gd name="T53" fmla="*/ 19 h 105"/>
                  <a:gd name="T54" fmla="*/ 71 w 86"/>
                  <a:gd name="T55" fmla="*/ 20 h 105"/>
                  <a:gd name="T56" fmla="*/ 74 w 86"/>
                  <a:gd name="T57" fmla="*/ 22 h 105"/>
                  <a:gd name="T58" fmla="*/ 76 w 86"/>
                  <a:gd name="T59" fmla="*/ 24 h 105"/>
                  <a:gd name="T60" fmla="*/ 78 w 86"/>
                  <a:gd name="T61" fmla="*/ 26 h 105"/>
                  <a:gd name="T62" fmla="*/ 82 w 86"/>
                  <a:gd name="T63" fmla="*/ 28 h 105"/>
                  <a:gd name="T64" fmla="*/ 86 w 86"/>
                  <a:gd name="T65" fmla="*/ 33 h 105"/>
                  <a:gd name="T66" fmla="*/ 85 w 86"/>
                  <a:gd name="T67" fmla="*/ 35 h 105"/>
                  <a:gd name="T68" fmla="*/ 85 w 86"/>
                  <a:gd name="T69" fmla="*/ 37 h 105"/>
                  <a:gd name="T70" fmla="*/ 85 w 86"/>
                  <a:gd name="T71" fmla="*/ 38 h 105"/>
                  <a:gd name="T72" fmla="*/ 84 w 86"/>
                  <a:gd name="T73" fmla="*/ 39 h 105"/>
                  <a:gd name="T74" fmla="*/ 80 w 86"/>
                  <a:gd name="T75" fmla="*/ 41 h 105"/>
                  <a:gd name="T76" fmla="*/ 78 w 86"/>
                  <a:gd name="T77" fmla="*/ 43 h 105"/>
                  <a:gd name="T78" fmla="*/ 76 w 86"/>
                  <a:gd name="T79" fmla="*/ 44 h 105"/>
                  <a:gd name="T80" fmla="*/ 70 w 86"/>
                  <a:gd name="T81" fmla="*/ 47 h 105"/>
                  <a:gd name="T82" fmla="*/ 66 w 86"/>
                  <a:gd name="T83" fmla="*/ 49 h 105"/>
                  <a:gd name="T84" fmla="*/ 51 w 86"/>
                  <a:gd name="T85" fmla="*/ 54 h 105"/>
                  <a:gd name="T86" fmla="*/ 46 w 86"/>
                  <a:gd name="T87" fmla="*/ 56 h 105"/>
                  <a:gd name="T88" fmla="*/ 41 w 86"/>
                  <a:gd name="T89" fmla="*/ 59 h 105"/>
                  <a:gd name="T90" fmla="*/ 37 w 86"/>
                  <a:gd name="T91" fmla="*/ 64 h 105"/>
                  <a:gd name="T92" fmla="*/ 36 w 86"/>
                  <a:gd name="T93" fmla="*/ 67 h 105"/>
                  <a:gd name="T94" fmla="*/ 35 w 86"/>
                  <a:gd name="T95" fmla="*/ 68 h 105"/>
                  <a:gd name="T96" fmla="*/ 32 w 86"/>
                  <a:gd name="T97" fmla="*/ 72 h 105"/>
                  <a:gd name="T98" fmla="*/ 29 w 86"/>
                  <a:gd name="T99" fmla="*/ 79 h 105"/>
                  <a:gd name="T100" fmla="*/ 25 w 86"/>
                  <a:gd name="T101" fmla="*/ 88 h 105"/>
                  <a:gd name="T102" fmla="*/ 19 w 86"/>
                  <a:gd name="T103" fmla="*/ 100 h 105"/>
                  <a:gd name="T104" fmla="*/ 12 w 86"/>
                  <a:gd name="T105" fmla="*/ 104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86" h="105">
                    <a:moveTo>
                      <a:pt x="9" y="105"/>
                    </a:moveTo>
                    <a:cubicBezTo>
                      <a:pt x="8" y="105"/>
                      <a:pt x="6" y="104"/>
                      <a:pt x="6" y="104"/>
                    </a:cubicBezTo>
                    <a:cubicBezTo>
                      <a:pt x="5" y="103"/>
                      <a:pt x="4" y="102"/>
                      <a:pt x="4" y="102"/>
                    </a:cubicBezTo>
                    <a:cubicBezTo>
                      <a:pt x="3" y="100"/>
                      <a:pt x="2" y="100"/>
                      <a:pt x="2" y="99"/>
                    </a:cubicBezTo>
                    <a:cubicBezTo>
                      <a:pt x="1" y="98"/>
                      <a:pt x="0" y="96"/>
                      <a:pt x="0" y="96"/>
                    </a:cubicBezTo>
                    <a:cubicBezTo>
                      <a:pt x="0" y="92"/>
                      <a:pt x="1" y="90"/>
                      <a:pt x="2" y="88"/>
                    </a:cubicBezTo>
                    <a:cubicBezTo>
                      <a:pt x="3" y="86"/>
                      <a:pt x="4" y="84"/>
                      <a:pt x="6" y="83"/>
                    </a:cubicBezTo>
                    <a:cubicBezTo>
                      <a:pt x="6" y="81"/>
                      <a:pt x="7" y="79"/>
                      <a:pt x="8" y="78"/>
                    </a:cubicBezTo>
                    <a:cubicBezTo>
                      <a:pt x="8" y="77"/>
                      <a:pt x="8" y="77"/>
                      <a:pt x="9" y="77"/>
                    </a:cubicBezTo>
                    <a:cubicBezTo>
                      <a:pt x="9" y="72"/>
                      <a:pt x="13" y="69"/>
                      <a:pt x="15" y="65"/>
                    </a:cubicBezTo>
                    <a:cubicBezTo>
                      <a:pt x="16" y="63"/>
                      <a:pt x="17" y="62"/>
                      <a:pt x="17" y="60"/>
                    </a:cubicBezTo>
                    <a:cubicBezTo>
                      <a:pt x="17" y="60"/>
                      <a:pt x="16" y="59"/>
                      <a:pt x="16" y="59"/>
                    </a:cubicBezTo>
                    <a:cubicBezTo>
                      <a:pt x="16" y="59"/>
                      <a:pt x="15" y="59"/>
                      <a:pt x="15" y="58"/>
                    </a:cubicBezTo>
                    <a:cubicBezTo>
                      <a:pt x="14" y="58"/>
                      <a:pt x="14" y="58"/>
                      <a:pt x="13" y="58"/>
                    </a:cubicBezTo>
                    <a:cubicBezTo>
                      <a:pt x="13" y="57"/>
                      <a:pt x="12" y="57"/>
                      <a:pt x="12" y="57"/>
                    </a:cubicBezTo>
                    <a:cubicBezTo>
                      <a:pt x="10" y="56"/>
                      <a:pt x="9" y="55"/>
                      <a:pt x="7" y="55"/>
                    </a:cubicBezTo>
                    <a:cubicBezTo>
                      <a:pt x="5" y="53"/>
                      <a:pt x="3" y="51"/>
                      <a:pt x="3" y="50"/>
                    </a:cubicBezTo>
                    <a:cubicBezTo>
                      <a:pt x="3" y="50"/>
                      <a:pt x="3" y="49"/>
                      <a:pt x="3" y="49"/>
                    </a:cubicBezTo>
                    <a:cubicBezTo>
                      <a:pt x="3" y="46"/>
                      <a:pt x="3" y="43"/>
                      <a:pt x="4" y="41"/>
                    </a:cubicBezTo>
                    <a:cubicBezTo>
                      <a:pt x="4" y="40"/>
                      <a:pt x="4" y="39"/>
                      <a:pt x="4" y="39"/>
                    </a:cubicBezTo>
                    <a:cubicBezTo>
                      <a:pt x="5" y="38"/>
                      <a:pt x="5" y="37"/>
                      <a:pt x="6" y="36"/>
                    </a:cubicBezTo>
                    <a:cubicBezTo>
                      <a:pt x="7" y="36"/>
                      <a:pt x="7" y="35"/>
                      <a:pt x="9" y="35"/>
                    </a:cubicBezTo>
                    <a:cubicBezTo>
                      <a:pt x="9" y="34"/>
                      <a:pt x="10" y="34"/>
                      <a:pt x="12" y="34"/>
                    </a:cubicBezTo>
                    <a:cubicBezTo>
                      <a:pt x="12" y="34"/>
                      <a:pt x="12" y="33"/>
                      <a:pt x="13" y="33"/>
                    </a:cubicBezTo>
                    <a:cubicBezTo>
                      <a:pt x="13" y="33"/>
                      <a:pt x="14" y="33"/>
                      <a:pt x="14" y="33"/>
                    </a:cubicBezTo>
                    <a:cubicBezTo>
                      <a:pt x="15" y="32"/>
                      <a:pt x="24" y="32"/>
                      <a:pt x="26" y="32"/>
                    </a:cubicBezTo>
                    <a:cubicBezTo>
                      <a:pt x="26" y="32"/>
                      <a:pt x="27" y="32"/>
                      <a:pt x="27" y="31"/>
                    </a:cubicBezTo>
                    <a:cubicBezTo>
                      <a:pt x="27" y="30"/>
                      <a:pt x="27" y="29"/>
                      <a:pt x="28" y="28"/>
                    </a:cubicBezTo>
                    <a:cubicBezTo>
                      <a:pt x="27" y="28"/>
                      <a:pt x="27" y="28"/>
                      <a:pt x="27" y="28"/>
                    </a:cubicBezTo>
                    <a:cubicBezTo>
                      <a:pt x="27" y="27"/>
                      <a:pt x="27" y="26"/>
                      <a:pt x="27" y="25"/>
                    </a:cubicBezTo>
                    <a:cubicBezTo>
                      <a:pt x="27" y="24"/>
                      <a:pt x="27" y="23"/>
                      <a:pt x="27" y="22"/>
                    </a:cubicBezTo>
                    <a:cubicBezTo>
                      <a:pt x="25" y="21"/>
                      <a:pt x="25" y="19"/>
                      <a:pt x="24" y="19"/>
                    </a:cubicBezTo>
                    <a:cubicBezTo>
                      <a:pt x="24" y="17"/>
                      <a:pt x="24" y="16"/>
                      <a:pt x="24" y="14"/>
                    </a:cubicBezTo>
                    <a:cubicBezTo>
                      <a:pt x="25" y="10"/>
                      <a:pt x="26" y="8"/>
                      <a:pt x="28" y="6"/>
                    </a:cubicBezTo>
                    <a:cubicBezTo>
                      <a:pt x="28" y="5"/>
                      <a:pt x="29" y="4"/>
                      <a:pt x="30" y="3"/>
                    </a:cubicBezTo>
                    <a:cubicBezTo>
                      <a:pt x="30" y="3"/>
                      <a:pt x="31" y="2"/>
                      <a:pt x="32" y="1"/>
                    </a:cubicBezTo>
                    <a:cubicBezTo>
                      <a:pt x="32" y="1"/>
                      <a:pt x="33" y="0"/>
                      <a:pt x="35" y="0"/>
                    </a:cubicBezTo>
                    <a:cubicBezTo>
                      <a:pt x="36" y="0"/>
                      <a:pt x="38" y="0"/>
                      <a:pt x="40" y="0"/>
                    </a:cubicBezTo>
                    <a:cubicBezTo>
                      <a:pt x="40" y="0"/>
                      <a:pt x="41" y="1"/>
                      <a:pt x="42" y="1"/>
                    </a:cubicBezTo>
                    <a:cubicBezTo>
                      <a:pt x="42" y="1"/>
                      <a:pt x="43" y="2"/>
                      <a:pt x="44" y="2"/>
                    </a:cubicBezTo>
                    <a:cubicBezTo>
                      <a:pt x="44" y="2"/>
                      <a:pt x="46" y="5"/>
                      <a:pt x="46" y="5"/>
                    </a:cubicBezTo>
                    <a:cubicBezTo>
                      <a:pt x="48" y="7"/>
                      <a:pt x="49" y="8"/>
                      <a:pt x="51" y="12"/>
                    </a:cubicBezTo>
                    <a:cubicBezTo>
                      <a:pt x="51" y="13"/>
                      <a:pt x="51" y="14"/>
                      <a:pt x="52" y="15"/>
                    </a:cubicBezTo>
                    <a:cubicBezTo>
                      <a:pt x="52" y="17"/>
                      <a:pt x="52" y="20"/>
                      <a:pt x="52" y="22"/>
                    </a:cubicBezTo>
                    <a:cubicBezTo>
                      <a:pt x="52" y="23"/>
                      <a:pt x="52" y="25"/>
                      <a:pt x="52" y="27"/>
                    </a:cubicBezTo>
                    <a:cubicBezTo>
                      <a:pt x="53" y="27"/>
                      <a:pt x="53" y="26"/>
                      <a:pt x="55" y="26"/>
                    </a:cubicBezTo>
                    <a:cubicBezTo>
                      <a:pt x="55" y="26"/>
                      <a:pt x="55" y="25"/>
                      <a:pt x="56" y="25"/>
                    </a:cubicBezTo>
                    <a:cubicBezTo>
                      <a:pt x="57" y="25"/>
                      <a:pt x="57" y="25"/>
                      <a:pt x="58" y="25"/>
                    </a:cubicBezTo>
                    <a:cubicBezTo>
                      <a:pt x="58" y="24"/>
                      <a:pt x="59" y="24"/>
                      <a:pt x="59" y="24"/>
                    </a:cubicBezTo>
                    <a:cubicBezTo>
                      <a:pt x="60" y="24"/>
                      <a:pt x="60" y="23"/>
                      <a:pt x="61" y="22"/>
                    </a:cubicBezTo>
                    <a:cubicBezTo>
                      <a:pt x="62" y="22"/>
                      <a:pt x="63" y="21"/>
                      <a:pt x="63" y="21"/>
                    </a:cubicBezTo>
                    <a:cubicBezTo>
                      <a:pt x="63" y="21"/>
                      <a:pt x="64" y="21"/>
                      <a:pt x="64" y="20"/>
                    </a:cubicBezTo>
                    <a:cubicBezTo>
                      <a:pt x="65" y="20"/>
                      <a:pt x="65" y="20"/>
                      <a:pt x="65" y="20"/>
                    </a:cubicBezTo>
                    <a:cubicBezTo>
                      <a:pt x="66" y="20"/>
                      <a:pt x="65" y="19"/>
                      <a:pt x="67" y="19"/>
                    </a:cubicBezTo>
                    <a:cubicBezTo>
                      <a:pt x="68" y="19"/>
                      <a:pt x="69" y="19"/>
                      <a:pt x="70" y="19"/>
                    </a:cubicBezTo>
                    <a:cubicBezTo>
                      <a:pt x="70" y="19"/>
                      <a:pt x="71" y="19"/>
                      <a:pt x="71" y="20"/>
                    </a:cubicBezTo>
                    <a:cubicBezTo>
                      <a:pt x="72" y="20"/>
                      <a:pt x="72" y="20"/>
                      <a:pt x="73" y="20"/>
                    </a:cubicBezTo>
                    <a:cubicBezTo>
                      <a:pt x="73" y="21"/>
                      <a:pt x="73" y="21"/>
                      <a:pt x="74" y="22"/>
                    </a:cubicBezTo>
                    <a:cubicBezTo>
                      <a:pt x="74" y="22"/>
                      <a:pt x="75" y="23"/>
                      <a:pt x="75" y="23"/>
                    </a:cubicBezTo>
                    <a:cubicBezTo>
                      <a:pt x="76" y="24"/>
                      <a:pt x="76" y="24"/>
                      <a:pt x="76" y="24"/>
                    </a:cubicBezTo>
                    <a:cubicBezTo>
                      <a:pt x="76" y="25"/>
                      <a:pt x="76" y="25"/>
                      <a:pt x="77" y="25"/>
                    </a:cubicBezTo>
                    <a:cubicBezTo>
                      <a:pt x="77" y="26"/>
                      <a:pt x="77" y="26"/>
                      <a:pt x="78" y="26"/>
                    </a:cubicBezTo>
                    <a:cubicBezTo>
                      <a:pt x="78" y="26"/>
                      <a:pt x="79" y="27"/>
                      <a:pt x="79" y="27"/>
                    </a:cubicBezTo>
                    <a:cubicBezTo>
                      <a:pt x="80" y="27"/>
                      <a:pt x="81" y="28"/>
                      <a:pt x="82" y="28"/>
                    </a:cubicBezTo>
                    <a:cubicBezTo>
                      <a:pt x="82" y="29"/>
                      <a:pt x="83" y="29"/>
                      <a:pt x="84" y="30"/>
                    </a:cubicBezTo>
                    <a:cubicBezTo>
                      <a:pt x="85" y="31"/>
                      <a:pt x="85" y="32"/>
                      <a:pt x="86" y="33"/>
                    </a:cubicBezTo>
                    <a:cubicBezTo>
                      <a:pt x="86" y="33"/>
                      <a:pt x="86" y="33"/>
                      <a:pt x="86" y="34"/>
                    </a:cubicBezTo>
                    <a:cubicBezTo>
                      <a:pt x="85" y="34"/>
                      <a:pt x="86" y="34"/>
                      <a:pt x="85" y="35"/>
                    </a:cubicBezTo>
                    <a:cubicBezTo>
                      <a:pt x="85" y="35"/>
                      <a:pt x="85" y="36"/>
                      <a:pt x="85" y="36"/>
                    </a:cubicBezTo>
                    <a:cubicBezTo>
                      <a:pt x="85" y="36"/>
                      <a:pt x="85" y="36"/>
                      <a:pt x="85" y="37"/>
                    </a:cubicBezTo>
                    <a:cubicBezTo>
                      <a:pt x="85" y="37"/>
                      <a:pt x="85" y="37"/>
                      <a:pt x="85" y="37"/>
                    </a:cubicBezTo>
                    <a:cubicBezTo>
                      <a:pt x="85" y="38"/>
                      <a:pt x="85" y="38"/>
                      <a:pt x="85" y="38"/>
                    </a:cubicBezTo>
                    <a:cubicBezTo>
                      <a:pt x="84" y="38"/>
                      <a:pt x="84" y="38"/>
                      <a:pt x="84" y="39"/>
                    </a:cubicBezTo>
                    <a:cubicBezTo>
                      <a:pt x="84" y="39"/>
                      <a:pt x="84" y="39"/>
                      <a:pt x="84" y="39"/>
                    </a:cubicBezTo>
                    <a:cubicBezTo>
                      <a:pt x="83" y="40"/>
                      <a:pt x="83" y="40"/>
                      <a:pt x="82" y="40"/>
                    </a:cubicBezTo>
                    <a:cubicBezTo>
                      <a:pt x="81" y="41"/>
                      <a:pt x="81" y="41"/>
                      <a:pt x="80" y="41"/>
                    </a:cubicBezTo>
                    <a:cubicBezTo>
                      <a:pt x="80" y="41"/>
                      <a:pt x="80" y="42"/>
                      <a:pt x="80" y="42"/>
                    </a:cubicBezTo>
                    <a:cubicBezTo>
                      <a:pt x="79" y="42"/>
                      <a:pt x="79" y="43"/>
                      <a:pt x="78" y="43"/>
                    </a:cubicBezTo>
                    <a:cubicBezTo>
                      <a:pt x="78" y="43"/>
                      <a:pt x="77" y="43"/>
                      <a:pt x="77" y="43"/>
                    </a:cubicBezTo>
                    <a:cubicBezTo>
                      <a:pt x="77" y="43"/>
                      <a:pt x="76" y="44"/>
                      <a:pt x="76" y="44"/>
                    </a:cubicBezTo>
                    <a:cubicBezTo>
                      <a:pt x="75" y="45"/>
                      <a:pt x="74" y="45"/>
                      <a:pt x="73" y="46"/>
                    </a:cubicBezTo>
                    <a:cubicBezTo>
                      <a:pt x="71" y="46"/>
                      <a:pt x="71" y="46"/>
                      <a:pt x="70" y="47"/>
                    </a:cubicBezTo>
                    <a:cubicBezTo>
                      <a:pt x="69" y="47"/>
                      <a:pt x="69" y="47"/>
                      <a:pt x="69" y="48"/>
                    </a:cubicBezTo>
                    <a:cubicBezTo>
                      <a:pt x="68" y="48"/>
                      <a:pt x="66" y="48"/>
                      <a:pt x="66" y="49"/>
                    </a:cubicBezTo>
                    <a:cubicBezTo>
                      <a:pt x="64" y="50"/>
                      <a:pt x="61" y="51"/>
                      <a:pt x="58" y="52"/>
                    </a:cubicBezTo>
                    <a:cubicBezTo>
                      <a:pt x="56" y="53"/>
                      <a:pt x="53" y="53"/>
                      <a:pt x="51" y="54"/>
                    </a:cubicBezTo>
                    <a:cubicBezTo>
                      <a:pt x="50" y="54"/>
                      <a:pt x="48" y="55"/>
                      <a:pt x="47" y="56"/>
                    </a:cubicBezTo>
                    <a:cubicBezTo>
                      <a:pt x="46" y="56"/>
                      <a:pt x="46" y="56"/>
                      <a:pt x="46" y="56"/>
                    </a:cubicBezTo>
                    <a:cubicBezTo>
                      <a:pt x="45" y="56"/>
                      <a:pt x="44" y="57"/>
                      <a:pt x="44" y="57"/>
                    </a:cubicBezTo>
                    <a:cubicBezTo>
                      <a:pt x="43" y="58"/>
                      <a:pt x="42" y="58"/>
                      <a:pt x="41" y="59"/>
                    </a:cubicBezTo>
                    <a:cubicBezTo>
                      <a:pt x="41" y="59"/>
                      <a:pt x="40" y="61"/>
                      <a:pt x="39" y="61"/>
                    </a:cubicBezTo>
                    <a:cubicBezTo>
                      <a:pt x="39" y="62"/>
                      <a:pt x="38" y="63"/>
                      <a:pt x="37" y="64"/>
                    </a:cubicBezTo>
                    <a:cubicBezTo>
                      <a:pt x="37" y="64"/>
                      <a:pt x="37" y="65"/>
                      <a:pt x="36" y="65"/>
                    </a:cubicBezTo>
                    <a:cubicBezTo>
                      <a:pt x="36" y="66"/>
                      <a:pt x="36" y="66"/>
                      <a:pt x="36" y="67"/>
                    </a:cubicBezTo>
                    <a:cubicBezTo>
                      <a:pt x="35" y="67"/>
                      <a:pt x="35" y="67"/>
                      <a:pt x="35" y="67"/>
                    </a:cubicBezTo>
                    <a:cubicBezTo>
                      <a:pt x="35" y="67"/>
                      <a:pt x="35" y="68"/>
                      <a:pt x="35" y="68"/>
                    </a:cubicBezTo>
                    <a:cubicBezTo>
                      <a:pt x="34" y="68"/>
                      <a:pt x="34" y="69"/>
                      <a:pt x="34" y="69"/>
                    </a:cubicBezTo>
                    <a:cubicBezTo>
                      <a:pt x="33" y="70"/>
                      <a:pt x="33" y="70"/>
                      <a:pt x="32" y="72"/>
                    </a:cubicBezTo>
                    <a:cubicBezTo>
                      <a:pt x="31" y="74"/>
                      <a:pt x="30" y="76"/>
                      <a:pt x="29" y="78"/>
                    </a:cubicBezTo>
                    <a:cubicBezTo>
                      <a:pt x="29" y="79"/>
                      <a:pt x="29" y="79"/>
                      <a:pt x="29" y="79"/>
                    </a:cubicBezTo>
                    <a:cubicBezTo>
                      <a:pt x="28" y="80"/>
                      <a:pt x="26" y="85"/>
                      <a:pt x="26" y="86"/>
                    </a:cubicBezTo>
                    <a:cubicBezTo>
                      <a:pt x="25" y="87"/>
                      <a:pt x="25" y="87"/>
                      <a:pt x="25" y="88"/>
                    </a:cubicBezTo>
                    <a:cubicBezTo>
                      <a:pt x="25" y="89"/>
                      <a:pt x="23" y="93"/>
                      <a:pt x="22" y="94"/>
                    </a:cubicBezTo>
                    <a:cubicBezTo>
                      <a:pt x="20" y="96"/>
                      <a:pt x="20" y="97"/>
                      <a:pt x="19" y="100"/>
                    </a:cubicBezTo>
                    <a:cubicBezTo>
                      <a:pt x="17" y="101"/>
                      <a:pt x="17" y="101"/>
                      <a:pt x="16" y="103"/>
                    </a:cubicBezTo>
                    <a:cubicBezTo>
                      <a:pt x="15" y="103"/>
                      <a:pt x="13" y="104"/>
                      <a:pt x="12" y="104"/>
                    </a:cubicBezTo>
                    <a:cubicBezTo>
                      <a:pt x="10" y="104"/>
                      <a:pt x="11" y="105"/>
                      <a:pt x="9" y="10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6" name="Freeform 14"/>
              <p:cNvSpPr>
                <a:spLocks noEditPoints="1"/>
              </p:cNvSpPr>
              <p:nvPr/>
            </p:nvSpPr>
            <p:spPr bwMode="auto">
              <a:xfrm>
                <a:off x="3297238" y="3686175"/>
                <a:ext cx="2543175" cy="158750"/>
              </a:xfrm>
              <a:custGeom>
                <a:avLst/>
                <a:gdLst>
                  <a:gd name="T0" fmla="*/ 22 w 675"/>
                  <a:gd name="T1" fmla="*/ 17 h 42"/>
                  <a:gd name="T2" fmla="*/ 1 w 675"/>
                  <a:gd name="T3" fmla="*/ 2 h 42"/>
                  <a:gd name="T4" fmla="*/ 0 w 675"/>
                  <a:gd name="T5" fmla="*/ 41 h 42"/>
                  <a:gd name="T6" fmla="*/ 26 w 675"/>
                  <a:gd name="T7" fmla="*/ 32 h 42"/>
                  <a:gd name="T8" fmla="*/ 36 w 675"/>
                  <a:gd name="T9" fmla="*/ 36 h 42"/>
                  <a:gd name="T10" fmla="*/ 65 w 675"/>
                  <a:gd name="T11" fmla="*/ 41 h 42"/>
                  <a:gd name="T12" fmla="*/ 65 w 675"/>
                  <a:gd name="T13" fmla="*/ 1 h 42"/>
                  <a:gd name="T14" fmla="*/ 47 w 675"/>
                  <a:gd name="T15" fmla="*/ 40 h 42"/>
                  <a:gd name="T16" fmla="*/ 78 w 675"/>
                  <a:gd name="T17" fmla="*/ 30 h 42"/>
                  <a:gd name="T18" fmla="*/ 78 w 675"/>
                  <a:gd name="T19" fmla="*/ 37 h 42"/>
                  <a:gd name="T20" fmla="*/ 97 w 675"/>
                  <a:gd name="T21" fmla="*/ 40 h 42"/>
                  <a:gd name="T22" fmla="*/ 82 w 675"/>
                  <a:gd name="T23" fmla="*/ 26 h 42"/>
                  <a:gd name="T24" fmla="*/ 122 w 675"/>
                  <a:gd name="T25" fmla="*/ 3 h 42"/>
                  <a:gd name="T26" fmla="*/ 131 w 675"/>
                  <a:gd name="T27" fmla="*/ 40 h 42"/>
                  <a:gd name="T28" fmla="*/ 157 w 675"/>
                  <a:gd name="T29" fmla="*/ 7 h 42"/>
                  <a:gd name="T30" fmla="*/ 168 w 675"/>
                  <a:gd name="T31" fmla="*/ 40 h 42"/>
                  <a:gd name="T32" fmla="*/ 209 w 675"/>
                  <a:gd name="T33" fmla="*/ 31 h 42"/>
                  <a:gd name="T34" fmla="*/ 194 w 675"/>
                  <a:gd name="T35" fmla="*/ 22 h 42"/>
                  <a:gd name="T36" fmla="*/ 194 w 675"/>
                  <a:gd name="T37" fmla="*/ 19 h 42"/>
                  <a:gd name="T38" fmla="*/ 206 w 675"/>
                  <a:gd name="T39" fmla="*/ 10 h 42"/>
                  <a:gd name="T40" fmla="*/ 178 w 675"/>
                  <a:gd name="T41" fmla="*/ 39 h 42"/>
                  <a:gd name="T42" fmla="*/ 241 w 675"/>
                  <a:gd name="T43" fmla="*/ 2 h 42"/>
                  <a:gd name="T44" fmla="*/ 213 w 675"/>
                  <a:gd name="T45" fmla="*/ 2 h 42"/>
                  <a:gd name="T46" fmla="*/ 228 w 675"/>
                  <a:gd name="T47" fmla="*/ 40 h 42"/>
                  <a:gd name="T48" fmla="*/ 250 w 675"/>
                  <a:gd name="T49" fmla="*/ 10 h 42"/>
                  <a:gd name="T50" fmla="*/ 320 w 675"/>
                  <a:gd name="T51" fmla="*/ 4 h 42"/>
                  <a:gd name="T52" fmla="*/ 300 w 675"/>
                  <a:gd name="T53" fmla="*/ 3 h 42"/>
                  <a:gd name="T54" fmla="*/ 293 w 675"/>
                  <a:gd name="T55" fmla="*/ 27 h 42"/>
                  <a:gd name="T56" fmla="*/ 376 w 675"/>
                  <a:gd name="T57" fmla="*/ 1 h 42"/>
                  <a:gd name="T58" fmla="*/ 344 w 675"/>
                  <a:gd name="T59" fmla="*/ 1 h 42"/>
                  <a:gd name="T60" fmla="*/ 334 w 675"/>
                  <a:gd name="T61" fmla="*/ 41 h 42"/>
                  <a:gd name="T62" fmla="*/ 369 w 675"/>
                  <a:gd name="T63" fmla="*/ 41 h 42"/>
                  <a:gd name="T64" fmla="*/ 399 w 675"/>
                  <a:gd name="T65" fmla="*/ 41 h 42"/>
                  <a:gd name="T66" fmla="*/ 399 w 675"/>
                  <a:gd name="T67" fmla="*/ 1 h 42"/>
                  <a:gd name="T68" fmla="*/ 381 w 675"/>
                  <a:gd name="T69" fmla="*/ 40 h 42"/>
                  <a:gd name="T70" fmla="*/ 436 w 675"/>
                  <a:gd name="T71" fmla="*/ 9 h 42"/>
                  <a:gd name="T72" fmla="*/ 404 w 675"/>
                  <a:gd name="T73" fmla="*/ 1 h 42"/>
                  <a:gd name="T74" fmla="*/ 442 w 675"/>
                  <a:gd name="T75" fmla="*/ 3 h 42"/>
                  <a:gd name="T76" fmla="*/ 463 w 675"/>
                  <a:gd name="T77" fmla="*/ 39 h 42"/>
                  <a:gd name="T78" fmla="*/ 479 w 675"/>
                  <a:gd name="T79" fmla="*/ 13 h 42"/>
                  <a:gd name="T80" fmla="*/ 472 w 675"/>
                  <a:gd name="T81" fmla="*/ 3 h 42"/>
                  <a:gd name="T82" fmla="*/ 454 w 675"/>
                  <a:gd name="T83" fmla="*/ 3 h 42"/>
                  <a:gd name="T84" fmla="*/ 485 w 675"/>
                  <a:gd name="T85" fmla="*/ 31 h 42"/>
                  <a:gd name="T86" fmla="*/ 490 w 675"/>
                  <a:gd name="T87" fmla="*/ 2 h 42"/>
                  <a:gd name="T88" fmla="*/ 507 w 675"/>
                  <a:gd name="T89" fmla="*/ 41 h 42"/>
                  <a:gd name="T90" fmla="*/ 529 w 675"/>
                  <a:gd name="T91" fmla="*/ 41 h 42"/>
                  <a:gd name="T92" fmla="*/ 559 w 675"/>
                  <a:gd name="T93" fmla="*/ 0 h 42"/>
                  <a:gd name="T94" fmla="*/ 554 w 675"/>
                  <a:gd name="T95" fmla="*/ 28 h 42"/>
                  <a:gd name="T96" fmla="*/ 540 w 675"/>
                  <a:gd name="T97" fmla="*/ 40 h 42"/>
                  <a:gd name="T98" fmla="*/ 559 w 675"/>
                  <a:gd name="T99" fmla="*/ 13 h 42"/>
                  <a:gd name="T100" fmla="*/ 582 w 675"/>
                  <a:gd name="T101" fmla="*/ 35 h 42"/>
                  <a:gd name="T102" fmla="*/ 575 w 675"/>
                  <a:gd name="T103" fmla="*/ 3 h 42"/>
                  <a:gd name="T104" fmla="*/ 615 w 675"/>
                  <a:gd name="T105" fmla="*/ 39 h 42"/>
                  <a:gd name="T106" fmla="*/ 628 w 675"/>
                  <a:gd name="T107" fmla="*/ 1 h 42"/>
                  <a:gd name="T108" fmla="*/ 608 w 675"/>
                  <a:gd name="T109" fmla="*/ 34 h 42"/>
                  <a:gd name="T110" fmla="*/ 661 w 675"/>
                  <a:gd name="T111" fmla="*/ 1 h 42"/>
                  <a:gd name="T112" fmla="*/ 650 w 675"/>
                  <a:gd name="T113" fmla="*/ 2 h 42"/>
                  <a:gd name="T114" fmla="*/ 651 w 675"/>
                  <a:gd name="T115" fmla="*/ 23 h 42"/>
                  <a:gd name="T116" fmla="*/ 659 w 675"/>
                  <a:gd name="T117" fmla="*/ 39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675" h="42">
                    <a:moveTo>
                      <a:pt x="42" y="1"/>
                    </a:moveTo>
                    <a:cubicBezTo>
                      <a:pt x="27" y="1"/>
                      <a:pt x="27" y="1"/>
                      <a:pt x="27" y="1"/>
                    </a:cubicBezTo>
                    <a:cubicBezTo>
                      <a:pt x="27" y="2"/>
                      <a:pt x="27" y="2"/>
                      <a:pt x="27" y="2"/>
                    </a:cubicBezTo>
                    <a:cubicBezTo>
                      <a:pt x="28" y="2"/>
                      <a:pt x="28" y="2"/>
                      <a:pt x="28" y="2"/>
                    </a:cubicBezTo>
                    <a:cubicBezTo>
                      <a:pt x="31" y="3"/>
                      <a:pt x="32" y="3"/>
                      <a:pt x="32" y="4"/>
                    </a:cubicBezTo>
                    <a:cubicBezTo>
                      <a:pt x="32" y="5"/>
                      <a:pt x="31" y="7"/>
                      <a:pt x="29" y="8"/>
                    </a:cubicBezTo>
                    <a:cubicBezTo>
                      <a:pt x="22" y="17"/>
                      <a:pt x="22" y="17"/>
                      <a:pt x="22" y="17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16" y="8"/>
                      <a:pt x="14" y="5"/>
                      <a:pt x="15" y="4"/>
                    </a:cubicBezTo>
                    <a:cubicBezTo>
                      <a:pt x="14" y="3"/>
                      <a:pt x="16" y="2"/>
                      <a:pt x="19" y="2"/>
                    </a:cubicBezTo>
                    <a:cubicBezTo>
                      <a:pt x="19" y="2"/>
                      <a:pt x="19" y="2"/>
                      <a:pt x="19" y="2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3" y="2"/>
                      <a:pt x="5" y="3"/>
                      <a:pt x="6" y="4"/>
                    </a:cubicBezTo>
                    <a:cubicBezTo>
                      <a:pt x="7" y="5"/>
                      <a:pt x="9" y="8"/>
                      <a:pt x="12" y="12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9" y="33"/>
                      <a:pt x="9" y="33"/>
                      <a:pt x="9" y="33"/>
                    </a:cubicBezTo>
                    <a:cubicBezTo>
                      <a:pt x="6" y="37"/>
                      <a:pt x="5" y="39"/>
                      <a:pt x="4" y="39"/>
                    </a:cubicBezTo>
                    <a:cubicBezTo>
                      <a:pt x="3" y="40"/>
                      <a:pt x="2" y="40"/>
                      <a:pt x="0" y="40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0"/>
                      <a:pt x="14" y="40"/>
                      <a:pt x="14" y="40"/>
                    </a:cubicBezTo>
                    <a:cubicBezTo>
                      <a:pt x="11" y="40"/>
                      <a:pt x="10" y="39"/>
                      <a:pt x="10" y="38"/>
                    </a:cubicBezTo>
                    <a:cubicBezTo>
                      <a:pt x="10" y="37"/>
                      <a:pt x="11" y="36"/>
                      <a:pt x="12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6" y="32"/>
                      <a:pt x="26" y="32"/>
                      <a:pt x="26" y="32"/>
                    </a:cubicBezTo>
                    <a:cubicBezTo>
                      <a:pt x="28" y="35"/>
                      <a:pt x="29" y="37"/>
                      <a:pt x="29" y="38"/>
                    </a:cubicBezTo>
                    <a:cubicBezTo>
                      <a:pt x="29" y="39"/>
                      <a:pt x="28" y="40"/>
                      <a:pt x="25" y="40"/>
                    </a:cubicBezTo>
                    <a:cubicBezTo>
                      <a:pt x="25" y="40"/>
                      <a:pt x="25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0"/>
                      <a:pt x="42" y="40"/>
                      <a:pt x="42" y="40"/>
                    </a:cubicBezTo>
                    <a:cubicBezTo>
                      <a:pt x="40" y="40"/>
                      <a:pt x="38" y="39"/>
                      <a:pt x="36" y="36"/>
                    </a:cubicBezTo>
                    <a:cubicBezTo>
                      <a:pt x="24" y="19"/>
                      <a:pt x="24" y="19"/>
                      <a:pt x="24" y="19"/>
                    </a:cubicBezTo>
                    <a:cubicBezTo>
                      <a:pt x="33" y="8"/>
                      <a:pt x="33" y="8"/>
                      <a:pt x="33" y="8"/>
                    </a:cubicBezTo>
                    <a:cubicBezTo>
                      <a:pt x="35" y="6"/>
                      <a:pt x="36" y="4"/>
                      <a:pt x="37" y="3"/>
                    </a:cubicBezTo>
                    <a:cubicBezTo>
                      <a:pt x="38" y="3"/>
                      <a:pt x="40" y="2"/>
                      <a:pt x="42" y="2"/>
                    </a:cubicBezTo>
                    <a:cubicBezTo>
                      <a:pt x="42" y="1"/>
                      <a:pt x="42" y="1"/>
                      <a:pt x="42" y="1"/>
                    </a:cubicBezTo>
                    <a:close/>
                    <a:moveTo>
                      <a:pt x="47" y="41"/>
                    </a:moveTo>
                    <a:cubicBezTo>
                      <a:pt x="65" y="41"/>
                      <a:pt x="65" y="41"/>
                      <a:pt x="65" y="41"/>
                    </a:cubicBezTo>
                    <a:cubicBezTo>
                      <a:pt x="65" y="40"/>
                      <a:pt x="65" y="40"/>
                      <a:pt x="65" y="40"/>
                    </a:cubicBezTo>
                    <a:cubicBezTo>
                      <a:pt x="63" y="40"/>
                      <a:pt x="61" y="40"/>
                      <a:pt x="61" y="39"/>
                    </a:cubicBezTo>
                    <a:cubicBezTo>
                      <a:pt x="60" y="38"/>
                      <a:pt x="60" y="37"/>
                      <a:pt x="60" y="35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0" y="5"/>
                      <a:pt x="60" y="4"/>
                      <a:pt x="61" y="3"/>
                    </a:cubicBezTo>
                    <a:cubicBezTo>
                      <a:pt x="61" y="3"/>
                      <a:pt x="63" y="2"/>
                      <a:pt x="65" y="2"/>
                    </a:cubicBezTo>
                    <a:cubicBezTo>
                      <a:pt x="65" y="1"/>
                      <a:pt x="65" y="1"/>
                      <a:pt x="65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7" y="2"/>
                      <a:pt x="47" y="2"/>
                      <a:pt x="47" y="2"/>
                    </a:cubicBezTo>
                    <a:cubicBezTo>
                      <a:pt x="50" y="2"/>
                      <a:pt x="52" y="3"/>
                      <a:pt x="52" y="3"/>
                    </a:cubicBezTo>
                    <a:cubicBezTo>
                      <a:pt x="53" y="4"/>
                      <a:pt x="53" y="5"/>
                      <a:pt x="53" y="8"/>
                    </a:cubicBezTo>
                    <a:cubicBezTo>
                      <a:pt x="53" y="35"/>
                      <a:pt x="53" y="35"/>
                      <a:pt x="53" y="35"/>
                    </a:cubicBezTo>
                    <a:cubicBezTo>
                      <a:pt x="53" y="37"/>
                      <a:pt x="53" y="38"/>
                      <a:pt x="52" y="39"/>
                    </a:cubicBezTo>
                    <a:cubicBezTo>
                      <a:pt x="51" y="40"/>
                      <a:pt x="50" y="40"/>
                      <a:pt x="47" y="40"/>
                    </a:cubicBezTo>
                    <a:cubicBezTo>
                      <a:pt x="47" y="41"/>
                      <a:pt x="47" y="41"/>
                      <a:pt x="47" y="41"/>
                    </a:cubicBezTo>
                    <a:close/>
                    <a:moveTo>
                      <a:pt x="112" y="40"/>
                    </a:moveTo>
                    <a:cubicBezTo>
                      <a:pt x="111" y="40"/>
                      <a:pt x="110" y="40"/>
                      <a:pt x="109" y="39"/>
                    </a:cubicBezTo>
                    <a:cubicBezTo>
                      <a:pt x="109" y="38"/>
                      <a:pt x="108" y="37"/>
                      <a:pt x="107" y="35"/>
                    </a:cubicBezTo>
                    <a:cubicBezTo>
                      <a:pt x="92" y="0"/>
                      <a:pt x="92" y="0"/>
                      <a:pt x="92" y="0"/>
                    </a:cubicBezTo>
                    <a:cubicBezTo>
                      <a:pt x="90" y="0"/>
                      <a:pt x="90" y="0"/>
                      <a:pt x="90" y="0"/>
                    </a:cubicBezTo>
                    <a:cubicBezTo>
                      <a:pt x="78" y="30"/>
                      <a:pt x="78" y="30"/>
                      <a:pt x="78" y="30"/>
                    </a:cubicBezTo>
                    <a:cubicBezTo>
                      <a:pt x="78" y="30"/>
                      <a:pt x="78" y="31"/>
                      <a:pt x="77" y="31"/>
                    </a:cubicBezTo>
                    <a:cubicBezTo>
                      <a:pt x="76" y="35"/>
                      <a:pt x="74" y="38"/>
                      <a:pt x="73" y="39"/>
                    </a:cubicBezTo>
                    <a:cubicBezTo>
                      <a:pt x="72" y="40"/>
                      <a:pt x="71" y="40"/>
                      <a:pt x="70" y="40"/>
                    </a:cubicBezTo>
                    <a:cubicBezTo>
                      <a:pt x="70" y="41"/>
                      <a:pt x="70" y="41"/>
                      <a:pt x="70" y="41"/>
                    </a:cubicBezTo>
                    <a:cubicBezTo>
                      <a:pt x="82" y="41"/>
                      <a:pt x="82" y="41"/>
                      <a:pt x="82" y="41"/>
                    </a:cubicBezTo>
                    <a:cubicBezTo>
                      <a:pt x="82" y="40"/>
                      <a:pt x="82" y="40"/>
                      <a:pt x="82" y="40"/>
                    </a:cubicBezTo>
                    <a:cubicBezTo>
                      <a:pt x="80" y="40"/>
                      <a:pt x="78" y="39"/>
                      <a:pt x="78" y="37"/>
                    </a:cubicBezTo>
                    <a:cubicBezTo>
                      <a:pt x="78" y="37"/>
                      <a:pt x="78" y="36"/>
                      <a:pt x="79" y="35"/>
                    </a:cubicBezTo>
                    <a:cubicBezTo>
                      <a:pt x="82" y="28"/>
                      <a:pt x="82" y="28"/>
                      <a:pt x="82" y="28"/>
                    </a:cubicBezTo>
                    <a:cubicBezTo>
                      <a:pt x="97" y="28"/>
                      <a:pt x="97" y="28"/>
                      <a:pt x="97" y="28"/>
                    </a:cubicBezTo>
                    <a:cubicBezTo>
                      <a:pt x="100" y="34"/>
                      <a:pt x="100" y="34"/>
                      <a:pt x="100" y="34"/>
                    </a:cubicBezTo>
                    <a:cubicBezTo>
                      <a:pt x="100" y="34"/>
                      <a:pt x="100" y="34"/>
                      <a:pt x="100" y="35"/>
                    </a:cubicBezTo>
                    <a:cubicBezTo>
                      <a:pt x="101" y="36"/>
                      <a:pt x="101" y="37"/>
                      <a:pt x="101" y="38"/>
                    </a:cubicBezTo>
                    <a:cubicBezTo>
                      <a:pt x="101" y="39"/>
                      <a:pt x="100" y="40"/>
                      <a:pt x="97" y="40"/>
                    </a:cubicBezTo>
                    <a:cubicBezTo>
                      <a:pt x="97" y="41"/>
                      <a:pt x="97" y="41"/>
                      <a:pt x="97" y="41"/>
                    </a:cubicBezTo>
                    <a:cubicBezTo>
                      <a:pt x="112" y="41"/>
                      <a:pt x="112" y="41"/>
                      <a:pt x="112" y="41"/>
                    </a:cubicBezTo>
                    <a:cubicBezTo>
                      <a:pt x="112" y="40"/>
                      <a:pt x="112" y="40"/>
                      <a:pt x="112" y="40"/>
                    </a:cubicBezTo>
                    <a:close/>
                    <a:moveTo>
                      <a:pt x="82" y="26"/>
                    </a:moveTo>
                    <a:cubicBezTo>
                      <a:pt x="90" y="9"/>
                      <a:pt x="90" y="9"/>
                      <a:pt x="90" y="9"/>
                    </a:cubicBezTo>
                    <a:cubicBezTo>
                      <a:pt x="96" y="26"/>
                      <a:pt x="96" y="26"/>
                      <a:pt x="96" y="26"/>
                    </a:cubicBezTo>
                    <a:cubicBezTo>
                      <a:pt x="82" y="26"/>
                      <a:pt x="82" y="26"/>
                      <a:pt x="82" y="26"/>
                    </a:cubicBezTo>
                    <a:close/>
                    <a:moveTo>
                      <a:pt x="168" y="1"/>
                    </a:moveTo>
                    <a:cubicBezTo>
                      <a:pt x="156" y="1"/>
                      <a:pt x="156" y="1"/>
                      <a:pt x="156" y="1"/>
                    </a:cubicBezTo>
                    <a:cubicBezTo>
                      <a:pt x="143" y="32"/>
                      <a:pt x="143" y="32"/>
                      <a:pt x="143" y="32"/>
                    </a:cubicBezTo>
                    <a:cubicBezTo>
                      <a:pt x="129" y="1"/>
                      <a:pt x="129" y="1"/>
                      <a:pt x="129" y="1"/>
                    </a:cubicBezTo>
                    <a:cubicBezTo>
                      <a:pt x="117" y="1"/>
                      <a:pt x="117" y="1"/>
                      <a:pt x="117" y="1"/>
                    </a:cubicBezTo>
                    <a:cubicBezTo>
                      <a:pt x="117" y="2"/>
                      <a:pt x="117" y="2"/>
                      <a:pt x="117" y="2"/>
                    </a:cubicBezTo>
                    <a:cubicBezTo>
                      <a:pt x="119" y="2"/>
                      <a:pt x="121" y="3"/>
                      <a:pt x="122" y="3"/>
                    </a:cubicBezTo>
                    <a:cubicBezTo>
                      <a:pt x="122" y="4"/>
                      <a:pt x="123" y="5"/>
                      <a:pt x="123" y="8"/>
                    </a:cubicBezTo>
                    <a:cubicBezTo>
                      <a:pt x="123" y="32"/>
                      <a:pt x="123" y="32"/>
                      <a:pt x="123" y="32"/>
                    </a:cubicBezTo>
                    <a:cubicBezTo>
                      <a:pt x="123" y="35"/>
                      <a:pt x="122" y="37"/>
                      <a:pt x="121" y="38"/>
                    </a:cubicBezTo>
                    <a:cubicBezTo>
                      <a:pt x="121" y="39"/>
                      <a:pt x="119" y="40"/>
                      <a:pt x="117" y="40"/>
                    </a:cubicBezTo>
                    <a:cubicBezTo>
                      <a:pt x="117" y="41"/>
                      <a:pt x="117" y="41"/>
                      <a:pt x="117" y="41"/>
                    </a:cubicBezTo>
                    <a:cubicBezTo>
                      <a:pt x="131" y="41"/>
                      <a:pt x="131" y="41"/>
                      <a:pt x="131" y="41"/>
                    </a:cubicBezTo>
                    <a:cubicBezTo>
                      <a:pt x="131" y="40"/>
                      <a:pt x="131" y="40"/>
                      <a:pt x="131" y="40"/>
                    </a:cubicBezTo>
                    <a:cubicBezTo>
                      <a:pt x="129" y="40"/>
                      <a:pt x="127" y="39"/>
                      <a:pt x="126" y="38"/>
                    </a:cubicBezTo>
                    <a:cubicBezTo>
                      <a:pt x="126" y="37"/>
                      <a:pt x="125" y="35"/>
                      <a:pt x="125" y="32"/>
                    </a:cubicBezTo>
                    <a:cubicBezTo>
                      <a:pt x="125" y="8"/>
                      <a:pt x="125" y="8"/>
                      <a:pt x="125" y="8"/>
                    </a:cubicBezTo>
                    <a:cubicBezTo>
                      <a:pt x="125" y="8"/>
                      <a:pt x="125" y="8"/>
                      <a:pt x="125" y="8"/>
                    </a:cubicBezTo>
                    <a:cubicBezTo>
                      <a:pt x="140" y="41"/>
                      <a:pt x="140" y="41"/>
                      <a:pt x="140" y="41"/>
                    </a:cubicBezTo>
                    <a:cubicBezTo>
                      <a:pt x="141" y="41"/>
                      <a:pt x="141" y="41"/>
                      <a:pt x="141" y="41"/>
                    </a:cubicBezTo>
                    <a:cubicBezTo>
                      <a:pt x="157" y="7"/>
                      <a:pt x="157" y="7"/>
                      <a:pt x="157" y="7"/>
                    </a:cubicBezTo>
                    <a:cubicBezTo>
                      <a:pt x="157" y="7"/>
                      <a:pt x="157" y="7"/>
                      <a:pt x="157" y="7"/>
                    </a:cubicBezTo>
                    <a:cubicBezTo>
                      <a:pt x="157" y="34"/>
                      <a:pt x="157" y="34"/>
                      <a:pt x="157" y="34"/>
                    </a:cubicBezTo>
                    <a:cubicBezTo>
                      <a:pt x="157" y="36"/>
                      <a:pt x="157" y="38"/>
                      <a:pt x="156" y="39"/>
                    </a:cubicBezTo>
                    <a:cubicBezTo>
                      <a:pt x="155" y="39"/>
                      <a:pt x="154" y="40"/>
                      <a:pt x="151" y="40"/>
                    </a:cubicBezTo>
                    <a:cubicBezTo>
                      <a:pt x="151" y="41"/>
                      <a:pt x="151" y="41"/>
                      <a:pt x="151" y="41"/>
                    </a:cubicBezTo>
                    <a:cubicBezTo>
                      <a:pt x="168" y="41"/>
                      <a:pt x="168" y="41"/>
                      <a:pt x="168" y="41"/>
                    </a:cubicBezTo>
                    <a:cubicBezTo>
                      <a:pt x="168" y="40"/>
                      <a:pt x="168" y="40"/>
                      <a:pt x="168" y="40"/>
                    </a:cubicBezTo>
                    <a:cubicBezTo>
                      <a:pt x="166" y="40"/>
                      <a:pt x="165" y="39"/>
                      <a:pt x="164" y="39"/>
                    </a:cubicBezTo>
                    <a:cubicBezTo>
                      <a:pt x="163" y="38"/>
                      <a:pt x="163" y="37"/>
                      <a:pt x="163" y="35"/>
                    </a:cubicBezTo>
                    <a:cubicBezTo>
                      <a:pt x="163" y="8"/>
                      <a:pt x="163" y="8"/>
                      <a:pt x="163" y="8"/>
                    </a:cubicBezTo>
                    <a:cubicBezTo>
                      <a:pt x="163" y="6"/>
                      <a:pt x="163" y="4"/>
                      <a:pt x="164" y="3"/>
                    </a:cubicBezTo>
                    <a:cubicBezTo>
                      <a:pt x="165" y="3"/>
                      <a:pt x="166" y="2"/>
                      <a:pt x="168" y="2"/>
                    </a:cubicBezTo>
                    <a:cubicBezTo>
                      <a:pt x="168" y="1"/>
                      <a:pt x="168" y="1"/>
                      <a:pt x="168" y="1"/>
                    </a:cubicBezTo>
                    <a:close/>
                    <a:moveTo>
                      <a:pt x="209" y="31"/>
                    </a:moveTo>
                    <a:cubicBezTo>
                      <a:pt x="207" y="31"/>
                      <a:pt x="207" y="31"/>
                      <a:pt x="207" y="31"/>
                    </a:cubicBezTo>
                    <a:cubicBezTo>
                      <a:pt x="206" y="34"/>
                      <a:pt x="204" y="36"/>
                      <a:pt x="203" y="37"/>
                    </a:cubicBezTo>
                    <a:cubicBezTo>
                      <a:pt x="201" y="38"/>
                      <a:pt x="198" y="39"/>
                      <a:pt x="194" y="39"/>
                    </a:cubicBezTo>
                    <a:cubicBezTo>
                      <a:pt x="189" y="39"/>
                      <a:pt x="186" y="39"/>
                      <a:pt x="186" y="39"/>
                    </a:cubicBezTo>
                    <a:cubicBezTo>
                      <a:pt x="185" y="38"/>
                      <a:pt x="185" y="38"/>
                      <a:pt x="185" y="36"/>
                    </a:cubicBezTo>
                    <a:cubicBezTo>
                      <a:pt x="185" y="21"/>
                      <a:pt x="185" y="21"/>
                      <a:pt x="185" y="21"/>
                    </a:cubicBezTo>
                    <a:cubicBezTo>
                      <a:pt x="194" y="22"/>
                      <a:pt x="194" y="22"/>
                      <a:pt x="194" y="22"/>
                    </a:cubicBezTo>
                    <a:cubicBezTo>
                      <a:pt x="197" y="22"/>
                      <a:pt x="198" y="22"/>
                      <a:pt x="199" y="23"/>
                    </a:cubicBezTo>
                    <a:cubicBezTo>
                      <a:pt x="200" y="23"/>
                      <a:pt x="201" y="25"/>
                      <a:pt x="201" y="27"/>
                    </a:cubicBezTo>
                    <a:cubicBezTo>
                      <a:pt x="202" y="27"/>
                      <a:pt x="202" y="27"/>
                      <a:pt x="202" y="27"/>
                    </a:cubicBezTo>
                    <a:cubicBezTo>
                      <a:pt x="202" y="13"/>
                      <a:pt x="202" y="13"/>
                      <a:pt x="202" y="13"/>
                    </a:cubicBezTo>
                    <a:cubicBezTo>
                      <a:pt x="201" y="13"/>
                      <a:pt x="201" y="13"/>
                      <a:pt x="201" y="13"/>
                    </a:cubicBezTo>
                    <a:cubicBezTo>
                      <a:pt x="201" y="16"/>
                      <a:pt x="200" y="17"/>
                      <a:pt x="199" y="18"/>
                    </a:cubicBezTo>
                    <a:cubicBezTo>
                      <a:pt x="198" y="19"/>
                      <a:pt x="197" y="19"/>
                      <a:pt x="194" y="19"/>
                    </a:cubicBezTo>
                    <a:cubicBezTo>
                      <a:pt x="185" y="19"/>
                      <a:pt x="185" y="19"/>
                      <a:pt x="185" y="19"/>
                    </a:cubicBezTo>
                    <a:cubicBezTo>
                      <a:pt x="185" y="5"/>
                      <a:pt x="185" y="5"/>
                      <a:pt x="185" y="5"/>
                    </a:cubicBezTo>
                    <a:cubicBezTo>
                      <a:pt x="185" y="4"/>
                      <a:pt x="186" y="3"/>
                      <a:pt x="187" y="3"/>
                    </a:cubicBezTo>
                    <a:cubicBezTo>
                      <a:pt x="195" y="3"/>
                      <a:pt x="195" y="3"/>
                      <a:pt x="195" y="3"/>
                    </a:cubicBezTo>
                    <a:cubicBezTo>
                      <a:pt x="199" y="3"/>
                      <a:pt x="201" y="4"/>
                      <a:pt x="202" y="5"/>
                    </a:cubicBezTo>
                    <a:cubicBezTo>
                      <a:pt x="203" y="5"/>
                      <a:pt x="204" y="7"/>
                      <a:pt x="204" y="10"/>
                    </a:cubicBezTo>
                    <a:cubicBezTo>
                      <a:pt x="206" y="10"/>
                      <a:pt x="206" y="10"/>
                      <a:pt x="206" y="10"/>
                    </a:cubicBezTo>
                    <a:cubicBezTo>
                      <a:pt x="206" y="1"/>
                      <a:pt x="206" y="1"/>
                      <a:pt x="206" y="1"/>
                    </a:cubicBezTo>
                    <a:cubicBezTo>
                      <a:pt x="173" y="1"/>
                      <a:pt x="173" y="1"/>
                      <a:pt x="173" y="1"/>
                    </a:cubicBezTo>
                    <a:cubicBezTo>
                      <a:pt x="173" y="2"/>
                      <a:pt x="173" y="2"/>
                      <a:pt x="173" y="2"/>
                    </a:cubicBezTo>
                    <a:cubicBezTo>
                      <a:pt x="176" y="2"/>
                      <a:pt x="177" y="3"/>
                      <a:pt x="178" y="3"/>
                    </a:cubicBezTo>
                    <a:cubicBezTo>
                      <a:pt x="178" y="4"/>
                      <a:pt x="179" y="6"/>
                      <a:pt x="179" y="8"/>
                    </a:cubicBezTo>
                    <a:cubicBezTo>
                      <a:pt x="179" y="35"/>
                      <a:pt x="179" y="35"/>
                      <a:pt x="179" y="35"/>
                    </a:cubicBezTo>
                    <a:cubicBezTo>
                      <a:pt x="179" y="37"/>
                      <a:pt x="178" y="38"/>
                      <a:pt x="178" y="39"/>
                    </a:cubicBezTo>
                    <a:cubicBezTo>
                      <a:pt x="177" y="39"/>
                      <a:pt x="176" y="40"/>
                      <a:pt x="173" y="40"/>
                    </a:cubicBezTo>
                    <a:cubicBezTo>
                      <a:pt x="173" y="41"/>
                      <a:pt x="173" y="41"/>
                      <a:pt x="173" y="41"/>
                    </a:cubicBezTo>
                    <a:cubicBezTo>
                      <a:pt x="206" y="41"/>
                      <a:pt x="206" y="41"/>
                      <a:pt x="206" y="41"/>
                    </a:cubicBezTo>
                    <a:cubicBezTo>
                      <a:pt x="209" y="31"/>
                      <a:pt x="209" y="31"/>
                      <a:pt x="209" y="31"/>
                    </a:cubicBezTo>
                    <a:close/>
                    <a:moveTo>
                      <a:pt x="255" y="1"/>
                    </a:moveTo>
                    <a:cubicBezTo>
                      <a:pt x="241" y="1"/>
                      <a:pt x="241" y="1"/>
                      <a:pt x="241" y="1"/>
                    </a:cubicBezTo>
                    <a:cubicBezTo>
                      <a:pt x="241" y="2"/>
                      <a:pt x="241" y="2"/>
                      <a:pt x="241" y="2"/>
                    </a:cubicBezTo>
                    <a:cubicBezTo>
                      <a:pt x="244" y="2"/>
                      <a:pt x="245" y="3"/>
                      <a:pt x="246" y="4"/>
                    </a:cubicBezTo>
                    <a:cubicBezTo>
                      <a:pt x="247" y="5"/>
                      <a:pt x="247" y="7"/>
                      <a:pt x="247" y="10"/>
                    </a:cubicBezTo>
                    <a:cubicBezTo>
                      <a:pt x="247" y="30"/>
                      <a:pt x="247" y="30"/>
                      <a:pt x="247" y="30"/>
                    </a:cubicBezTo>
                    <a:cubicBezTo>
                      <a:pt x="247" y="30"/>
                      <a:pt x="247" y="30"/>
                      <a:pt x="247" y="30"/>
                    </a:cubicBezTo>
                    <a:cubicBezTo>
                      <a:pt x="224" y="1"/>
                      <a:pt x="224" y="1"/>
                      <a:pt x="224" y="1"/>
                    </a:cubicBezTo>
                    <a:cubicBezTo>
                      <a:pt x="213" y="1"/>
                      <a:pt x="213" y="1"/>
                      <a:pt x="213" y="1"/>
                    </a:cubicBezTo>
                    <a:cubicBezTo>
                      <a:pt x="213" y="2"/>
                      <a:pt x="213" y="2"/>
                      <a:pt x="213" y="2"/>
                    </a:cubicBezTo>
                    <a:cubicBezTo>
                      <a:pt x="215" y="2"/>
                      <a:pt x="217" y="3"/>
                      <a:pt x="219" y="5"/>
                    </a:cubicBezTo>
                    <a:cubicBezTo>
                      <a:pt x="219" y="32"/>
                      <a:pt x="219" y="32"/>
                      <a:pt x="219" y="32"/>
                    </a:cubicBezTo>
                    <a:cubicBezTo>
                      <a:pt x="219" y="35"/>
                      <a:pt x="219" y="37"/>
                      <a:pt x="218" y="38"/>
                    </a:cubicBezTo>
                    <a:cubicBezTo>
                      <a:pt x="217" y="39"/>
                      <a:pt x="216" y="40"/>
                      <a:pt x="213" y="40"/>
                    </a:cubicBezTo>
                    <a:cubicBezTo>
                      <a:pt x="213" y="41"/>
                      <a:pt x="213" y="41"/>
                      <a:pt x="213" y="41"/>
                    </a:cubicBezTo>
                    <a:cubicBezTo>
                      <a:pt x="228" y="41"/>
                      <a:pt x="228" y="41"/>
                      <a:pt x="228" y="41"/>
                    </a:cubicBezTo>
                    <a:cubicBezTo>
                      <a:pt x="228" y="40"/>
                      <a:pt x="228" y="40"/>
                      <a:pt x="228" y="40"/>
                    </a:cubicBezTo>
                    <a:cubicBezTo>
                      <a:pt x="225" y="40"/>
                      <a:pt x="224" y="39"/>
                      <a:pt x="223" y="38"/>
                    </a:cubicBezTo>
                    <a:cubicBezTo>
                      <a:pt x="222" y="37"/>
                      <a:pt x="222" y="35"/>
                      <a:pt x="222" y="32"/>
                    </a:cubicBezTo>
                    <a:cubicBezTo>
                      <a:pt x="222" y="9"/>
                      <a:pt x="222" y="9"/>
                      <a:pt x="222" y="9"/>
                    </a:cubicBezTo>
                    <a:cubicBezTo>
                      <a:pt x="222" y="9"/>
                      <a:pt x="222" y="9"/>
                      <a:pt x="222" y="9"/>
                    </a:cubicBezTo>
                    <a:cubicBezTo>
                      <a:pt x="249" y="41"/>
                      <a:pt x="249" y="41"/>
                      <a:pt x="249" y="41"/>
                    </a:cubicBezTo>
                    <a:cubicBezTo>
                      <a:pt x="250" y="41"/>
                      <a:pt x="250" y="41"/>
                      <a:pt x="250" y="41"/>
                    </a:cubicBezTo>
                    <a:cubicBezTo>
                      <a:pt x="250" y="10"/>
                      <a:pt x="250" y="10"/>
                      <a:pt x="250" y="10"/>
                    </a:cubicBezTo>
                    <a:cubicBezTo>
                      <a:pt x="250" y="7"/>
                      <a:pt x="250" y="5"/>
                      <a:pt x="251" y="4"/>
                    </a:cubicBezTo>
                    <a:cubicBezTo>
                      <a:pt x="251" y="3"/>
                      <a:pt x="253" y="2"/>
                      <a:pt x="255" y="2"/>
                    </a:cubicBezTo>
                    <a:cubicBezTo>
                      <a:pt x="255" y="1"/>
                      <a:pt x="255" y="1"/>
                      <a:pt x="255" y="1"/>
                    </a:cubicBezTo>
                    <a:close/>
                    <a:moveTo>
                      <a:pt x="329" y="1"/>
                    </a:moveTo>
                    <a:cubicBezTo>
                      <a:pt x="315" y="1"/>
                      <a:pt x="315" y="1"/>
                      <a:pt x="315" y="1"/>
                    </a:cubicBezTo>
                    <a:cubicBezTo>
                      <a:pt x="315" y="2"/>
                      <a:pt x="315" y="2"/>
                      <a:pt x="315" y="2"/>
                    </a:cubicBezTo>
                    <a:cubicBezTo>
                      <a:pt x="317" y="2"/>
                      <a:pt x="319" y="3"/>
                      <a:pt x="320" y="4"/>
                    </a:cubicBezTo>
                    <a:cubicBezTo>
                      <a:pt x="320" y="5"/>
                      <a:pt x="321" y="7"/>
                      <a:pt x="321" y="10"/>
                    </a:cubicBezTo>
                    <a:cubicBezTo>
                      <a:pt x="321" y="26"/>
                      <a:pt x="321" y="26"/>
                      <a:pt x="321" y="26"/>
                    </a:cubicBezTo>
                    <a:cubicBezTo>
                      <a:pt x="321" y="31"/>
                      <a:pt x="320" y="33"/>
                      <a:pt x="319" y="35"/>
                    </a:cubicBezTo>
                    <a:cubicBezTo>
                      <a:pt x="317" y="38"/>
                      <a:pt x="314" y="39"/>
                      <a:pt x="309" y="39"/>
                    </a:cubicBezTo>
                    <a:cubicBezTo>
                      <a:pt x="302" y="39"/>
                      <a:pt x="299" y="35"/>
                      <a:pt x="299" y="27"/>
                    </a:cubicBezTo>
                    <a:cubicBezTo>
                      <a:pt x="299" y="8"/>
                      <a:pt x="299" y="8"/>
                      <a:pt x="299" y="8"/>
                    </a:cubicBezTo>
                    <a:cubicBezTo>
                      <a:pt x="299" y="5"/>
                      <a:pt x="299" y="4"/>
                      <a:pt x="300" y="3"/>
                    </a:cubicBezTo>
                    <a:cubicBezTo>
                      <a:pt x="301" y="3"/>
                      <a:pt x="302" y="2"/>
                      <a:pt x="304" y="2"/>
                    </a:cubicBezTo>
                    <a:cubicBezTo>
                      <a:pt x="304" y="1"/>
                      <a:pt x="304" y="1"/>
                      <a:pt x="304" y="1"/>
                    </a:cubicBezTo>
                    <a:cubicBezTo>
                      <a:pt x="287" y="1"/>
                      <a:pt x="287" y="1"/>
                      <a:pt x="287" y="1"/>
                    </a:cubicBezTo>
                    <a:cubicBezTo>
                      <a:pt x="287" y="2"/>
                      <a:pt x="287" y="2"/>
                      <a:pt x="287" y="2"/>
                    </a:cubicBezTo>
                    <a:cubicBezTo>
                      <a:pt x="290" y="2"/>
                      <a:pt x="291" y="3"/>
                      <a:pt x="292" y="3"/>
                    </a:cubicBezTo>
                    <a:cubicBezTo>
                      <a:pt x="293" y="4"/>
                      <a:pt x="293" y="5"/>
                      <a:pt x="293" y="8"/>
                    </a:cubicBezTo>
                    <a:cubicBezTo>
                      <a:pt x="293" y="27"/>
                      <a:pt x="293" y="27"/>
                      <a:pt x="293" y="27"/>
                    </a:cubicBezTo>
                    <a:cubicBezTo>
                      <a:pt x="293" y="37"/>
                      <a:pt x="298" y="42"/>
                      <a:pt x="308" y="42"/>
                    </a:cubicBezTo>
                    <a:cubicBezTo>
                      <a:pt x="318" y="42"/>
                      <a:pt x="324" y="36"/>
                      <a:pt x="323" y="26"/>
                    </a:cubicBezTo>
                    <a:cubicBezTo>
                      <a:pt x="323" y="10"/>
                      <a:pt x="323" y="10"/>
                      <a:pt x="323" y="10"/>
                    </a:cubicBezTo>
                    <a:cubicBezTo>
                      <a:pt x="323" y="7"/>
                      <a:pt x="324" y="5"/>
                      <a:pt x="325" y="4"/>
                    </a:cubicBezTo>
                    <a:cubicBezTo>
                      <a:pt x="325" y="3"/>
                      <a:pt x="327" y="2"/>
                      <a:pt x="329" y="2"/>
                    </a:cubicBezTo>
                    <a:cubicBezTo>
                      <a:pt x="329" y="1"/>
                      <a:pt x="329" y="1"/>
                      <a:pt x="329" y="1"/>
                    </a:cubicBezTo>
                    <a:close/>
                    <a:moveTo>
                      <a:pt x="376" y="1"/>
                    </a:moveTo>
                    <a:cubicBezTo>
                      <a:pt x="362" y="1"/>
                      <a:pt x="362" y="1"/>
                      <a:pt x="362" y="1"/>
                    </a:cubicBezTo>
                    <a:cubicBezTo>
                      <a:pt x="362" y="2"/>
                      <a:pt x="362" y="2"/>
                      <a:pt x="362" y="2"/>
                    </a:cubicBezTo>
                    <a:cubicBezTo>
                      <a:pt x="364" y="2"/>
                      <a:pt x="366" y="3"/>
                      <a:pt x="366" y="4"/>
                    </a:cubicBezTo>
                    <a:cubicBezTo>
                      <a:pt x="367" y="5"/>
                      <a:pt x="367" y="7"/>
                      <a:pt x="367" y="10"/>
                    </a:cubicBezTo>
                    <a:cubicBezTo>
                      <a:pt x="367" y="30"/>
                      <a:pt x="367" y="30"/>
                      <a:pt x="367" y="30"/>
                    </a:cubicBezTo>
                    <a:cubicBezTo>
                      <a:pt x="367" y="30"/>
                      <a:pt x="367" y="30"/>
                      <a:pt x="367" y="30"/>
                    </a:cubicBezTo>
                    <a:cubicBezTo>
                      <a:pt x="344" y="1"/>
                      <a:pt x="344" y="1"/>
                      <a:pt x="344" y="1"/>
                    </a:cubicBezTo>
                    <a:cubicBezTo>
                      <a:pt x="334" y="1"/>
                      <a:pt x="334" y="1"/>
                      <a:pt x="334" y="1"/>
                    </a:cubicBezTo>
                    <a:cubicBezTo>
                      <a:pt x="334" y="2"/>
                      <a:pt x="334" y="2"/>
                      <a:pt x="334" y="2"/>
                    </a:cubicBezTo>
                    <a:cubicBezTo>
                      <a:pt x="336" y="2"/>
                      <a:pt x="338" y="3"/>
                      <a:pt x="340" y="5"/>
                    </a:cubicBezTo>
                    <a:cubicBezTo>
                      <a:pt x="340" y="32"/>
                      <a:pt x="340" y="32"/>
                      <a:pt x="340" y="32"/>
                    </a:cubicBezTo>
                    <a:cubicBezTo>
                      <a:pt x="340" y="35"/>
                      <a:pt x="339" y="37"/>
                      <a:pt x="338" y="38"/>
                    </a:cubicBezTo>
                    <a:cubicBezTo>
                      <a:pt x="338" y="39"/>
                      <a:pt x="336" y="40"/>
                      <a:pt x="334" y="40"/>
                    </a:cubicBezTo>
                    <a:cubicBezTo>
                      <a:pt x="334" y="41"/>
                      <a:pt x="334" y="41"/>
                      <a:pt x="334" y="41"/>
                    </a:cubicBezTo>
                    <a:cubicBezTo>
                      <a:pt x="348" y="41"/>
                      <a:pt x="348" y="41"/>
                      <a:pt x="348" y="41"/>
                    </a:cubicBezTo>
                    <a:cubicBezTo>
                      <a:pt x="348" y="40"/>
                      <a:pt x="348" y="40"/>
                      <a:pt x="348" y="40"/>
                    </a:cubicBezTo>
                    <a:cubicBezTo>
                      <a:pt x="346" y="40"/>
                      <a:pt x="344" y="39"/>
                      <a:pt x="343" y="38"/>
                    </a:cubicBezTo>
                    <a:cubicBezTo>
                      <a:pt x="343" y="37"/>
                      <a:pt x="342" y="35"/>
                      <a:pt x="342" y="32"/>
                    </a:cubicBezTo>
                    <a:cubicBezTo>
                      <a:pt x="342" y="9"/>
                      <a:pt x="342" y="9"/>
                      <a:pt x="342" y="9"/>
                    </a:cubicBezTo>
                    <a:cubicBezTo>
                      <a:pt x="342" y="9"/>
                      <a:pt x="342" y="9"/>
                      <a:pt x="342" y="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370" y="41"/>
                      <a:pt x="370" y="41"/>
                      <a:pt x="370" y="41"/>
                    </a:cubicBezTo>
                    <a:cubicBezTo>
                      <a:pt x="370" y="10"/>
                      <a:pt x="370" y="10"/>
                      <a:pt x="370" y="10"/>
                    </a:cubicBezTo>
                    <a:cubicBezTo>
                      <a:pt x="370" y="7"/>
                      <a:pt x="371" y="5"/>
                      <a:pt x="371" y="4"/>
                    </a:cubicBezTo>
                    <a:cubicBezTo>
                      <a:pt x="372" y="3"/>
                      <a:pt x="373" y="2"/>
                      <a:pt x="376" y="2"/>
                    </a:cubicBezTo>
                    <a:cubicBezTo>
                      <a:pt x="376" y="1"/>
                      <a:pt x="376" y="1"/>
                      <a:pt x="376" y="1"/>
                    </a:cubicBezTo>
                    <a:close/>
                    <a:moveTo>
                      <a:pt x="381" y="41"/>
                    </a:moveTo>
                    <a:cubicBezTo>
                      <a:pt x="399" y="41"/>
                      <a:pt x="399" y="41"/>
                      <a:pt x="399" y="41"/>
                    </a:cubicBezTo>
                    <a:cubicBezTo>
                      <a:pt x="399" y="40"/>
                      <a:pt x="399" y="40"/>
                      <a:pt x="399" y="40"/>
                    </a:cubicBezTo>
                    <a:cubicBezTo>
                      <a:pt x="396" y="40"/>
                      <a:pt x="395" y="40"/>
                      <a:pt x="394" y="39"/>
                    </a:cubicBezTo>
                    <a:cubicBezTo>
                      <a:pt x="393" y="38"/>
                      <a:pt x="393" y="37"/>
                      <a:pt x="393" y="35"/>
                    </a:cubicBezTo>
                    <a:cubicBezTo>
                      <a:pt x="393" y="8"/>
                      <a:pt x="393" y="8"/>
                      <a:pt x="393" y="8"/>
                    </a:cubicBezTo>
                    <a:cubicBezTo>
                      <a:pt x="393" y="5"/>
                      <a:pt x="393" y="4"/>
                      <a:pt x="394" y="3"/>
                    </a:cubicBezTo>
                    <a:cubicBezTo>
                      <a:pt x="395" y="3"/>
                      <a:pt x="396" y="2"/>
                      <a:pt x="399" y="2"/>
                    </a:cubicBezTo>
                    <a:cubicBezTo>
                      <a:pt x="399" y="1"/>
                      <a:pt x="399" y="1"/>
                      <a:pt x="399" y="1"/>
                    </a:cubicBezTo>
                    <a:cubicBezTo>
                      <a:pt x="381" y="1"/>
                      <a:pt x="381" y="1"/>
                      <a:pt x="381" y="1"/>
                    </a:cubicBezTo>
                    <a:cubicBezTo>
                      <a:pt x="381" y="2"/>
                      <a:pt x="381" y="2"/>
                      <a:pt x="381" y="2"/>
                    </a:cubicBezTo>
                    <a:cubicBezTo>
                      <a:pt x="383" y="2"/>
                      <a:pt x="385" y="3"/>
                      <a:pt x="385" y="3"/>
                    </a:cubicBezTo>
                    <a:cubicBezTo>
                      <a:pt x="386" y="4"/>
                      <a:pt x="386" y="5"/>
                      <a:pt x="386" y="8"/>
                    </a:cubicBezTo>
                    <a:cubicBezTo>
                      <a:pt x="386" y="35"/>
                      <a:pt x="386" y="35"/>
                      <a:pt x="386" y="35"/>
                    </a:cubicBezTo>
                    <a:cubicBezTo>
                      <a:pt x="386" y="37"/>
                      <a:pt x="386" y="38"/>
                      <a:pt x="385" y="39"/>
                    </a:cubicBezTo>
                    <a:cubicBezTo>
                      <a:pt x="385" y="40"/>
                      <a:pt x="383" y="40"/>
                      <a:pt x="381" y="40"/>
                    </a:cubicBezTo>
                    <a:cubicBezTo>
                      <a:pt x="381" y="41"/>
                      <a:pt x="381" y="41"/>
                      <a:pt x="381" y="41"/>
                    </a:cubicBezTo>
                    <a:close/>
                    <a:moveTo>
                      <a:pt x="445" y="1"/>
                    </a:moveTo>
                    <a:cubicBezTo>
                      <a:pt x="433" y="1"/>
                      <a:pt x="433" y="1"/>
                      <a:pt x="433" y="1"/>
                    </a:cubicBezTo>
                    <a:cubicBezTo>
                      <a:pt x="433" y="2"/>
                      <a:pt x="433" y="2"/>
                      <a:pt x="433" y="2"/>
                    </a:cubicBezTo>
                    <a:cubicBezTo>
                      <a:pt x="436" y="2"/>
                      <a:pt x="437" y="3"/>
                      <a:pt x="437" y="5"/>
                    </a:cubicBezTo>
                    <a:cubicBezTo>
                      <a:pt x="437" y="6"/>
                      <a:pt x="437" y="7"/>
                      <a:pt x="436" y="8"/>
                    </a:cubicBezTo>
                    <a:cubicBezTo>
                      <a:pt x="436" y="9"/>
                      <a:pt x="436" y="9"/>
                      <a:pt x="436" y="9"/>
                    </a:cubicBezTo>
                    <a:cubicBezTo>
                      <a:pt x="427" y="32"/>
                      <a:pt x="427" y="32"/>
                      <a:pt x="427" y="32"/>
                    </a:cubicBezTo>
                    <a:cubicBezTo>
                      <a:pt x="418" y="11"/>
                      <a:pt x="418" y="11"/>
                      <a:pt x="418" y="11"/>
                    </a:cubicBezTo>
                    <a:cubicBezTo>
                      <a:pt x="417" y="10"/>
                      <a:pt x="417" y="9"/>
                      <a:pt x="416" y="8"/>
                    </a:cubicBezTo>
                    <a:cubicBezTo>
                      <a:pt x="416" y="6"/>
                      <a:pt x="415" y="5"/>
                      <a:pt x="415" y="5"/>
                    </a:cubicBezTo>
                    <a:cubicBezTo>
                      <a:pt x="415" y="3"/>
                      <a:pt x="416" y="2"/>
                      <a:pt x="420" y="2"/>
                    </a:cubicBezTo>
                    <a:cubicBezTo>
                      <a:pt x="420" y="1"/>
                      <a:pt x="420" y="1"/>
                      <a:pt x="420" y="1"/>
                    </a:cubicBezTo>
                    <a:cubicBezTo>
                      <a:pt x="404" y="1"/>
                      <a:pt x="404" y="1"/>
                      <a:pt x="404" y="1"/>
                    </a:cubicBezTo>
                    <a:cubicBezTo>
                      <a:pt x="404" y="2"/>
                      <a:pt x="404" y="2"/>
                      <a:pt x="404" y="2"/>
                    </a:cubicBezTo>
                    <a:cubicBezTo>
                      <a:pt x="405" y="2"/>
                      <a:pt x="406" y="3"/>
                      <a:pt x="407" y="4"/>
                    </a:cubicBezTo>
                    <a:cubicBezTo>
                      <a:pt x="408" y="4"/>
                      <a:pt x="409" y="6"/>
                      <a:pt x="410" y="9"/>
                    </a:cubicBezTo>
                    <a:cubicBezTo>
                      <a:pt x="425" y="41"/>
                      <a:pt x="425" y="41"/>
                      <a:pt x="425" y="41"/>
                    </a:cubicBezTo>
                    <a:cubicBezTo>
                      <a:pt x="426" y="41"/>
                      <a:pt x="426" y="41"/>
                      <a:pt x="426" y="41"/>
                    </a:cubicBezTo>
                    <a:cubicBezTo>
                      <a:pt x="439" y="8"/>
                      <a:pt x="439" y="8"/>
                      <a:pt x="439" y="8"/>
                    </a:cubicBezTo>
                    <a:cubicBezTo>
                      <a:pt x="440" y="5"/>
                      <a:pt x="441" y="4"/>
                      <a:pt x="442" y="3"/>
                    </a:cubicBezTo>
                    <a:cubicBezTo>
                      <a:pt x="442" y="3"/>
                      <a:pt x="443" y="2"/>
                      <a:pt x="445" y="2"/>
                    </a:cubicBezTo>
                    <a:cubicBezTo>
                      <a:pt x="445" y="1"/>
                      <a:pt x="445" y="1"/>
                      <a:pt x="445" y="1"/>
                    </a:cubicBezTo>
                    <a:close/>
                    <a:moveTo>
                      <a:pt x="485" y="31"/>
                    </a:moveTo>
                    <a:cubicBezTo>
                      <a:pt x="484" y="31"/>
                      <a:pt x="484" y="31"/>
                      <a:pt x="484" y="31"/>
                    </a:cubicBezTo>
                    <a:cubicBezTo>
                      <a:pt x="482" y="34"/>
                      <a:pt x="481" y="36"/>
                      <a:pt x="479" y="37"/>
                    </a:cubicBezTo>
                    <a:cubicBezTo>
                      <a:pt x="477" y="38"/>
                      <a:pt x="474" y="39"/>
                      <a:pt x="471" y="39"/>
                    </a:cubicBezTo>
                    <a:cubicBezTo>
                      <a:pt x="466" y="39"/>
                      <a:pt x="463" y="39"/>
                      <a:pt x="463" y="39"/>
                    </a:cubicBezTo>
                    <a:cubicBezTo>
                      <a:pt x="462" y="38"/>
                      <a:pt x="461" y="38"/>
                      <a:pt x="461" y="36"/>
                    </a:cubicBezTo>
                    <a:cubicBezTo>
                      <a:pt x="461" y="21"/>
                      <a:pt x="461" y="21"/>
                      <a:pt x="461" y="21"/>
                    </a:cubicBezTo>
                    <a:cubicBezTo>
                      <a:pt x="471" y="22"/>
                      <a:pt x="471" y="22"/>
                      <a:pt x="471" y="22"/>
                    </a:cubicBezTo>
                    <a:cubicBezTo>
                      <a:pt x="473" y="22"/>
                      <a:pt x="475" y="22"/>
                      <a:pt x="476" y="23"/>
                    </a:cubicBezTo>
                    <a:cubicBezTo>
                      <a:pt x="477" y="23"/>
                      <a:pt x="477" y="25"/>
                      <a:pt x="477" y="27"/>
                    </a:cubicBezTo>
                    <a:cubicBezTo>
                      <a:pt x="479" y="27"/>
                      <a:pt x="479" y="27"/>
                      <a:pt x="479" y="27"/>
                    </a:cubicBezTo>
                    <a:cubicBezTo>
                      <a:pt x="479" y="13"/>
                      <a:pt x="479" y="13"/>
                      <a:pt x="479" y="13"/>
                    </a:cubicBezTo>
                    <a:cubicBezTo>
                      <a:pt x="477" y="13"/>
                      <a:pt x="477" y="13"/>
                      <a:pt x="477" y="13"/>
                    </a:cubicBezTo>
                    <a:cubicBezTo>
                      <a:pt x="477" y="16"/>
                      <a:pt x="477" y="17"/>
                      <a:pt x="476" y="18"/>
                    </a:cubicBezTo>
                    <a:cubicBezTo>
                      <a:pt x="475" y="19"/>
                      <a:pt x="473" y="19"/>
                      <a:pt x="471" y="19"/>
                    </a:cubicBezTo>
                    <a:cubicBezTo>
                      <a:pt x="461" y="19"/>
                      <a:pt x="461" y="19"/>
                      <a:pt x="461" y="19"/>
                    </a:cubicBezTo>
                    <a:cubicBezTo>
                      <a:pt x="461" y="5"/>
                      <a:pt x="461" y="5"/>
                      <a:pt x="461" y="5"/>
                    </a:cubicBezTo>
                    <a:cubicBezTo>
                      <a:pt x="461" y="4"/>
                      <a:pt x="462" y="3"/>
                      <a:pt x="463" y="3"/>
                    </a:cubicBezTo>
                    <a:cubicBezTo>
                      <a:pt x="472" y="3"/>
                      <a:pt x="472" y="3"/>
                      <a:pt x="472" y="3"/>
                    </a:cubicBezTo>
                    <a:cubicBezTo>
                      <a:pt x="475" y="3"/>
                      <a:pt x="477" y="4"/>
                      <a:pt x="478" y="5"/>
                    </a:cubicBezTo>
                    <a:cubicBezTo>
                      <a:pt x="480" y="5"/>
                      <a:pt x="480" y="7"/>
                      <a:pt x="481" y="10"/>
                    </a:cubicBezTo>
                    <a:cubicBezTo>
                      <a:pt x="482" y="10"/>
                      <a:pt x="482" y="10"/>
                      <a:pt x="482" y="10"/>
                    </a:cubicBezTo>
                    <a:cubicBezTo>
                      <a:pt x="482" y="1"/>
                      <a:pt x="482" y="1"/>
                      <a:pt x="482" y="1"/>
                    </a:cubicBezTo>
                    <a:cubicBezTo>
                      <a:pt x="450" y="1"/>
                      <a:pt x="450" y="1"/>
                      <a:pt x="450" y="1"/>
                    </a:cubicBezTo>
                    <a:cubicBezTo>
                      <a:pt x="450" y="2"/>
                      <a:pt x="450" y="2"/>
                      <a:pt x="450" y="2"/>
                    </a:cubicBezTo>
                    <a:cubicBezTo>
                      <a:pt x="452" y="2"/>
                      <a:pt x="454" y="3"/>
                      <a:pt x="454" y="3"/>
                    </a:cubicBezTo>
                    <a:cubicBezTo>
                      <a:pt x="455" y="4"/>
                      <a:pt x="455" y="6"/>
                      <a:pt x="455" y="8"/>
                    </a:cubicBezTo>
                    <a:cubicBezTo>
                      <a:pt x="455" y="35"/>
                      <a:pt x="455" y="35"/>
                      <a:pt x="455" y="35"/>
                    </a:cubicBezTo>
                    <a:cubicBezTo>
                      <a:pt x="455" y="37"/>
                      <a:pt x="455" y="38"/>
                      <a:pt x="454" y="39"/>
                    </a:cubicBezTo>
                    <a:cubicBezTo>
                      <a:pt x="454" y="39"/>
                      <a:pt x="452" y="40"/>
                      <a:pt x="450" y="40"/>
                    </a:cubicBezTo>
                    <a:cubicBezTo>
                      <a:pt x="450" y="41"/>
                      <a:pt x="450" y="41"/>
                      <a:pt x="450" y="41"/>
                    </a:cubicBezTo>
                    <a:cubicBezTo>
                      <a:pt x="483" y="41"/>
                      <a:pt x="483" y="41"/>
                      <a:pt x="483" y="41"/>
                    </a:cubicBezTo>
                    <a:cubicBezTo>
                      <a:pt x="485" y="31"/>
                      <a:pt x="485" y="31"/>
                      <a:pt x="485" y="31"/>
                    </a:cubicBezTo>
                    <a:close/>
                    <a:moveTo>
                      <a:pt x="529" y="40"/>
                    </a:moveTo>
                    <a:cubicBezTo>
                      <a:pt x="527" y="40"/>
                      <a:pt x="525" y="39"/>
                      <a:pt x="524" y="37"/>
                    </a:cubicBezTo>
                    <a:cubicBezTo>
                      <a:pt x="511" y="22"/>
                      <a:pt x="511" y="22"/>
                      <a:pt x="511" y="22"/>
                    </a:cubicBezTo>
                    <a:cubicBezTo>
                      <a:pt x="519" y="21"/>
                      <a:pt x="522" y="17"/>
                      <a:pt x="522" y="12"/>
                    </a:cubicBezTo>
                    <a:cubicBezTo>
                      <a:pt x="522" y="5"/>
                      <a:pt x="517" y="1"/>
                      <a:pt x="507" y="1"/>
                    </a:cubicBezTo>
                    <a:cubicBezTo>
                      <a:pt x="490" y="1"/>
                      <a:pt x="490" y="1"/>
                      <a:pt x="490" y="1"/>
                    </a:cubicBezTo>
                    <a:cubicBezTo>
                      <a:pt x="490" y="2"/>
                      <a:pt x="490" y="2"/>
                      <a:pt x="490" y="2"/>
                    </a:cubicBezTo>
                    <a:cubicBezTo>
                      <a:pt x="493" y="2"/>
                      <a:pt x="494" y="3"/>
                      <a:pt x="494" y="3"/>
                    </a:cubicBezTo>
                    <a:cubicBezTo>
                      <a:pt x="495" y="4"/>
                      <a:pt x="495" y="5"/>
                      <a:pt x="495" y="8"/>
                    </a:cubicBezTo>
                    <a:cubicBezTo>
                      <a:pt x="495" y="34"/>
                      <a:pt x="495" y="34"/>
                      <a:pt x="495" y="34"/>
                    </a:cubicBezTo>
                    <a:cubicBezTo>
                      <a:pt x="495" y="37"/>
                      <a:pt x="495" y="38"/>
                      <a:pt x="494" y="39"/>
                    </a:cubicBezTo>
                    <a:cubicBezTo>
                      <a:pt x="494" y="39"/>
                      <a:pt x="493" y="40"/>
                      <a:pt x="490" y="40"/>
                    </a:cubicBezTo>
                    <a:cubicBezTo>
                      <a:pt x="490" y="41"/>
                      <a:pt x="490" y="41"/>
                      <a:pt x="490" y="41"/>
                    </a:cubicBezTo>
                    <a:cubicBezTo>
                      <a:pt x="507" y="41"/>
                      <a:pt x="507" y="41"/>
                      <a:pt x="507" y="41"/>
                    </a:cubicBezTo>
                    <a:cubicBezTo>
                      <a:pt x="507" y="40"/>
                      <a:pt x="507" y="40"/>
                      <a:pt x="507" y="40"/>
                    </a:cubicBezTo>
                    <a:cubicBezTo>
                      <a:pt x="505" y="40"/>
                      <a:pt x="503" y="39"/>
                      <a:pt x="502" y="39"/>
                    </a:cubicBezTo>
                    <a:cubicBezTo>
                      <a:pt x="502" y="38"/>
                      <a:pt x="502" y="37"/>
                      <a:pt x="502" y="35"/>
                    </a:cubicBezTo>
                    <a:cubicBezTo>
                      <a:pt x="502" y="23"/>
                      <a:pt x="502" y="23"/>
                      <a:pt x="502" y="23"/>
                    </a:cubicBezTo>
                    <a:cubicBezTo>
                      <a:pt x="505" y="23"/>
                      <a:pt x="505" y="23"/>
                      <a:pt x="505" y="23"/>
                    </a:cubicBezTo>
                    <a:cubicBezTo>
                      <a:pt x="519" y="41"/>
                      <a:pt x="519" y="41"/>
                      <a:pt x="519" y="41"/>
                    </a:cubicBezTo>
                    <a:cubicBezTo>
                      <a:pt x="529" y="41"/>
                      <a:pt x="529" y="41"/>
                      <a:pt x="529" y="41"/>
                    </a:cubicBezTo>
                    <a:cubicBezTo>
                      <a:pt x="529" y="40"/>
                      <a:pt x="529" y="40"/>
                      <a:pt x="529" y="40"/>
                    </a:cubicBezTo>
                    <a:close/>
                    <a:moveTo>
                      <a:pt x="502" y="5"/>
                    </a:moveTo>
                    <a:cubicBezTo>
                      <a:pt x="501" y="4"/>
                      <a:pt x="502" y="3"/>
                      <a:pt x="505" y="3"/>
                    </a:cubicBezTo>
                    <a:cubicBezTo>
                      <a:pt x="512" y="3"/>
                      <a:pt x="516" y="6"/>
                      <a:pt x="516" y="12"/>
                    </a:cubicBezTo>
                    <a:cubicBezTo>
                      <a:pt x="516" y="18"/>
                      <a:pt x="511" y="21"/>
                      <a:pt x="502" y="20"/>
                    </a:cubicBezTo>
                    <a:cubicBezTo>
                      <a:pt x="502" y="5"/>
                      <a:pt x="502" y="5"/>
                      <a:pt x="502" y="5"/>
                    </a:cubicBezTo>
                    <a:close/>
                    <a:moveTo>
                      <a:pt x="559" y="0"/>
                    </a:moveTo>
                    <a:cubicBezTo>
                      <a:pt x="558" y="0"/>
                      <a:pt x="558" y="0"/>
                      <a:pt x="558" y="0"/>
                    </a:cubicBezTo>
                    <a:cubicBezTo>
                      <a:pt x="558" y="2"/>
                      <a:pt x="557" y="2"/>
                      <a:pt x="556" y="2"/>
                    </a:cubicBezTo>
                    <a:cubicBezTo>
                      <a:pt x="556" y="2"/>
                      <a:pt x="555" y="2"/>
                      <a:pt x="554" y="2"/>
                    </a:cubicBezTo>
                    <a:cubicBezTo>
                      <a:pt x="551" y="1"/>
                      <a:pt x="549" y="0"/>
                      <a:pt x="548" y="0"/>
                    </a:cubicBezTo>
                    <a:cubicBezTo>
                      <a:pt x="541" y="1"/>
                      <a:pt x="537" y="4"/>
                      <a:pt x="537" y="10"/>
                    </a:cubicBezTo>
                    <a:cubicBezTo>
                      <a:pt x="536" y="15"/>
                      <a:pt x="540" y="19"/>
                      <a:pt x="546" y="23"/>
                    </a:cubicBezTo>
                    <a:cubicBezTo>
                      <a:pt x="550" y="25"/>
                      <a:pt x="553" y="27"/>
                      <a:pt x="554" y="28"/>
                    </a:cubicBezTo>
                    <a:cubicBezTo>
                      <a:pt x="556" y="29"/>
                      <a:pt x="556" y="31"/>
                      <a:pt x="556" y="33"/>
                    </a:cubicBezTo>
                    <a:cubicBezTo>
                      <a:pt x="556" y="37"/>
                      <a:pt x="553" y="40"/>
                      <a:pt x="549" y="40"/>
                    </a:cubicBezTo>
                    <a:cubicBezTo>
                      <a:pt x="543" y="40"/>
                      <a:pt x="539" y="36"/>
                      <a:pt x="536" y="29"/>
                    </a:cubicBezTo>
                    <a:cubicBezTo>
                      <a:pt x="535" y="29"/>
                      <a:pt x="535" y="29"/>
                      <a:pt x="535" y="29"/>
                    </a:cubicBezTo>
                    <a:cubicBezTo>
                      <a:pt x="537" y="41"/>
                      <a:pt x="537" y="41"/>
                      <a:pt x="537" y="41"/>
                    </a:cubicBezTo>
                    <a:cubicBezTo>
                      <a:pt x="538" y="41"/>
                      <a:pt x="538" y="41"/>
                      <a:pt x="538" y="41"/>
                    </a:cubicBezTo>
                    <a:cubicBezTo>
                      <a:pt x="538" y="41"/>
                      <a:pt x="539" y="40"/>
                      <a:pt x="540" y="40"/>
                    </a:cubicBezTo>
                    <a:cubicBezTo>
                      <a:pt x="540" y="40"/>
                      <a:pt x="541" y="40"/>
                      <a:pt x="543" y="41"/>
                    </a:cubicBezTo>
                    <a:cubicBezTo>
                      <a:pt x="545" y="41"/>
                      <a:pt x="548" y="42"/>
                      <a:pt x="549" y="42"/>
                    </a:cubicBezTo>
                    <a:cubicBezTo>
                      <a:pt x="557" y="41"/>
                      <a:pt x="561" y="38"/>
                      <a:pt x="562" y="31"/>
                    </a:cubicBezTo>
                    <a:cubicBezTo>
                      <a:pt x="561" y="25"/>
                      <a:pt x="557" y="20"/>
                      <a:pt x="551" y="18"/>
                    </a:cubicBezTo>
                    <a:cubicBezTo>
                      <a:pt x="546" y="15"/>
                      <a:pt x="543" y="12"/>
                      <a:pt x="542" y="8"/>
                    </a:cubicBezTo>
                    <a:cubicBezTo>
                      <a:pt x="542" y="5"/>
                      <a:pt x="544" y="3"/>
                      <a:pt x="548" y="3"/>
                    </a:cubicBezTo>
                    <a:cubicBezTo>
                      <a:pt x="554" y="3"/>
                      <a:pt x="558" y="6"/>
                      <a:pt x="559" y="13"/>
                    </a:cubicBezTo>
                    <a:cubicBezTo>
                      <a:pt x="561" y="13"/>
                      <a:pt x="561" y="13"/>
                      <a:pt x="561" y="13"/>
                    </a:cubicBezTo>
                    <a:cubicBezTo>
                      <a:pt x="559" y="0"/>
                      <a:pt x="559" y="0"/>
                      <a:pt x="559" y="0"/>
                    </a:cubicBezTo>
                    <a:close/>
                    <a:moveTo>
                      <a:pt x="570" y="41"/>
                    </a:moveTo>
                    <a:cubicBezTo>
                      <a:pt x="588" y="41"/>
                      <a:pt x="588" y="41"/>
                      <a:pt x="588" y="41"/>
                    </a:cubicBezTo>
                    <a:cubicBezTo>
                      <a:pt x="588" y="40"/>
                      <a:pt x="588" y="40"/>
                      <a:pt x="588" y="40"/>
                    </a:cubicBezTo>
                    <a:cubicBezTo>
                      <a:pt x="586" y="40"/>
                      <a:pt x="584" y="40"/>
                      <a:pt x="583" y="39"/>
                    </a:cubicBezTo>
                    <a:cubicBezTo>
                      <a:pt x="583" y="38"/>
                      <a:pt x="582" y="37"/>
                      <a:pt x="582" y="35"/>
                    </a:cubicBezTo>
                    <a:cubicBezTo>
                      <a:pt x="582" y="8"/>
                      <a:pt x="582" y="8"/>
                      <a:pt x="582" y="8"/>
                    </a:cubicBezTo>
                    <a:cubicBezTo>
                      <a:pt x="582" y="5"/>
                      <a:pt x="583" y="4"/>
                      <a:pt x="583" y="3"/>
                    </a:cubicBezTo>
                    <a:cubicBezTo>
                      <a:pt x="584" y="3"/>
                      <a:pt x="586" y="2"/>
                      <a:pt x="588" y="2"/>
                    </a:cubicBezTo>
                    <a:cubicBezTo>
                      <a:pt x="588" y="1"/>
                      <a:pt x="588" y="1"/>
                      <a:pt x="588" y="1"/>
                    </a:cubicBezTo>
                    <a:cubicBezTo>
                      <a:pt x="570" y="1"/>
                      <a:pt x="570" y="1"/>
                      <a:pt x="570" y="1"/>
                    </a:cubicBezTo>
                    <a:cubicBezTo>
                      <a:pt x="570" y="2"/>
                      <a:pt x="570" y="2"/>
                      <a:pt x="570" y="2"/>
                    </a:cubicBezTo>
                    <a:cubicBezTo>
                      <a:pt x="573" y="2"/>
                      <a:pt x="574" y="3"/>
                      <a:pt x="575" y="3"/>
                    </a:cubicBezTo>
                    <a:cubicBezTo>
                      <a:pt x="576" y="4"/>
                      <a:pt x="576" y="5"/>
                      <a:pt x="576" y="8"/>
                    </a:cubicBezTo>
                    <a:cubicBezTo>
                      <a:pt x="576" y="35"/>
                      <a:pt x="576" y="35"/>
                      <a:pt x="576" y="35"/>
                    </a:cubicBezTo>
                    <a:cubicBezTo>
                      <a:pt x="576" y="37"/>
                      <a:pt x="576" y="38"/>
                      <a:pt x="575" y="39"/>
                    </a:cubicBezTo>
                    <a:cubicBezTo>
                      <a:pt x="574" y="40"/>
                      <a:pt x="573" y="40"/>
                      <a:pt x="570" y="40"/>
                    </a:cubicBezTo>
                    <a:cubicBezTo>
                      <a:pt x="570" y="41"/>
                      <a:pt x="570" y="41"/>
                      <a:pt x="570" y="41"/>
                    </a:cubicBezTo>
                    <a:close/>
                    <a:moveTo>
                      <a:pt x="620" y="40"/>
                    </a:moveTo>
                    <a:cubicBezTo>
                      <a:pt x="617" y="40"/>
                      <a:pt x="615" y="39"/>
                      <a:pt x="615" y="39"/>
                    </a:cubicBezTo>
                    <a:cubicBezTo>
                      <a:pt x="614" y="38"/>
                      <a:pt x="614" y="37"/>
                      <a:pt x="614" y="35"/>
                    </a:cubicBezTo>
                    <a:cubicBezTo>
                      <a:pt x="614" y="4"/>
                      <a:pt x="614" y="4"/>
                      <a:pt x="614" y="4"/>
                    </a:cubicBezTo>
                    <a:cubicBezTo>
                      <a:pt x="617" y="4"/>
                      <a:pt x="617" y="4"/>
                      <a:pt x="617" y="4"/>
                    </a:cubicBezTo>
                    <a:cubicBezTo>
                      <a:pt x="621" y="4"/>
                      <a:pt x="623" y="4"/>
                      <a:pt x="624" y="5"/>
                    </a:cubicBezTo>
                    <a:cubicBezTo>
                      <a:pt x="625" y="6"/>
                      <a:pt x="626" y="8"/>
                      <a:pt x="627" y="11"/>
                    </a:cubicBezTo>
                    <a:cubicBezTo>
                      <a:pt x="628" y="11"/>
                      <a:pt x="628" y="11"/>
                      <a:pt x="628" y="11"/>
                    </a:cubicBezTo>
                    <a:cubicBezTo>
                      <a:pt x="628" y="1"/>
                      <a:pt x="628" y="1"/>
                      <a:pt x="628" y="1"/>
                    </a:cubicBezTo>
                    <a:cubicBezTo>
                      <a:pt x="594" y="1"/>
                      <a:pt x="594" y="1"/>
                      <a:pt x="594" y="1"/>
                    </a:cubicBezTo>
                    <a:cubicBezTo>
                      <a:pt x="593" y="11"/>
                      <a:pt x="593" y="11"/>
                      <a:pt x="593" y="11"/>
                    </a:cubicBezTo>
                    <a:cubicBezTo>
                      <a:pt x="595" y="11"/>
                      <a:pt x="595" y="11"/>
                      <a:pt x="595" y="11"/>
                    </a:cubicBezTo>
                    <a:cubicBezTo>
                      <a:pt x="595" y="8"/>
                      <a:pt x="596" y="6"/>
                      <a:pt x="597" y="5"/>
                    </a:cubicBezTo>
                    <a:cubicBezTo>
                      <a:pt x="599" y="4"/>
                      <a:pt x="601" y="4"/>
                      <a:pt x="604" y="4"/>
                    </a:cubicBezTo>
                    <a:cubicBezTo>
                      <a:pt x="608" y="4"/>
                      <a:pt x="608" y="4"/>
                      <a:pt x="608" y="4"/>
                    </a:cubicBezTo>
                    <a:cubicBezTo>
                      <a:pt x="608" y="34"/>
                      <a:pt x="608" y="34"/>
                      <a:pt x="608" y="34"/>
                    </a:cubicBezTo>
                    <a:cubicBezTo>
                      <a:pt x="608" y="37"/>
                      <a:pt x="607" y="38"/>
                      <a:pt x="607" y="39"/>
                    </a:cubicBezTo>
                    <a:cubicBezTo>
                      <a:pt x="606" y="39"/>
                      <a:pt x="604" y="40"/>
                      <a:pt x="602" y="40"/>
                    </a:cubicBezTo>
                    <a:cubicBezTo>
                      <a:pt x="602" y="41"/>
                      <a:pt x="602" y="41"/>
                      <a:pt x="602" y="41"/>
                    </a:cubicBezTo>
                    <a:cubicBezTo>
                      <a:pt x="620" y="41"/>
                      <a:pt x="620" y="41"/>
                      <a:pt x="620" y="41"/>
                    </a:cubicBezTo>
                    <a:cubicBezTo>
                      <a:pt x="620" y="40"/>
                      <a:pt x="620" y="40"/>
                      <a:pt x="620" y="40"/>
                    </a:cubicBezTo>
                    <a:close/>
                    <a:moveTo>
                      <a:pt x="675" y="1"/>
                    </a:moveTo>
                    <a:cubicBezTo>
                      <a:pt x="661" y="1"/>
                      <a:pt x="661" y="1"/>
                      <a:pt x="661" y="1"/>
                    </a:cubicBezTo>
                    <a:cubicBezTo>
                      <a:pt x="661" y="2"/>
                      <a:pt x="661" y="2"/>
                      <a:pt x="661" y="2"/>
                    </a:cubicBezTo>
                    <a:cubicBezTo>
                      <a:pt x="664" y="2"/>
                      <a:pt x="666" y="3"/>
                      <a:pt x="666" y="4"/>
                    </a:cubicBezTo>
                    <a:cubicBezTo>
                      <a:pt x="666" y="5"/>
                      <a:pt x="665" y="6"/>
                      <a:pt x="665" y="6"/>
                    </a:cubicBezTo>
                    <a:cubicBezTo>
                      <a:pt x="656" y="20"/>
                      <a:pt x="656" y="20"/>
                      <a:pt x="656" y="20"/>
                    </a:cubicBezTo>
                    <a:cubicBezTo>
                      <a:pt x="647" y="7"/>
                      <a:pt x="647" y="7"/>
                      <a:pt x="647" y="7"/>
                    </a:cubicBezTo>
                    <a:cubicBezTo>
                      <a:pt x="646" y="6"/>
                      <a:pt x="646" y="5"/>
                      <a:pt x="646" y="4"/>
                    </a:cubicBezTo>
                    <a:cubicBezTo>
                      <a:pt x="646" y="3"/>
                      <a:pt x="647" y="2"/>
                      <a:pt x="650" y="2"/>
                    </a:cubicBezTo>
                    <a:cubicBezTo>
                      <a:pt x="650" y="2"/>
                      <a:pt x="650" y="2"/>
                      <a:pt x="650" y="2"/>
                    </a:cubicBezTo>
                    <a:cubicBezTo>
                      <a:pt x="650" y="1"/>
                      <a:pt x="650" y="1"/>
                      <a:pt x="650" y="1"/>
                    </a:cubicBezTo>
                    <a:cubicBezTo>
                      <a:pt x="634" y="1"/>
                      <a:pt x="634" y="1"/>
                      <a:pt x="634" y="1"/>
                    </a:cubicBezTo>
                    <a:cubicBezTo>
                      <a:pt x="634" y="2"/>
                      <a:pt x="634" y="2"/>
                      <a:pt x="634" y="2"/>
                    </a:cubicBezTo>
                    <a:cubicBezTo>
                      <a:pt x="635" y="2"/>
                      <a:pt x="636" y="3"/>
                      <a:pt x="637" y="4"/>
                    </a:cubicBezTo>
                    <a:cubicBezTo>
                      <a:pt x="638" y="5"/>
                      <a:pt x="640" y="8"/>
                      <a:pt x="643" y="12"/>
                    </a:cubicBezTo>
                    <a:cubicBezTo>
                      <a:pt x="651" y="23"/>
                      <a:pt x="651" y="23"/>
                      <a:pt x="651" y="23"/>
                    </a:cubicBezTo>
                    <a:cubicBezTo>
                      <a:pt x="651" y="34"/>
                      <a:pt x="651" y="34"/>
                      <a:pt x="651" y="34"/>
                    </a:cubicBezTo>
                    <a:cubicBezTo>
                      <a:pt x="651" y="37"/>
                      <a:pt x="651" y="38"/>
                      <a:pt x="650" y="39"/>
                    </a:cubicBezTo>
                    <a:cubicBezTo>
                      <a:pt x="650" y="40"/>
                      <a:pt x="648" y="40"/>
                      <a:pt x="645" y="40"/>
                    </a:cubicBezTo>
                    <a:cubicBezTo>
                      <a:pt x="645" y="41"/>
                      <a:pt x="645" y="41"/>
                      <a:pt x="645" y="41"/>
                    </a:cubicBezTo>
                    <a:cubicBezTo>
                      <a:pt x="664" y="41"/>
                      <a:pt x="664" y="41"/>
                      <a:pt x="664" y="41"/>
                    </a:cubicBezTo>
                    <a:cubicBezTo>
                      <a:pt x="664" y="40"/>
                      <a:pt x="664" y="40"/>
                      <a:pt x="664" y="40"/>
                    </a:cubicBezTo>
                    <a:cubicBezTo>
                      <a:pt x="661" y="40"/>
                      <a:pt x="659" y="40"/>
                      <a:pt x="659" y="39"/>
                    </a:cubicBezTo>
                    <a:cubicBezTo>
                      <a:pt x="658" y="38"/>
                      <a:pt x="657" y="37"/>
                      <a:pt x="657" y="35"/>
                    </a:cubicBezTo>
                    <a:cubicBezTo>
                      <a:pt x="657" y="23"/>
                      <a:pt x="657" y="23"/>
                      <a:pt x="657" y="23"/>
                    </a:cubicBezTo>
                    <a:cubicBezTo>
                      <a:pt x="666" y="9"/>
                      <a:pt x="666" y="9"/>
                      <a:pt x="666" y="9"/>
                    </a:cubicBezTo>
                    <a:cubicBezTo>
                      <a:pt x="669" y="4"/>
                      <a:pt x="672" y="2"/>
                      <a:pt x="675" y="2"/>
                    </a:cubicBezTo>
                    <a:cubicBezTo>
                      <a:pt x="675" y="1"/>
                      <a:pt x="675" y="1"/>
                      <a:pt x="67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3763962" y="0"/>
              <a:ext cx="1069105" cy="1067923"/>
              <a:chOff x="3851276" y="1292225"/>
              <a:chExt cx="1435100" cy="1433513"/>
            </a:xfrm>
            <a:grpFill/>
          </p:grpSpPr>
          <p:sp>
            <p:nvSpPr>
              <p:cNvPr id="11" name="Freeform 15"/>
              <p:cNvSpPr>
                <a:spLocks noEditPoints="1"/>
              </p:cNvSpPr>
              <p:nvPr/>
            </p:nvSpPr>
            <p:spPr bwMode="auto">
              <a:xfrm>
                <a:off x="3956051" y="1852613"/>
                <a:ext cx="1228725" cy="158750"/>
              </a:xfrm>
              <a:custGeom>
                <a:avLst/>
                <a:gdLst>
                  <a:gd name="T0" fmla="*/ 50 w 774"/>
                  <a:gd name="T1" fmla="*/ 0 h 100"/>
                  <a:gd name="T2" fmla="*/ 59 w 774"/>
                  <a:gd name="T3" fmla="*/ 26 h 100"/>
                  <a:gd name="T4" fmla="*/ 83 w 774"/>
                  <a:gd name="T5" fmla="*/ 14 h 100"/>
                  <a:gd name="T6" fmla="*/ 74 w 774"/>
                  <a:gd name="T7" fmla="*/ 40 h 100"/>
                  <a:gd name="T8" fmla="*/ 97 w 774"/>
                  <a:gd name="T9" fmla="*/ 50 h 100"/>
                  <a:gd name="T10" fmla="*/ 74 w 774"/>
                  <a:gd name="T11" fmla="*/ 59 h 100"/>
                  <a:gd name="T12" fmla="*/ 83 w 774"/>
                  <a:gd name="T13" fmla="*/ 85 h 100"/>
                  <a:gd name="T14" fmla="*/ 59 w 774"/>
                  <a:gd name="T15" fmla="*/ 74 h 100"/>
                  <a:gd name="T16" fmla="*/ 50 w 774"/>
                  <a:gd name="T17" fmla="*/ 100 h 100"/>
                  <a:gd name="T18" fmla="*/ 40 w 774"/>
                  <a:gd name="T19" fmla="*/ 74 h 100"/>
                  <a:gd name="T20" fmla="*/ 14 w 774"/>
                  <a:gd name="T21" fmla="*/ 85 h 100"/>
                  <a:gd name="T22" fmla="*/ 26 w 774"/>
                  <a:gd name="T23" fmla="*/ 59 h 100"/>
                  <a:gd name="T24" fmla="*/ 0 w 774"/>
                  <a:gd name="T25" fmla="*/ 50 h 100"/>
                  <a:gd name="T26" fmla="*/ 26 w 774"/>
                  <a:gd name="T27" fmla="*/ 40 h 100"/>
                  <a:gd name="T28" fmla="*/ 14 w 774"/>
                  <a:gd name="T29" fmla="*/ 14 h 100"/>
                  <a:gd name="T30" fmla="*/ 40 w 774"/>
                  <a:gd name="T31" fmla="*/ 26 h 100"/>
                  <a:gd name="T32" fmla="*/ 50 w 774"/>
                  <a:gd name="T33" fmla="*/ 0 h 100"/>
                  <a:gd name="T34" fmla="*/ 50 w 774"/>
                  <a:gd name="T35" fmla="*/ 0 h 100"/>
                  <a:gd name="T36" fmla="*/ 724 w 774"/>
                  <a:gd name="T37" fmla="*/ 0 h 100"/>
                  <a:gd name="T38" fmla="*/ 733 w 774"/>
                  <a:gd name="T39" fmla="*/ 26 h 100"/>
                  <a:gd name="T40" fmla="*/ 757 w 774"/>
                  <a:gd name="T41" fmla="*/ 14 h 100"/>
                  <a:gd name="T42" fmla="*/ 748 w 774"/>
                  <a:gd name="T43" fmla="*/ 40 h 100"/>
                  <a:gd name="T44" fmla="*/ 774 w 774"/>
                  <a:gd name="T45" fmla="*/ 50 h 100"/>
                  <a:gd name="T46" fmla="*/ 748 w 774"/>
                  <a:gd name="T47" fmla="*/ 59 h 100"/>
                  <a:gd name="T48" fmla="*/ 757 w 774"/>
                  <a:gd name="T49" fmla="*/ 85 h 100"/>
                  <a:gd name="T50" fmla="*/ 733 w 774"/>
                  <a:gd name="T51" fmla="*/ 74 h 100"/>
                  <a:gd name="T52" fmla="*/ 724 w 774"/>
                  <a:gd name="T53" fmla="*/ 100 h 100"/>
                  <a:gd name="T54" fmla="*/ 714 w 774"/>
                  <a:gd name="T55" fmla="*/ 74 h 100"/>
                  <a:gd name="T56" fmla="*/ 688 w 774"/>
                  <a:gd name="T57" fmla="*/ 85 h 100"/>
                  <a:gd name="T58" fmla="*/ 700 w 774"/>
                  <a:gd name="T59" fmla="*/ 59 h 100"/>
                  <a:gd name="T60" fmla="*/ 674 w 774"/>
                  <a:gd name="T61" fmla="*/ 50 h 100"/>
                  <a:gd name="T62" fmla="*/ 700 w 774"/>
                  <a:gd name="T63" fmla="*/ 40 h 100"/>
                  <a:gd name="T64" fmla="*/ 688 w 774"/>
                  <a:gd name="T65" fmla="*/ 14 h 100"/>
                  <a:gd name="T66" fmla="*/ 714 w 774"/>
                  <a:gd name="T67" fmla="*/ 26 h 100"/>
                  <a:gd name="T68" fmla="*/ 724 w 774"/>
                  <a:gd name="T69" fmla="*/ 0 h 100"/>
                  <a:gd name="T70" fmla="*/ 724 w 774"/>
                  <a:gd name="T71" fmla="*/ 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74" h="100">
                    <a:moveTo>
                      <a:pt x="50" y="0"/>
                    </a:moveTo>
                    <a:lnTo>
                      <a:pt x="59" y="26"/>
                    </a:lnTo>
                    <a:lnTo>
                      <a:pt x="83" y="14"/>
                    </a:lnTo>
                    <a:lnTo>
                      <a:pt x="74" y="40"/>
                    </a:lnTo>
                    <a:lnTo>
                      <a:pt x="97" y="50"/>
                    </a:lnTo>
                    <a:lnTo>
                      <a:pt x="74" y="59"/>
                    </a:lnTo>
                    <a:lnTo>
                      <a:pt x="83" y="85"/>
                    </a:lnTo>
                    <a:lnTo>
                      <a:pt x="59" y="74"/>
                    </a:lnTo>
                    <a:lnTo>
                      <a:pt x="50" y="100"/>
                    </a:lnTo>
                    <a:lnTo>
                      <a:pt x="40" y="74"/>
                    </a:lnTo>
                    <a:lnTo>
                      <a:pt x="14" y="85"/>
                    </a:lnTo>
                    <a:lnTo>
                      <a:pt x="26" y="59"/>
                    </a:lnTo>
                    <a:lnTo>
                      <a:pt x="0" y="50"/>
                    </a:lnTo>
                    <a:lnTo>
                      <a:pt x="26" y="40"/>
                    </a:lnTo>
                    <a:lnTo>
                      <a:pt x="14" y="14"/>
                    </a:lnTo>
                    <a:lnTo>
                      <a:pt x="40" y="26"/>
                    </a:lnTo>
                    <a:lnTo>
                      <a:pt x="50" y="0"/>
                    </a:lnTo>
                    <a:lnTo>
                      <a:pt x="50" y="0"/>
                    </a:lnTo>
                    <a:close/>
                    <a:moveTo>
                      <a:pt x="724" y="0"/>
                    </a:moveTo>
                    <a:lnTo>
                      <a:pt x="733" y="26"/>
                    </a:lnTo>
                    <a:lnTo>
                      <a:pt x="757" y="14"/>
                    </a:lnTo>
                    <a:lnTo>
                      <a:pt x="748" y="40"/>
                    </a:lnTo>
                    <a:lnTo>
                      <a:pt x="774" y="50"/>
                    </a:lnTo>
                    <a:lnTo>
                      <a:pt x="748" y="59"/>
                    </a:lnTo>
                    <a:lnTo>
                      <a:pt x="757" y="85"/>
                    </a:lnTo>
                    <a:lnTo>
                      <a:pt x="733" y="74"/>
                    </a:lnTo>
                    <a:lnTo>
                      <a:pt x="724" y="100"/>
                    </a:lnTo>
                    <a:lnTo>
                      <a:pt x="714" y="74"/>
                    </a:lnTo>
                    <a:lnTo>
                      <a:pt x="688" y="85"/>
                    </a:lnTo>
                    <a:lnTo>
                      <a:pt x="700" y="59"/>
                    </a:lnTo>
                    <a:lnTo>
                      <a:pt x="674" y="50"/>
                    </a:lnTo>
                    <a:lnTo>
                      <a:pt x="700" y="40"/>
                    </a:lnTo>
                    <a:lnTo>
                      <a:pt x="688" y="14"/>
                    </a:lnTo>
                    <a:lnTo>
                      <a:pt x="714" y="26"/>
                    </a:lnTo>
                    <a:lnTo>
                      <a:pt x="724" y="0"/>
                    </a:lnTo>
                    <a:lnTo>
                      <a:pt x="72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" name="Freeform 16"/>
              <p:cNvSpPr>
                <a:spLocks noEditPoints="1"/>
              </p:cNvSpPr>
              <p:nvPr/>
            </p:nvSpPr>
            <p:spPr bwMode="auto">
              <a:xfrm>
                <a:off x="4035426" y="1404938"/>
                <a:ext cx="1058863" cy="390525"/>
              </a:xfrm>
              <a:custGeom>
                <a:avLst/>
                <a:gdLst>
                  <a:gd name="T0" fmla="*/ 250 w 281"/>
                  <a:gd name="T1" fmla="*/ 60 h 104"/>
                  <a:gd name="T2" fmla="*/ 241 w 281"/>
                  <a:gd name="T3" fmla="*/ 65 h 104"/>
                  <a:gd name="T4" fmla="*/ 277 w 281"/>
                  <a:gd name="T5" fmla="*/ 69 h 104"/>
                  <a:gd name="T6" fmla="*/ 171 w 281"/>
                  <a:gd name="T7" fmla="*/ 16 h 104"/>
                  <a:gd name="T8" fmla="*/ 186 w 281"/>
                  <a:gd name="T9" fmla="*/ 6 h 104"/>
                  <a:gd name="T10" fmla="*/ 172 w 281"/>
                  <a:gd name="T11" fmla="*/ 5 h 104"/>
                  <a:gd name="T12" fmla="*/ 168 w 281"/>
                  <a:gd name="T13" fmla="*/ 28 h 104"/>
                  <a:gd name="T14" fmla="*/ 178 w 281"/>
                  <a:gd name="T15" fmla="*/ 11 h 104"/>
                  <a:gd name="T16" fmla="*/ 182 w 281"/>
                  <a:gd name="T17" fmla="*/ 7 h 104"/>
                  <a:gd name="T18" fmla="*/ 193 w 281"/>
                  <a:gd name="T19" fmla="*/ 43 h 104"/>
                  <a:gd name="T20" fmla="*/ 197 w 281"/>
                  <a:gd name="T21" fmla="*/ 44 h 104"/>
                  <a:gd name="T22" fmla="*/ 192 w 281"/>
                  <a:gd name="T23" fmla="*/ 4 h 104"/>
                  <a:gd name="T24" fmla="*/ 191 w 281"/>
                  <a:gd name="T25" fmla="*/ 19 h 104"/>
                  <a:gd name="T26" fmla="*/ 199 w 281"/>
                  <a:gd name="T27" fmla="*/ 14 h 104"/>
                  <a:gd name="T28" fmla="*/ 202 w 281"/>
                  <a:gd name="T29" fmla="*/ 12 h 104"/>
                  <a:gd name="T30" fmla="*/ 121 w 281"/>
                  <a:gd name="T31" fmla="*/ 38 h 104"/>
                  <a:gd name="T32" fmla="*/ 104 w 281"/>
                  <a:gd name="T33" fmla="*/ 17 h 104"/>
                  <a:gd name="T34" fmla="*/ 86 w 281"/>
                  <a:gd name="T35" fmla="*/ 9 h 104"/>
                  <a:gd name="T36" fmla="*/ 76 w 281"/>
                  <a:gd name="T37" fmla="*/ 30 h 104"/>
                  <a:gd name="T38" fmla="*/ 79 w 281"/>
                  <a:gd name="T39" fmla="*/ 52 h 104"/>
                  <a:gd name="T40" fmla="*/ 12 w 281"/>
                  <a:gd name="T41" fmla="*/ 67 h 104"/>
                  <a:gd name="T42" fmla="*/ 9 w 281"/>
                  <a:gd name="T43" fmla="*/ 62 h 104"/>
                  <a:gd name="T44" fmla="*/ 5 w 281"/>
                  <a:gd name="T45" fmla="*/ 70 h 104"/>
                  <a:gd name="T46" fmla="*/ 17 w 281"/>
                  <a:gd name="T47" fmla="*/ 72 h 104"/>
                  <a:gd name="T48" fmla="*/ 16 w 281"/>
                  <a:gd name="T49" fmla="*/ 68 h 104"/>
                  <a:gd name="T50" fmla="*/ 12 w 281"/>
                  <a:gd name="T51" fmla="*/ 73 h 104"/>
                  <a:gd name="T52" fmla="*/ 17 w 281"/>
                  <a:gd name="T53" fmla="*/ 73 h 104"/>
                  <a:gd name="T54" fmla="*/ 29 w 281"/>
                  <a:gd name="T55" fmla="*/ 62 h 104"/>
                  <a:gd name="T56" fmla="*/ 25 w 281"/>
                  <a:gd name="T57" fmla="*/ 63 h 104"/>
                  <a:gd name="T58" fmla="*/ 12 w 281"/>
                  <a:gd name="T59" fmla="*/ 59 h 104"/>
                  <a:gd name="T60" fmla="*/ 14 w 281"/>
                  <a:gd name="T61" fmla="*/ 65 h 104"/>
                  <a:gd name="T62" fmla="*/ 19 w 281"/>
                  <a:gd name="T63" fmla="*/ 67 h 104"/>
                  <a:gd name="T64" fmla="*/ 14 w 281"/>
                  <a:gd name="T65" fmla="*/ 76 h 104"/>
                  <a:gd name="T66" fmla="*/ 9 w 281"/>
                  <a:gd name="T67" fmla="*/ 73 h 104"/>
                  <a:gd name="T68" fmla="*/ 4 w 281"/>
                  <a:gd name="T69" fmla="*/ 71 h 104"/>
                  <a:gd name="T70" fmla="*/ 2 w 281"/>
                  <a:gd name="T71" fmla="*/ 79 h 104"/>
                  <a:gd name="T72" fmla="*/ 11 w 281"/>
                  <a:gd name="T73" fmla="*/ 88 h 104"/>
                  <a:gd name="T74" fmla="*/ 17 w 281"/>
                  <a:gd name="T75" fmla="*/ 91 h 104"/>
                  <a:gd name="T76" fmla="*/ 37 w 281"/>
                  <a:gd name="T77" fmla="*/ 67 h 104"/>
                  <a:gd name="T78" fmla="*/ 24 w 281"/>
                  <a:gd name="T79" fmla="*/ 72 h 104"/>
                  <a:gd name="T80" fmla="*/ 27 w 281"/>
                  <a:gd name="T81" fmla="*/ 74 h 104"/>
                  <a:gd name="T82" fmla="*/ 26 w 281"/>
                  <a:gd name="T83" fmla="*/ 97 h 104"/>
                  <a:gd name="T84" fmla="*/ 38 w 281"/>
                  <a:gd name="T85" fmla="*/ 92 h 104"/>
                  <a:gd name="T86" fmla="*/ 252 w 281"/>
                  <a:gd name="T87" fmla="*/ 73 h 104"/>
                  <a:gd name="T88" fmla="*/ 270 w 281"/>
                  <a:gd name="T89" fmla="*/ 77 h 104"/>
                  <a:gd name="T90" fmla="*/ 266 w 281"/>
                  <a:gd name="T91" fmla="*/ 67 h 104"/>
                  <a:gd name="T92" fmla="*/ 275 w 281"/>
                  <a:gd name="T93" fmla="*/ 70 h 104"/>
                  <a:gd name="T94" fmla="*/ 263 w 281"/>
                  <a:gd name="T95" fmla="*/ 65 h 104"/>
                  <a:gd name="T96" fmla="*/ 255 w 281"/>
                  <a:gd name="T97" fmla="*/ 68 h 104"/>
                  <a:gd name="T98" fmla="*/ 253 w 281"/>
                  <a:gd name="T99" fmla="*/ 72 h 104"/>
                  <a:gd name="T100" fmla="*/ 256 w 281"/>
                  <a:gd name="T101" fmla="*/ 70 h 104"/>
                  <a:gd name="T102" fmla="*/ 259 w 281"/>
                  <a:gd name="T103" fmla="*/ 68 h 104"/>
                  <a:gd name="T104" fmla="*/ 260 w 281"/>
                  <a:gd name="T105" fmla="*/ 80 h 104"/>
                  <a:gd name="T106" fmla="*/ 245 w 281"/>
                  <a:gd name="T107" fmla="*/ 87 h 104"/>
                  <a:gd name="T108" fmla="*/ 248 w 281"/>
                  <a:gd name="T109" fmla="*/ 87 h 104"/>
                  <a:gd name="T110" fmla="*/ 251 w 281"/>
                  <a:gd name="T111" fmla="*/ 77 h 104"/>
                  <a:gd name="T112" fmla="*/ 234 w 281"/>
                  <a:gd name="T113" fmla="*/ 72 h 104"/>
                  <a:gd name="T114" fmla="*/ 253 w 281"/>
                  <a:gd name="T115" fmla="*/ 82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81" h="104">
                    <a:moveTo>
                      <a:pt x="265" y="55"/>
                    </a:moveTo>
                    <a:cubicBezTo>
                      <a:pt x="265" y="54"/>
                      <a:pt x="265" y="53"/>
                      <a:pt x="265" y="52"/>
                    </a:cubicBezTo>
                    <a:cubicBezTo>
                      <a:pt x="265" y="51"/>
                      <a:pt x="264" y="51"/>
                      <a:pt x="264" y="51"/>
                    </a:cubicBezTo>
                    <a:cubicBezTo>
                      <a:pt x="264" y="50"/>
                      <a:pt x="263" y="51"/>
                      <a:pt x="263" y="51"/>
                    </a:cubicBezTo>
                    <a:cubicBezTo>
                      <a:pt x="263" y="51"/>
                      <a:pt x="263" y="52"/>
                      <a:pt x="262" y="52"/>
                    </a:cubicBezTo>
                    <a:cubicBezTo>
                      <a:pt x="262" y="53"/>
                      <a:pt x="262" y="53"/>
                      <a:pt x="261" y="54"/>
                    </a:cubicBezTo>
                    <a:cubicBezTo>
                      <a:pt x="260" y="54"/>
                      <a:pt x="259" y="55"/>
                      <a:pt x="258" y="56"/>
                    </a:cubicBezTo>
                    <a:cubicBezTo>
                      <a:pt x="255" y="57"/>
                      <a:pt x="253" y="59"/>
                      <a:pt x="250" y="60"/>
                    </a:cubicBezTo>
                    <a:cubicBezTo>
                      <a:pt x="248" y="61"/>
                      <a:pt x="245" y="62"/>
                      <a:pt x="243" y="62"/>
                    </a:cubicBezTo>
                    <a:cubicBezTo>
                      <a:pt x="240" y="63"/>
                      <a:pt x="237" y="64"/>
                      <a:pt x="234" y="64"/>
                    </a:cubicBezTo>
                    <a:cubicBezTo>
                      <a:pt x="233" y="64"/>
                      <a:pt x="231" y="64"/>
                      <a:pt x="229" y="64"/>
                    </a:cubicBezTo>
                    <a:cubicBezTo>
                      <a:pt x="229" y="64"/>
                      <a:pt x="229" y="64"/>
                      <a:pt x="229" y="64"/>
                    </a:cubicBezTo>
                    <a:cubicBezTo>
                      <a:pt x="228" y="65"/>
                      <a:pt x="228" y="65"/>
                      <a:pt x="228" y="65"/>
                    </a:cubicBezTo>
                    <a:cubicBezTo>
                      <a:pt x="229" y="65"/>
                      <a:pt x="229" y="65"/>
                      <a:pt x="230" y="66"/>
                    </a:cubicBezTo>
                    <a:cubicBezTo>
                      <a:pt x="231" y="66"/>
                      <a:pt x="232" y="66"/>
                      <a:pt x="232" y="66"/>
                    </a:cubicBezTo>
                    <a:cubicBezTo>
                      <a:pt x="235" y="66"/>
                      <a:pt x="238" y="66"/>
                      <a:pt x="241" y="65"/>
                    </a:cubicBezTo>
                    <a:cubicBezTo>
                      <a:pt x="244" y="65"/>
                      <a:pt x="247" y="64"/>
                      <a:pt x="249" y="63"/>
                    </a:cubicBezTo>
                    <a:cubicBezTo>
                      <a:pt x="253" y="62"/>
                      <a:pt x="256" y="60"/>
                      <a:pt x="258" y="59"/>
                    </a:cubicBezTo>
                    <a:cubicBezTo>
                      <a:pt x="260" y="58"/>
                      <a:pt x="261" y="57"/>
                      <a:pt x="262" y="57"/>
                    </a:cubicBezTo>
                    <a:cubicBezTo>
                      <a:pt x="262" y="57"/>
                      <a:pt x="263" y="56"/>
                      <a:pt x="264" y="56"/>
                    </a:cubicBezTo>
                    <a:cubicBezTo>
                      <a:pt x="264" y="56"/>
                      <a:pt x="264" y="56"/>
                      <a:pt x="264" y="56"/>
                    </a:cubicBezTo>
                    <a:cubicBezTo>
                      <a:pt x="264" y="56"/>
                      <a:pt x="264" y="56"/>
                      <a:pt x="264" y="57"/>
                    </a:cubicBezTo>
                    <a:cubicBezTo>
                      <a:pt x="265" y="58"/>
                      <a:pt x="265" y="58"/>
                      <a:pt x="266" y="59"/>
                    </a:cubicBezTo>
                    <a:cubicBezTo>
                      <a:pt x="270" y="62"/>
                      <a:pt x="273" y="66"/>
                      <a:pt x="277" y="69"/>
                    </a:cubicBezTo>
                    <a:cubicBezTo>
                      <a:pt x="279" y="70"/>
                      <a:pt x="280" y="71"/>
                      <a:pt x="280" y="71"/>
                    </a:cubicBezTo>
                    <a:cubicBezTo>
                      <a:pt x="280" y="71"/>
                      <a:pt x="281" y="71"/>
                      <a:pt x="281" y="71"/>
                    </a:cubicBezTo>
                    <a:cubicBezTo>
                      <a:pt x="281" y="71"/>
                      <a:pt x="281" y="70"/>
                      <a:pt x="281" y="69"/>
                    </a:cubicBezTo>
                    <a:cubicBezTo>
                      <a:pt x="280" y="68"/>
                      <a:pt x="280" y="67"/>
                      <a:pt x="279" y="67"/>
                    </a:cubicBezTo>
                    <a:cubicBezTo>
                      <a:pt x="277" y="65"/>
                      <a:pt x="274" y="64"/>
                      <a:pt x="272" y="62"/>
                    </a:cubicBezTo>
                    <a:cubicBezTo>
                      <a:pt x="270" y="60"/>
                      <a:pt x="267" y="57"/>
                      <a:pt x="265" y="55"/>
                    </a:cubicBezTo>
                    <a:cubicBezTo>
                      <a:pt x="265" y="55"/>
                      <a:pt x="265" y="55"/>
                      <a:pt x="265" y="55"/>
                    </a:cubicBezTo>
                    <a:close/>
                    <a:moveTo>
                      <a:pt x="171" y="16"/>
                    </a:moveTo>
                    <a:cubicBezTo>
                      <a:pt x="171" y="16"/>
                      <a:pt x="172" y="16"/>
                      <a:pt x="172" y="16"/>
                    </a:cubicBezTo>
                    <a:cubicBezTo>
                      <a:pt x="173" y="16"/>
                      <a:pt x="175" y="16"/>
                      <a:pt x="178" y="17"/>
                    </a:cubicBezTo>
                    <a:cubicBezTo>
                      <a:pt x="178" y="17"/>
                      <a:pt x="178" y="17"/>
                      <a:pt x="178" y="18"/>
                    </a:cubicBezTo>
                    <a:cubicBezTo>
                      <a:pt x="178" y="19"/>
                      <a:pt x="179" y="19"/>
                      <a:pt x="180" y="19"/>
                    </a:cubicBezTo>
                    <a:cubicBezTo>
                      <a:pt x="181" y="18"/>
                      <a:pt x="181" y="18"/>
                      <a:pt x="181" y="17"/>
                    </a:cubicBezTo>
                    <a:cubicBezTo>
                      <a:pt x="182" y="15"/>
                      <a:pt x="183" y="13"/>
                      <a:pt x="183" y="11"/>
                    </a:cubicBezTo>
                    <a:cubicBezTo>
                      <a:pt x="184" y="10"/>
                      <a:pt x="185" y="9"/>
                      <a:pt x="186" y="8"/>
                    </a:cubicBezTo>
                    <a:cubicBezTo>
                      <a:pt x="186" y="7"/>
                      <a:pt x="187" y="7"/>
                      <a:pt x="186" y="6"/>
                    </a:cubicBezTo>
                    <a:cubicBezTo>
                      <a:pt x="186" y="5"/>
                      <a:pt x="185" y="4"/>
                      <a:pt x="184" y="4"/>
                    </a:cubicBezTo>
                    <a:cubicBezTo>
                      <a:pt x="184" y="3"/>
                      <a:pt x="183" y="3"/>
                      <a:pt x="183" y="3"/>
                    </a:cubicBezTo>
                    <a:cubicBezTo>
                      <a:pt x="180" y="3"/>
                      <a:pt x="178" y="3"/>
                      <a:pt x="175" y="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4" y="2"/>
                      <a:pt x="174" y="1"/>
                      <a:pt x="173" y="1"/>
                    </a:cubicBezTo>
                    <a:cubicBezTo>
                      <a:pt x="172" y="0"/>
                      <a:pt x="172" y="0"/>
                      <a:pt x="172" y="1"/>
                    </a:cubicBezTo>
                    <a:cubicBezTo>
                      <a:pt x="172" y="1"/>
                      <a:pt x="172" y="1"/>
                      <a:pt x="172" y="2"/>
                    </a:cubicBezTo>
                    <a:cubicBezTo>
                      <a:pt x="172" y="3"/>
                      <a:pt x="172" y="4"/>
                      <a:pt x="172" y="5"/>
                    </a:cubicBezTo>
                    <a:cubicBezTo>
                      <a:pt x="172" y="6"/>
                      <a:pt x="171" y="8"/>
                      <a:pt x="171" y="9"/>
                    </a:cubicBezTo>
                    <a:cubicBezTo>
                      <a:pt x="170" y="15"/>
                      <a:pt x="168" y="19"/>
                      <a:pt x="167" y="23"/>
                    </a:cubicBezTo>
                    <a:cubicBezTo>
                      <a:pt x="166" y="26"/>
                      <a:pt x="164" y="28"/>
                      <a:pt x="162" y="31"/>
                    </a:cubicBezTo>
                    <a:cubicBezTo>
                      <a:pt x="162" y="32"/>
                      <a:pt x="161" y="33"/>
                      <a:pt x="161" y="34"/>
                    </a:cubicBezTo>
                    <a:cubicBezTo>
                      <a:pt x="161" y="35"/>
                      <a:pt x="162" y="36"/>
                      <a:pt x="162" y="37"/>
                    </a:cubicBezTo>
                    <a:cubicBezTo>
                      <a:pt x="162" y="37"/>
                      <a:pt x="162" y="37"/>
                      <a:pt x="163" y="37"/>
                    </a:cubicBezTo>
                    <a:cubicBezTo>
                      <a:pt x="164" y="37"/>
                      <a:pt x="164" y="36"/>
                      <a:pt x="165" y="35"/>
                    </a:cubicBezTo>
                    <a:cubicBezTo>
                      <a:pt x="166" y="33"/>
                      <a:pt x="167" y="30"/>
                      <a:pt x="168" y="28"/>
                    </a:cubicBezTo>
                    <a:cubicBezTo>
                      <a:pt x="169" y="25"/>
                      <a:pt x="170" y="22"/>
                      <a:pt x="171" y="19"/>
                    </a:cubicBezTo>
                    <a:cubicBezTo>
                      <a:pt x="171" y="18"/>
                      <a:pt x="171" y="17"/>
                      <a:pt x="171" y="16"/>
                    </a:cubicBezTo>
                    <a:close/>
                    <a:moveTo>
                      <a:pt x="178" y="15"/>
                    </a:moveTo>
                    <a:cubicBezTo>
                      <a:pt x="177" y="15"/>
                      <a:pt x="176" y="14"/>
                      <a:pt x="175" y="14"/>
                    </a:cubicBezTo>
                    <a:cubicBezTo>
                      <a:pt x="174" y="14"/>
                      <a:pt x="173" y="14"/>
                      <a:pt x="172" y="14"/>
                    </a:cubicBezTo>
                    <a:cubicBezTo>
                      <a:pt x="172" y="13"/>
                      <a:pt x="173" y="12"/>
                      <a:pt x="173" y="11"/>
                    </a:cubicBezTo>
                    <a:cubicBezTo>
                      <a:pt x="175" y="11"/>
                      <a:pt x="176" y="11"/>
                      <a:pt x="178" y="11"/>
                    </a:cubicBezTo>
                    <a:cubicBezTo>
                      <a:pt x="178" y="11"/>
                      <a:pt x="179" y="11"/>
                      <a:pt x="178" y="11"/>
                    </a:cubicBezTo>
                    <a:cubicBezTo>
                      <a:pt x="178" y="10"/>
                      <a:pt x="178" y="10"/>
                      <a:pt x="177" y="9"/>
                    </a:cubicBezTo>
                    <a:cubicBezTo>
                      <a:pt x="176" y="9"/>
                      <a:pt x="175" y="9"/>
                      <a:pt x="174" y="9"/>
                    </a:cubicBezTo>
                    <a:cubicBezTo>
                      <a:pt x="174" y="9"/>
                      <a:pt x="174" y="9"/>
                      <a:pt x="174" y="9"/>
                    </a:cubicBezTo>
                    <a:cubicBezTo>
                      <a:pt x="174" y="7"/>
                      <a:pt x="175" y="5"/>
                      <a:pt x="175" y="5"/>
                    </a:cubicBezTo>
                    <a:cubicBezTo>
                      <a:pt x="175" y="5"/>
                      <a:pt x="176" y="5"/>
                      <a:pt x="176" y="5"/>
                    </a:cubicBezTo>
                    <a:cubicBezTo>
                      <a:pt x="177" y="5"/>
                      <a:pt x="178" y="5"/>
                      <a:pt x="179" y="5"/>
                    </a:cubicBezTo>
                    <a:cubicBezTo>
                      <a:pt x="181" y="5"/>
                      <a:pt x="181" y="5"/>
                      <a:pt x="182" y="5"/>
                    </a:cubicBezTo>
                    <a:cubicBezTo>
                      <a:pt x="182" y="6"/>
                      <a:pt x="182" y="6"/>
                      <a:pt x="182" y="7"/>
                    </a:cubicBezTo>
                    <a:cubicBezTo>
                      <a:pt x="181" y="10"/>
                      <a:pt x="180" y="13"/>
                      <a:pt x="179" y="15"/>
                    </a:cubicBezTo>
                    <a:cubicBezTo>
                      <a:pt x="179" y="16"/>
                      <a:pt x="179" y="16"/>
                      <a:pt x="178" y="16"/>
                    </a:cubicBezTo>
                    <a:cubicBezTo>
                      <a:pt x="178" y="16"/>
                      <a:pt x="178" y="15"/>
                      <a:pt x="178" y="15"/>
                    </a:cubicBezTo>
                    <a:close/>
                    <a:moveTo>
                      <a:pt x="191" y="19"/>
                    </a:moveTo>
                    <a:cubicBezTo>
                      <a:pt x="191" y="19"/>
                      <a:pt x="192" y="20"/>
                      <a:pt x="192" y="20"/>
                    </a:cubicBezTo>
                    <a:cubicBezTo>
                      <a:pt x="194" y="20"/>
                      <a:pt x="196" y="20"/>
                      <a:pt x="200" y="21"/>
                    </a:cubicBezTo>
                    <a:cubicBezTo>
                      <a:pt x="198" y="29"/>
                      <a:pt x="195" y="36"/>
                      <a:pt x="194" y="42"/>
                    </a:cubicBezTo>
                    <a:cubicBezTo>
                      <a:pt x="193" y="42"/>
                      <a:pt x="193" y="43"/>
                      <a:pt x="193" y="43"/>
                    </a:cubicBezTo>
                    <a:cubicBezTo>
                      <a:pt x="192" y="44"/>
                      <a:pt x="192" y="43"/>
                      <a:pt x="191" y="43"/>
                    </a:cubicBezTo>
                    <a:cubicBezTo>
                      <a:pt x="190" y="43"/>
                      <a:pt x="190" y="42"/>
                      <a:pt x="189" y="42"/>
                    </a:cubicBezTo>
                    <a:cubicBezTo>
                      <a:pt x="188" y="41"/>
                      <a:pt x="188" y="41"/>
                      <a:pt x="188" y="41"/>
                    </a:cubicBezTo>
                    <a:cubicBezTo>
                      <a:pt x="189" y="44"/>
                      <a:pt x="190" y="46"/>
                      <a:pt x="191" y="47"/>
                    </a:cubicBezTo>
                    <a:cubicBezTo>
                      <a:pt x="191" y="48"/>
                      <a:pt x="191" y="49"/>
                      <a:pt x="192" y="49"/>
                    </a:cubicBezTo>
                    <a:cubicBezTo>
                      <a:pt x="192" y="49"/>
                      <a:pt x="193" y="49"/>
                      <a:pt x="193" y="49"/>
                    </a:cubicBezTo>
                    <a:cubicBezTo>
                      <a:pt x="194" y="49"/>
                      <a:pt x="194" y="48"/>
                      <a:pt x="195" y="47"/>
                    </a:cubicBezTo>
                    <a:cubicBezTo>
                      <a:pt x="196" y="46"/>
                      <a:pt x="196" y="45"/>
                      <a:pt x="197" y="44"/>
                    </a:cubicBezTo>
                    <a:cubicBezTo>
                      <a:pt x="198" y="37"/>
                      <a:pt x="201" y="27"/>
                      <a:pt x="204" y="15"/>
                    </a:cubicBezTo>
                    <a:cubicBezTo>
                      <a:pt x="205" y="13"/>
                      <a:pt x="206" y="11"/>
                      <a:pt x="206" y="11"/>
                    </a:cubicBezTo>
                    <a:cubicBezTo>
                      <a:pt x="207" y="10"/>
                      <a:pt x="207" y="9"/>
                      <a:pt x="207" y="9"/>
                    </a:cubicBezTo>
                    <a:cubicBezTo>
                      <a:pt x="206" y="8"/>
                      <a:pt x="205" y="7"/>
                      <a:pt x="204" y="6"/>
                    </a:cubicBezTo>
                    <a:cubicBezTo>
                      <a:pt x="204" y="6"/>
                      <a:pt x="203" y="6"/>
                      <a:pt x="202" y="6"/>
                    </a:cubicBezTo>
                    <a:cubicBezTo>
                      <a:pt x="201" y="6"/>
                      <a:pt x="200" y="6"/>
                      <a:pt x="199" y="6"/>
                    </a:cubicBezTo>
                    <a:cubicBezTo>
                      <a:pt x="198" y="6"/>
                      <a:pt x="196" y="6"/>
                      <a:pt x="194" y="6"/>
                    </a:cubicBezTo>
                    <a:cubicBezTo>
                      <a:pt x="194" y="5"/>
                      <a:pt x="193" y="4"/>
                      <a:pt x="192" y="4"/>
                    </a:cubicBezTo>
                    <a:cubicBezTo>
                      <a:pt x="192" y="4"/>
                      <a:pt x="192" y="3"/>
                      <a:pt x="192" y="4"/>
                    </a:cubicBezTo>
                    <a:cubicBezTo>
                      <a:pt x="191" y="4"/>
                      <a:pt x="191" y="4"/>
                      <a:pt x="192" y="4"/>
                    </a:cubicBezTo>
                    <a:cubicBezTo>
                      <a:pt x="192" y="6"/>
                      <a:pt x="192" y="7"/>
                      <a:pt x="191" y="9"/>
                    </a:cubicBezTo>
                    <a:cubicBezTo>
                      <a:pt x="191" y="11"/>
                      <a:pt x="190" y="13"/>
                      <a:pt x="190" y="15"/>
                    </a:cubicBezTo>
                    <a:cubicBezTo>
                      <a:pt x="189" y="16"/>
                      <a:pt x="189" y="18"/>
                      <a:pt x="189" y="19"/>
                    </a:cubicBezTo>
                    <a:cubicBezTo>
                      <a:pt x="189" y="20"/>
                      <a:pt x="189" y="20"/>
                      <a:pt x="190" y="20"/>
                    </a:cubicBezTo>
                    <a:cubicBezTo>
                      <a:pt x="190" y="21"/>
                      <a:pt x="191" y="21"/>
                      <a:pt x="191" y="20"/>
                    </a:cubicBezTo>
                    <a:cubicBezTo>
                      <a:pt x="191" y="19"/>
                      <a:pt x="191" y="19"/>
                      <a:pt x="191" y="19"/>
                    </a:cubicBezTo>
                    <a:close/>
                    <a:moveTo>
                      <a:pt x="200" y="19"/>
                    </a:moveTo>
                    <a:cubicBezTo>
                      <a:pt x="199" y="18"/>
                      <a:pt x="198" y="18"/>
                      <a:pt x="197" y="18"/>
                    </a:cubicBezTo>
                    <a:cubicBezTo>
                      <a:pt x="195" y="18"/>
                      <a:pt x="193" y="18"/>
                      <a:pt x="192" y="18"/>
                    </a:cubicBezTo>
                    <a:cubicBezTo>
                      <a:pt x="192" y="17"/>
                      <a:pt x="192" y="17"/>
                      <a:pt x="192" y="16"/>
                    </a:cubicBezTo>
                    <a:cubicBezTo>
                      <a:pt x="192" y="15"/>
                      <a:pt x="192" y="14"/>
                      <a:pt x="193" y="13"/>
                    </a:cubicBezTo>
                    <a:cubicBezTo>
                      <a:pt x="193" y="13"/>
                      <a:pt x="193" y="13"/>
                      <a:pt x="193" y="14"/>
                    </a:cubicBezTo>
                    <a:cubicBezTo>
                      <a:pt x="195" y="14"/>
                      <a:pt x="197" y="14"/>
                      <a:pt x="198" y="14"/>
                    </a:cubicBezTo>
                    <a:cubicBezTo>
                      <a:pt x="199" y="14"/>
                      <a:pt x="200" y="14"/>
                      <a:pt x="199" y="14"/>
                    </a:cubicBezTo>
                    <a:cubicBezTo>
                      <a:pt x="199" y="13"/>
                      <a:pt x="199" y="13"/>
                      <a:pt x="198" y="12"/>
                    </a:cubicBezTo>
                    <a:cubicBezTo>
                      <a:pt x="197" y="12"/>
                      <a:pt x="196" y="12"/>
                      <a:pt x="195" y="12"/>
                    </a:cubicBezTo>
                    <a:cubicBezTo>
                      <a:pt x="194" y="12"/>
                      <a:pt x="194" y="12"/>
                      <a:pt x="193" y="12"/>
                    </a:cubicBezTo>
                    <a:cubicBezTo>
                      <a:pt x="194" y="10"/>
                      <a:pt x="194" y="9"/>
                      <a:pt x="195" y="8"/>
                    </a:cubicBezTo>
                    <a:cubicBezTo>
                      <a:pt x="195" y="8"/>
                      <a:pt x="195" y="8"/>
                      <a:pt x="195" y="8"/>
                    </a:cubicBezTo>
                    <a:cubicBezTo>
                      <a:pt x="197" y="8"/>
                      <a:pt x="199" y="8"/>
                      <a:pt x="201" y="8"/>
                    </a:cubicBezTo>
                    <a:cubicBezTo>
                      <a:pt x="202" y="8"/>
                      <a:pt x="202" y="8"/>
                      <a:pt x="202" y="9"/>
                    </a:cubicBezTo>
                    <a:cubicBezTo>
                      <a:pt x="202" y="10"/>
                      <a:pt x="202" y="11"/>
                      <a:pt x="202" y="12"/>
                    </a:cubicBezTo>
                    <a:cubicBezTo>
                      <a:pt x="201" y="15"/>
                      <a:pt x="201" y="17"/>
                      <a:pt x="200" y="20"/>
                    </a:cubicBezTo>
                    <a:cubicBezTo>
                      <a:pt x="200" y="19"/>
                      <a:pt x="200" y="19"/>
                      <a:pt x="200" y="19"/>
                    </a:cubicBezTo>
                    <a:close/>
                    <a:moveTo>
                      <a:pt x="90" y="28"/>
                    </a:moveTo>
                    <a:cubicBezTo>
                      <a:pt x="91" y="29"/>
                      <a:pt x="94" y="31"/>
                      <a:pt x="98" y="34"/>
                    </a:cubicBezTo>
                    <a:cubicBezTo>
                      <a:pt x="102" y="37"/>
                      <a:pt x="105" y="39"/>
                      <a:pt x="108" y="41"/>
                    </a:cubicBezTo>
                    <a:cubicBezTo>
                      <a:pt x="110" y="42"/>
                      <a:pt x="111" y="42"/>
                      <a:pt x="112" y="42"/>
                    </a:cubicBezTo>
                    <a:cubicBezTo>
                      <a:pt x="114" y="41"/>
                      <a:pt x="117" y="39"/>
                      <a:pt x="119" y="39"/>
                    </a:cubicBezTo>
                    <a:cubicBezTo>
                      <a:pt x="120" y="38"/>
                      <a:pt x="121" y="38"/>
                      <a:pt x="121" y="38"/>
                    </a:cubicBezTo>
                    <a:cubicBezTo>
                      <a:pt x="120" y="37"/>
                      <a:pt x="120" y="37"/>
                      <a:pt x="119" y="37"/>
                    </a:cubicBezTo>
                    <a:cubicBezTo>
                      <a:pt x="117" y="37"/>
                      <a:pt x="115" y="37"/>
                      <a:pt x="113" y="36"/>
                    </a:cubicBezTo>
                    <a:cubicBezTo>
                      <a:pt x="111" y="36"/>
                      <a:pt x="109" y="36"/>
                      <a:pt x="108" y="36"/>
                    </a:cubicBezTo>
                    <a:cubicBezTo>
                      <a:pt x="106" y="35"/>
                      <a:pt x="103" y="34"/>
                      <a:pt x="100" y="32"/>
                    </a:cubicBezTo>
                    <a:cubicBezTo>
                      <a:pt x="95" y="29"/>
                      <a:pt x="92" y="27"/>
                      <a:pt x="90" y="26"/>
                    </a:cubicBezTo>
                    <a:cubicBezTo>
                      <a:pt x="90" y="25"/>
                      <a:pt x="90" y="24"/>
                      <a:pt x="90" y="24"/>
                    </a:cubicBezTo>
                    <a:cubicBezTo>
                      <a:pt x="93" y="22"/>
                      <a:pt x="97" y="20"/>
                      <a:pt x="102" y="18"/>
                    </a:cubicBezTo>
                    <a:cubicBezTo>
                      <a:pt x="103" y="18"/>
                      <a:pt x="104" y="18"/>
                      <a:pt x="104" y="17"/>
                    </a:cubicBezTo>
                    <a:cubicBezTo>
                      <a:pt x="105" y="17"/>
                      <a:pt x="105" y="17"/>
                      <a:pt x="106" y="16"/>
                    </a:cubicBezTo>
                    <a:cubicBezTo>
                      <a:pt x="105" y="16"/>
                      <a:pt x="105" y="15"/>
                      <a:pt x="104" y="15"/>
                    </a:cubicBezTo>
                    <a:cubicBezTo>
                      <a:pt x="103" y="15"/>
                      <a:pt x="102" y="15"/>
                      <a:pt x="101" y="15"/>
                    </a:cubicBezTo>
                    <a:cubicBezTo>
                      <a:pt x="100" y="15"/>
                      <a:pt x="99" y="15"/>
                      <a:pt x="99" y="15"/>
                    </a:cubicBezTo>
                    <a:cubicBezTo>
                      <a:pt x="96" y="17"/>
                      <a:pt x="93" y="19"/>
                      <a:pt x="89" y="21"/>
                    </a:cubicBezTo>
                    <a:cubicBezTo>
                      <a:pt x="89" y="20"/>
                      <a:pt x="88" y="19"/>
                      <a:pt x="88" y="17"/>
                    </a:cubicBezTo>
                    <a:cubicBezTo>
                      <a:pt x="88" y="16"/>
                      <a:pt x="87" y="15"/>
                      <a:pt x="87" y="14"/>
                    </a:cubicBezTo>
                    <a:cubicBezTo>
                      <a:pt x="87" y="12"/>
                      <a:pt x="86" y="11"/>
                      <a:pt x="86" y="9"/>
                    </a:cubicBezTo>
                    <a:cubicBezTo>
                      <a:pt x="86" y="8"/>
                      <a:pt x="86" y="8"/>
                      <a:pt x="86" y="8"/>
                    </a:cubicBezTo>
                    <a:cubicBezTo>
                      <a:pt x="85" y="7"/>
                      <a:pt x="83" y="7"/>
                      <a:pt x="82" y="7"/>
                    </a:cubicBezTo>
                    <a:cubicBezTo>
                      <a:pt x="81" y="7"/>
                      <a:pt x="80" y="7"/>
                      <a:pt x="80" y="8"/>
                    </a:cubicBezTo>
                    <a:cubicBezTo>
                      <a:pt x="79" y="8"/>
                      <a:pt x="79" y="9"/>
                      <a:pt x="80" y="9"/>
                    </a:cubicBezTo>
                    <a:cubicBezTo>
                      <a:pt x="81" y="10"/>
                      <a:pt x="82" y="11"/>
                      <a:pt x="83" y="12"/>
                    </a:cubicBezTo>
                    <a:cubicBezTo>
                      <a:pt x="84" y="16"/>
                      <a:pt x="85" y="20"/>
                      <a:pt x="86" y="23"/>
                    </a:cubicBezTo>
                    <a:cubicBezTo>
                      <a:pt x="83" y="25"/>
                      <a:pt x="79" y="27"/>
                      <a:pt x="76" y="29"/>
                    </a:cubicBezTo>
                    <a:cubicBezTo>
                      <a:pt x="75" y="29"/>
                      <a:pt x="75" y="30"/>
                      <a:pt x="76" y="30"/>
                    </a:cubicBezTo>
                    <a:cubicBezTo>
                      <a:pt x="76" y="30"/>
                      <a:pt x="77" y="30"/>
                      <a:pt x="78" y="30"/>
                    </a:cubicBezTo>
                    <a:cubicBezTo>
                      <a:pt x="79" y="30"/>
                      <a:pt x="79" y="30"/>
                      <a:pt x="80" y="30"/>
                    </a:cubicBezTo>
                    <a:cubicBezTo>
                      <a:pt x="82" y="28"/>
                      <a:pt x="84" y="27"/>
                      <a:pt x="87" y="25"/>
                    </a:cubicBezTo>
                    <a:cubicBezTo>
                      <a:pt x="87" y="26"/>
                      <a:pt x="87" y="26"/>
                      <a:pt x="87" y="26"/>
                    </a:cubicBezTo>
                    <a:cubicBezTo>
                      <a:pt x="88" y="30"/>
                      <a:pt x="88" y="33"/>
                      <a:pt x="87" y="36"/>
                    </a:cubicBezTo>
                    <a:cubicBezTo>
                      <a:pt x="87" y="38"/>
                      <a:pt x="86" y="41"/>
                      <a:pt x="85" y="43"/>
                    </a:cubicBezTo>
                    <a:cubicBezTo>
                      <a:pt x="84" y="45"/>
                      <a:pt x="82" y="48"/>
                      <a:pt x="79" y="51"/>
                    </a:cubicBezTo>
                    <a:cubicBezTo>
                      <a:pt x="79" y="51"/>
                      <a:pt x="79" y="52"/>
                      <a:pt x="79" y="52"/>
                    </a:cubicBezTo>
                    <a:cubicBezTo>
                      <a:pt x="79" y="52"/>
                      <a:pt x="79" y="52"/>
                      <a:pt x="80" y="52"/>
                    </a:cubicBezTo>
                    <a:cubicBezTo>
                      <a:pt x="80" y="52"/>
                      <a:pt x="81" y="51"/>
                      <a:pt x="83" y="49"/>
                    </a:cubicBezTo>
                    <a:cubicBezTo>
                      <a:pt x="84" y="48"/>
                      <a:pt x="86" y="46"/>
                      <a:pt x="88" y="44"/>
                    </a:cubicBezTo>
                    <a:cubicBezTo>
                      <a:pt x="89" y="42"/>
                      <a:pt x="90" y="40"/>
                      <a:pt x="90" y="38"/>
                    </a:cubicBezTo>
                    <a:cubicBezTo>
                      <a:pt x="91" y="36"/>
                      <a:pt x="91" y="33"/>
                      <a:pt x="91" y="30"/>
                    </a:cubicBezTo>
                    <a:cubicBezTo>
                      <a:pt x="90" y="29"/>
                      <a:pt x="90" y="29"/>
                      <a:pt x="90" y="28"/>
                    </a:cubicBezTo>
                    <a:close/>
                    <a:moveTo>
                      <a:pt x="10" y="68"/>
                    </a:moveTo>
                    <a:cubicBezTo>
                      <a:pt x="11" y="68"/>
                      <a:pt x="12" y="67"/>
                      <a:pt x="12" y="67"/>
                    </a:cubicBezTo>
                    <a:cubicBezTo>
                      <a:pt x="13" y="67"/>
                      <a:pt x="13" y="66"/>
                      <a:pt x="13" y="66"/>
                    </a:cubicBezTo>
                    <a:cubicBezTo>
                      <a:pt x="13" y="66"/>
                      <a:pt x="13" y="66"/>
                      <a:pt x="13" y="66"/>
                    </a:cubicBezTo>
                    <a:cubicBezTo>
                      <a:pt x="13" y="65"/>
                      <a:pt x="13" y="65"/>
                      <a:pt x="12" y="65"/>
                    </a:cubicBezTo>
                    <a:cubicBezTo>
                      <a:pt x="11" y="65"/>
                      <a:pt x="11" y="65"/>
                      <a:pt x="10" y="65"/>
                    </a:cubicBezTo>
                    <a:cubicBezTo>
                      <a:pt x="10" y="65"/>
                      <a:pt x="10" y="66"/>
                      <a:pt x="10" y="66"/>
                    </a:cubicBezTo>
                    <a:cubicBezTo>
                      <a:pt x="10" y="65"/>
                      <a:pt x="10" y="65"/>
                      <a:pt x="9" y="64"/>
                    </a:cubicBezTo>
                    <a:cubicBezTo>
                      <a:pt x="9" y="63"/>
                      <a:pt x="9" y="63"/>
                      <a:pt x="9" y="62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8" y="62"/>
                      <a:pt x="8" y="62"/>
                      <a:pt x="7" y="62"/>
                    </a:cubicBezTo>
                    <a:cubicBezTo>
                      <a:pt x="6" y="62"/>
                      <a:pt x="6" y="62"/>
                      <a:pt x="6" y="62"/>
                    </a:cubicBezTo>
                    <a:cubicBezTo>
                      <a:pt x="5" y="63"/>
                      <a:pt x="5" y="63"/>
                      <a:pt x="6" y="63"/>
                    </a:cubicBezTo>
                    <a:cubicBezTo>
                      <a:pt x="6" y="63"/>
                      <a:pt x="7" y="64"/>
                      <a:pt x="7" y="64"/>
                    </a:cubicBezTo>
                    <a:cubicBezTo>
                      <a:pt x="7" y="65"/>
                      <a:pt x="8" y="66"/>
                      <a:pt x="8" y="67"/>
                    </a:cubicBezTo>
                    <a:cubicBezTo>
                      <a:pt x="8" y="67"/>
                      <a:pt x="8" y="67"/>
                      <a:pt x="8" y="67"/>
                    </a:cubicBezTo>
                    <a:cubicBezTo>
                      <a:pt x="7" y="68"/>
                      <a:pt x="6" y="69"/>
                      <a:pt x="5" y="70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5" y="70"/>
                      <a:pt x="6" y="70"/>
                      <a:pt x="6" y="70"/>
                    </a:cubicBezTo>
                    <a:cubicBezTo>
                      <a:pt x="7" y="70"/>
                      <a:pt x="8" y="69"/>
                      <a:pt x="9" y="69"/>
                    </a:cubicBezTo>
                    <a:cubicBezTo>
                      <a:pt x="9" y="69"/>
                      <a:pt x="9" y="70"/>
                      <a:pt x="9" y="71"/>
                    </a:cubicBezTo>
                    <a:cubicBezTo>
                      <a:pt x="9" y="72"/>
                      <a:pt x="9" y="72"/>
                      <a:pt x="9" y="72"/>
                    </a:cubicBezTo>
                    <a:cubicBezTo>
                      <a:pt x="10" y="72"/>
                      <a:pt x="10" y="72"/>
                      <a:pt x="10" y="72"/>
                    </a:cubicBezTo>
                    <a:cubicBezTo>
                      <a:pt x="10" y="72"/>
                      <a:pt x="10" y="71"/>
                      <a:pt x="10" y="70"/>
                    </a:cubicBezTo>
                    <a:cubicBezTo>
                      <a:pt x="10" y="70"/>
                      <a:pt x="10" y="69"/>
                      <a:pt x="10" y="68"/>
                    </a:cubicBezTo>
                    <a:close/>
                    <a:moveTo>
                      <a:pt x="17" y="72"/>
                    </a:moveTo>
                    <a:cubicBezTo>
                      <a:pt x="18" y="71"/>
                      <a:pt x="18" y="71"/>
                      <a:pt x="19" y="71"/>
                    </a:cubicBezTo>
                    <a:cubicBezTo>
                      <a:pt x="20" y="71"/>
                      <a:pt x="20" y="70"/>
                      <a:pt x="20" y="70"/>
                    </a:cubicBezTo>
                    <a:cubicBezTo>
                      <a:pt x="20" y="70"/>
                      <a:pt x="20" y="70"/>
                      <a:pt x="20" y="70"/>
                    </a:cubicBezTo>
                    <a:cubicBezTo>
                      <a:pt x="20" y="69"/>
                      <a:pt x="20" y="69"/>
                      <a:pt x="19" y="69"/>
                    </a:cubicBezTo>
                    <a:cubicBezTo>
                      <a:pt x="18" y="69"/>
                      <a:pt x="18" y="69"/>
                      <a:pt x="18" y="69"/>
                    </a:cubicBezTo>
                    <a:cubicBezTo>
                      <a:pt x="17" y="69"/>
                      <a:pt x="17" y="70"/>
                      <a:pt x="16" y="70"/>
                    </a:cubicBezTo>
                    <a:cubicBezTo>
                      <a:pt x="16" y="70"/>
                      <a:pt x="16" y="69"/>
                      <a:pt x="16" y="69"/>
                    </a:cubicBezTo>
                    <a:cubicBezTo>
                      <a:pt x="16" y="68"/>
                      <a:pt x="16" y="68"/>
                      <a:pt x="16" y="68"/>
                    </a:cubicBezTo>
                    <a:cubicBezTo>
                      <a:pt x="16" y="67"/>
                      <a:pt x="15" y="67"/>
                      <a:pt x="15" y="67"/>
                    </a:cubicBezTo>
                    <a:cubicBezTo>
                      <a:pt x="15" y="67"/>
                      <a:pt x="15" y="67"/>
                      <a:pt x="14" y="67"/>
                    </a:cubicBezTo>
                    <a:cubicBezTo>
                      <a:pt x="13" y="67"/>
                      <a:pt x="13" y="67"/>
                      <a:pt x="12" y="68"/>
                    </a:cubicBezTo>
                    <a:cubicBezTo>
                      <a:pt x="12" y="68"/>
                      <a:pt x="12" y="68"/>
                      <a:pt x="13" y="68"/>
                    </a:cubicBezTo>
                    <a:cubicBezTo>
                      <a:pt x="13" y="69"/>
                      <a:pt x="14" y="69"/>
                      <a:pt x="14" y="69"/>
                    </a:cubicBezTo>
                    <a:cubicBezTo>
                      <a:pt x="14" y="70"/>
                      <a:pt x="14" y="70"/>
                      <a:pt x="15" y="71"/>
                    </a:cubicBezTo>
                    <a:cubicBezTo>
                      <a:pt x="14" y="72"/>
                      <a:pt x="13" y="72"/>
                      <a:pt x="12" y="73"/>
                    </a:cubicBezTo>
                    <a:cubicBezTo>
                      <a:pt x="12" y="73"/>
                      <a:pt x="12" y="73"/>
                      <a:pt x="12" y="73"/>
                    </a:cubicBezTo>
                    <a:cubicBezTo>
                      <a:pt x="12" y="74"/>
                      <a:pt x="13" y="74"/>
                      <a:pt x="13" y="73"/>
                    </a:cubicBezTo>
                    <a:cubicBezTo>
                      <a:pt x="14" y="73"/>
                      <a:pt x="15" y="73"/>
                      <a:pt x="15" y="72"/>
                    </a:cubicBezTo>
                    <a:cubicBezTo>
                      <a:pt x="15" y="72"/>
                      <a:pt x="15" y="72"/>
                      <a:pt x="15" y="73"/>
                    </a:cubicBezTo>
                    <a:cubicBezTo>
                      <a:pt x="16" y="74"/>
                      <a:pt x="16" y="75"/>
                      <a:pt x="17" y="76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7" y="77"/>
                      <a:pt x="17" y="76"/>
                      <a:pt x="17" y="76"/>
                    </a:cubicBezTo>
                    <a:cubicBezTo>
                      <a:pt x="17" y="75"/>
                      <a:pt x="17" y="74"/>
                      <a:pt x="17" y="73"/>
                    </a:cubicBezTo>
                    <a:cubicBezTo>
                      <a:pt x="17" y="73"/>
                      <a:pt x="17" y="72"/>
                      <a:pt x="17" y="72"/>
                    </a:cubicBezTo>
                    <a:close/>
                    <a:moveTo>
                      <a:pt x="14" y="88"/>
                    </a:moveTo>
                    <a:cubicBezTo>
                      <a:pt x="16" y="88"/>
                      <a:pt x="16" y="87"/>
                      <a:pt x="17" y="86"/>
                    </a:cubicBezTo>
                    <a:cubicBezTo>
                      <a:pt x="18" y="83"/>
                      <a:pt x="18" y="81"/>
                      <a:pt x="20" y="78"/>
                    </a:cubicBezTo>
                    <a:cubicBezTo>
                      <a:pt x="21" y="75"/>
                      <a:pt x="23" y="71"/>
                      <a:pt x="25" y="66"/>
                    </a:cubicBezTo>
                    <a:cubicBezTo>
                      <a:pt x="26" y="64"/>
                      <a:pt x="27" y="62"/>
                      <a:pt x="28" y="61"/>
                    </a:cubicBezTo>
                    <a:cubicBezTo>
                      <a:pt x="28" y="61"/>
                      <a:pt x="29" y="61"/>
                      <a:pt x="29" y="61"/>
                    </a:cubicBezTo>
                    <a:cubicBezTo>
                      <a:pt x="29" y="61"/>
                      <a:pt x="29" y="61"/>
                      <a:pt x="29" y="62"/>
                    </a:cubicBezTo>
                    <a:cubicBezTo>
                      <a:pt x="30" y="63"/>
                      <a:pt x="31" y="63"/>
                      <a:pt x="31" y="64"/>
                    </a:cubicBezTo>
                    <a:cubicBezTo>
                      <a:pt x="31" y="65"/>
                      <a:pt x="32" y="65"/>
                      <a:pt x="32" y="65"/>
                    </a:cubicBezTo>
                    <a:cubicBezTo>
                      <a:pt x="32" y="65"/>
                      <a:pt x="32" y="64"/>
                      <a:pt x="32" y="64"/>
                    </a:cubicBezTo>
                    <a:cubicBezTo>
                      <a:pt x="32" y="61"/>
                      <a:pt x="33" y="59"/>
                      <a:pt x="33" y="58"/>
                    </a:cubicBezTo>
                    <a:cubicBezTo>
                      <a:pt x="34" y="57"/>
                      <a:pt x="34" y="56"/>
                      <a:pt x="33" y="56"/>
                    </a:cubicBezTo>
                    <a:cubicBezTo>
                      <a:pt x="33" y="56"/>
                      <a:pt x="31" y="56"/>
                      <a:pt x="28" y="57"/>
                    </a:cubicBezTo>
                    <a:cubicBezTo>
                      <a:pt x="28" y="58"/>
                      <a:pt x="27" y="58"/>
                      <a:pt x="27" y="59"/>
                    </a:cubicBezTo>
                    <a:cubicBezTo>
                      <a:pt x="26" y="60"/>
                      <a:pt x="25" y="62"/>
                      <a:pt x="25" y="63"/>
                    </a:cubicBezTo>
                    <a:cubicBezTo>
                      <a:pt x="21" y="59"/>
                      <a:pt x="18" y="56"/>
                      <a:pt x="17" y="54"/>
                    </a:cubicBezTo>
                    <a:cubicBezTo>
                      <a:pt x="17" y="53"/>
                      <a:pt x="17" y="53"/>
                      <a:pt x="16" y="53"/>
                    </a:cubicBezTo>
                    <a:cubicBezTo>
                      <a:pt x="16" y="53"/>
                      <a:pt x="14" y="53"/>
                      <a:pt x="13" y="54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1" y="57"/>
                      <a:pt x="10" y="59"/>
                      <a:pt x="10" y="61"/>
                    </a:cubicBezTo>
                    <a:cubicBezTo>
                      <a:pt x="9" y="61"/>
                      <a:pt x="9" y="62"/>
                      <a:pt x="10" y="62"/>
                    </a:cubicBezTo>
                    <a:cubicBezTo>
                      <a:pt x="10" y="62"/>
                      <a:pt x="11" y="61"/>
                      <a:pt x="11" y="61"/>
                    </a:cubicBezTo>
                    <a:cubicBezTo>
                      <a:pt x="12" y="61"/>
                      <a:pt x="12" y="60"/>
                      <a:pt x="12" y="59"/>
                    </a:cubicBezTo>
                    <a:cubicBezTo>
                      <a:pt x="13" y="59"/>
                      <a:pt x="13" y="58"/>
                      <a:pt x="13" y="57"/>
                    </a:cubicBezTo>
                    <a:cubicBezTo>
                      <a:pt x="13" y="57"/>
                      <a:pt x="13" y="57"/>
                      <a:pt x="13" y="57"/>
                    </a:cubicBezTo>
                    <a:cubicBezTo>
                      <a:pt x="14" y="57"/>
                      <a:pt x="14" y="57"/>
                      <a:pt x="15" y="57"/>
                    </a:cubicBezTo>
                    <a:cubicBezTo>
                      <a:pt x="15" y="58"/>
                      <a:pt x="16" y="58"/>
                      <a:pt x="17" y="59"/>
                    </a:cubicBezTo>
                    <a:cubicBezTo>
                      <a:pt x="16" y="59"/>
                      <a:pt x="16" y="59"/>
                      <a:pt x="16" y="60"/>
                    </a:cubicBezTo>
                    <a:cubicBezTo>
                      <a:pt x="15" y="60"/>
                      <a:pt x="15" y="61"/>
                      <a:pt x="14" y="62"/>
                    </a:cubicBezTo>
                    <a:cubicBezTo>
                      <a:pt x="14" y="63"/>
                      <a:pt x="14" y="63"/>
                      <a:pt x="14" y="64"/>
                    </a:cubicBezTo>
                    <a:cubicBezTo>
                      <a:pt x="13" y="65"/>
                      <a:pt x="14" y="65"/>
                      <a:pt x="14" y="65"/>
                    </a:cubicBezTo>
                    <a:cubicBezTo>
                      <a:pt x="15" y="64"/>
                      <a:pt x="15" y="64"/>
                      <a:pt x="15" y="64"/>
                    </a:cubicBezTo>
                    <a:cubicBezTo>
                      <a:pt x="16" y="62"/>
                      <a:pt x="17" y="61"/>
                      <a:pt x="17" y="60"/>
                    </a:cubicBezTo>
                    <a:cubicBezTo>
                      <a:pt x="18" y="60"/>
                      <a:pt x="19" y="61"/>
                      <a:pt x="20" y="62"/>
                    </a:cubicBezTo>
                    <a:cubicBezTo>
                      <a:pt x="19" y="62"/>
                      <a:pt x="19" y="62"/>
                      <a:pt x="19" y="63"/>
                    </a:cubicBezTo>
                    <a:cubicBezTo>
                      <a:pt x="18" y="63"/>
                      <a:pt x="18" y="64"/>
                      <a:pt x="18" y="65"/>
                    </a:cubicBezTo>
                    <a:cubicBezTo>
                      <a:pt x="18" y="66"/>
                      <a:pt x="17" y="67"/>
                      <a:pt x="17" y="67"/>
                    </a:cubicBezTo>
                    <a:cubicBezTo>
                      <a:pt x="17" y="68"/>
                      <a:pt x="17" y="68"/>
                      <a:pt x="18" y="68"/>
                    </a:cubicBezTo>
                    <a:cubicBezTo>
                      <a:pt x="18" y="68"/>
                      <a:pt x="18" y="67"/>
                      <a:pt x="19" y="67"/>
                    </a:cubicBezTo>
                    <a:cubicBezTo>
                      <a:pt x="19" y="65"/>
                      <a:pt x="20" y="64"/>
                      <a:pt x="21" y="63"/>
                    </a:cubicBezTo>
                    <a:cubicBezTo>
                      <a:pt x="21" y="64"/>
                      <a:pt x="22" y="65"/>
                      <a:pt x="23" y="66"/>
                    </a:cubicBezTo>
                    <a:cubicBezTo>
                      <a:pt x="23" y="67"/>
                      <a:pt x="23" y="67"/>
                      <a:pt x="22" y="68"/>
                    </a:cubicBezTo>
                    <a:cubicBezTo>
                      <a:pt x="21" y="71"/>
                      <a:pt x="19" y="76"/>
                      <a:pt x="16" y="81"/>
                    </a:cubicBezTo>
                    <a:cubicBezTo>
                      <a:pt x="16" y="81"/>
                      <a:pt x="16" y="82"/>
                      <a:pt x="16" y="82"/>
                    </a:cubicBezTo>
                    <a:cubicBezTo>
                      <a:pt x="15" y="81"/>
                      <a:pt x="13" y="81"/>
                      <a:pt x="12" y="80"/>
                    </a:cubicBezTo>
                    <a:cubicBezTo>
                      <a:pt x="12" y="80"/>
                      <a:pt x="12" y="80"/>
                      <a:pt x="12" y="80"/>
                    </a:cubicBezTo>
                    <a:cubicBezTo>
                      <a:pt x="13" y="79"/>
                      <a:pt x="13" y="77"/>
                      <a:pt x="14" y="76"/>
                    </a:cubicBezTo>
                    <a:cubicBezTo>
                      <a:pt x="14" y="75"/>
                      <a:pt x="14" y="75"/>
                      <a:pt x="13" y="75"/>
                    </a:cubicBezTo>
                    <a:cubicBezTo>
                      <a:pt x="13" y="75"/>
                      <a:pt x="12" y="76"/>
                      <a:pt x="12" y="76"/>
                    </a:cubicBezTo>
                    <a:cubicBezTo>
                      <a:pt x="11" y="77"/>
                      <a:pt x="11" y="78"/>
                      <a:pt x="11" y="79"/>
                    </a:cubicBezTo>
                    <a:cubicBezTo>
                      <a:pt x="11" y="79"/>
                      <a:pt x="11" y="79"/>
                      <a:pt x="11" y="80"/>
                    </a:cubicBezTo>
                    <a:cubicBezTo>
                      <a:pt x="10" y="79"/>
                      <a:pt x="10" y="79"/>
                      <a:pt x="9" y="79"/>
                    </a:cubicBezTo>
                    <a:cubicBezTo>
                      <a:pt x="9" y="79"/>
                      <a:pt x="8" y="79"/>
                      <a:pt x="8" y="79"/>
                    </a:cubicBezTo>
                    <a:cubicBezTo>
                      <a:pt x="8" y="77"/>
                      <a:pt x="9" y="75"/>
                      <a:pt x="9" y="74"/>
                    </a:cubicBezTo>
                    <a:cubicBezTo>
                      <a:pt x="10" y="73"/>
                      <a:pt x="10" y="73"/>
                      <a:pt x="9" y="73"/>
                    </a:cubicBezTo>
                    <a:cubicBezTo>
                      <a:pt x="9" y="73"/>
                      <a:pt x="8" y="73"/>
                      <a:pt x="8" y="74"/>
                    </a:cubicBezTo>
                    <a:cubicBezTo>
                      <a:pt x="7" y="75"/>
                      <a:pt x="7" y="75"/>
                      <a:pt x="7" y="77"/>
                    </a:cubicBezTo>
                    <a:cubicBezTo>
                      <a:pt x="7" y="77"/>
                      <a:pt x="7" y="78"/>
                      <a:pt x="7" y="78"/>
                    </a:cubicBezTo>
                    <a:cubicBezTo>
                      <a:pt x="6" y="78"/>
                      <a:pt x="6" y="78"/>
                      <a:pt x="5" y="77"/>
                    </a:cubicBezTo>
                    <a:cubicBezTo>
                      <a:pt x="5" y="77"/>
                      <a:pt x="5" y="77"/>
                      <a:pt x="5" y="77"/>
                    </a:cubicBezTo>
                    <a:cubicBezTo>
                      <a:pt x="5" y="76"/>
                      <a:pt x="4" y="76"/>
                      <a:pt x="4" y="75"/>
                    </a:cubicBezTo>
                    <a:cubicBezTo>
                      <a:pt x="4" y="75"/>
                      <a:pt x="4" y="74"/>
                      <a:pt x="4" y="73"/>
                    </a:cubicBezTo>
                    <a:cubicBezTo>
                      <a:pt x="4" y="73"/>
                      <a:pt x="4" y="72"/>
                      <a:pt x="4" y="71"/>
                    </a:cubicBezTo>
                    <a:cubicBezTo>
                      <a:pt x="4" y="71"/>
                      <a:pt x="4" y="70"/>
                      <a:pt x="4" y="70"/>
                    </a:cubicBezTo>
                    <a:cubicBezTo>
                      <a:pt x="3" y="70"/>
                      <a:pt x="2" y="71"/>
                      <a:pt x="2" y="71"/>
                    </a:cubicBezTo>
                    <a:cubicBezTo>
                      <a:pt x="1" y="72"/>
                      <a:pt x="1" y="72"/>
                      <a:pt x="1" y="72"/>
                    </a:cubicBezTo>
                    <a:cubicBezTo>
                      <a:pt x="0" y="73"/>
                      <a:pt x="1" y="73"/>
                      <a:pt x="1" y="73"/>
                    </a:cubicBezTo>
                    <a:cubicBezTo>
                      <a:pt x="1" y="73"/>
                      <a:pt x="2" y="73"/>
                      <a:pt x="2" y="74"/>
                    </a:cubicBezTo>
                    <a:cubicBezTo>
                      <a:pt x="2" y="75"/>
                      <a:pt x="3" y="75"/>
                      <a:pt x="3" y="76"/>
                    </a:cubicBezTo>
                    <a:cubicBezTo>
                      <a:pt x="3" y="76"/>
                      <a:pt x="3" y="77"/>
                      <a:pt x="4" y="77"/>
                    </a:cubicBezTo>
                    <a:cubicBezTo>
                      <a:pt x="3" y="78"/>
                      <a:pt x="2" y="78"/>
                      <a:pt x="2" y="79"/>
                    </a:cubicBezTo>
                    <a:cubicBezTo>
                      <a:pt x="1" y="79"/>
                      <a:pt x="1" y="80"/>
                      <a:pt x="1" y="80"/>
                    </a:cubicBezTo>
                    <a:cubicBezTo>
                      <a:pt x="1" y="80"/>
                      <a:pt x="2" y="81"/>
                      <a:pt x="2" y="80"/>
                    </a:cubicBezTo>
                    <a:cubicBezTo>
                      <a:pt x="3" y="80"/>
                      <a:pt x="5" y="80"/>
                      <a:pt x="6" y="81"/>
                    </a:cubicBezTo>
                    <a:cubicBezTo>
                      <a:pt x="7" y="81"/>
                      <a:pt x="11" y="82"/>
                      <a:pt x="15" y="84"/>
                    </a:cubicBezTo>
                    <a:cubicBezTo>
                      <a:pt x="15" y="85"/>
                      <a:pt x="14" y="86"/>
                      <a:pt x="13" y="88"/>
                    </a:cubicBezTo>
                    <a:cubicBezTo>
                      <a:pt x="13" y="88"/>
                      <a:pt x="13" y="88"/>
                      <a:pt x="13" y="88"/>
                    </a:cubicBezTo>
                    <a:cubicBezTo>
                      <a:pt x="13" y="88"/>
                      <a:pt x="13" y="88"/>
                      <a:pt x="13" y="88"/>
                    </a:cubicBezTo>
                    <a:cubicBezTo>
                      <a:pt x="12" y="88"/>
                      <a:pt x="12" y="88"/>
                      <a:pt x="11" y="88"/>
                    </a:cubicBezTo>
                    <a:cubicBezTo>
                      <a:pt x="10" y="88"/>
                      <a:pt x="10" y="89"/>
                      <a:pt x="11" y="89"/>
                    </a:cubicBezTo>
                    <a:cubicBezTo>
                      <a:pt x="11" y="89"/>
                      <a:pt x="12" y="89"/>
                      <a:pt x="12" y="89"/>
                    </a:cubicBezTo>
                    <a:cubicBezTo>
                      <a:pt x="12" y="90"/>
                      <a:pt x="13" y="90"/>
                      <a:pt x="13" y="91"/>
                    </a:cubicBezTo>
                    <a:cubicBezTo>
                      <a:pt x="13" y="92"/>
                      <a:pt x="14" y="93"/>
                      <a:pt x="14" y="94"/>
                    </a:cubicBezTo>
                    <a:cubicBezTo>
                      <a:pt x="14" y="95"/>
                      <a:pt x="15" y="95"/>
                      <a:pt x="15" y="95"/>
                    </a:cubicBezTo>
                    <a:cubicBezTo>
                      <a:pt x="16" y="96"/>
                      <a:pt x="17" y="96"/>
                      <a:pt x="18" y="96"/>
                    </a:cubicBezTo>
                    <a:cubicBezTo>
                      <a:pt x="19" y="96"/>
                      <a:pt x="19" y="95"/>
                      <a:pt x="19" y="94"/>
                    </a:cubicBezTo>
                    <a:cubicBezTo>
                      <a:pt x="18" y="93"/>
                      <a:pt x="18" y="92"/>
                      <a:pt x="17" y="91"/>
                    </a:cubicBezTo>
                    <a:cubicBezTo>
                      <a:pt x="16" y="90"/>
                      <a:pt x="15" y="89"/>
                      <a:pt x="14" y="88"/>
                    </a:cubicBezTo>
                    <a:close/>
                    <a:moveTo>
                      <a:pt x="34" y="79"/>
                    </a:moveTo>
                    <a:cubicBezTo>
                      <a:pt x="36" y="76"/>
                      <a:pt x="38" y="72"/>
                      <a:pt x="41" y="68"/>
                    </a:cubicBezTo>
                    <a:cubicBezTo>
                      <a:pt x="41" y="67"/>
                      <a:pt x="42" y="66"/>
                      <a:pt x="42" y="66"/>
                    </a:cubicBezTo>
                    <a:cubicBezTo>
                      <a:pt x="43" y="65"/>
                      <a:pt x="43" y="64"/>
                      <a:pt x="43" y="64"/>
                    </a:cubicBezTo>
                    <a:cubicBezTo>
                      <a:pt x="43" y="64"/>
                      <a:pt x="42" y="64"/>
                      <a:pt x="41" y="64"/>
                    </a:cubicBezTo>
                    <a:cubicBezTo>
                      <a:pt x="40" y="64"/>
                      <a:pt x="39" y="65"/>
                      <a:pt x="38" y="65"/>
                    </a:cubicBezTo>
                    <a:cubicBezTo>
                      <a:pt x="38" y="66"/>
                      <a:pt x="37" y="67"/>
                      <a:pt x="37" y="67"/>
                    </a:cubicBezTo>
                    <a:cubicBezTo>
                      <a:pt x="36" y="70"/>
                      <a:pt x="34" y="74"/>
                      <a:pt x="32" y="79"/>
                    </a:cubicBezTo>
                    <a:cubicBezTo>
                      <a:pt x="32" y="79"/>
                      <a:pt x="32" y="78"/>
                      <a:pt x="32" y="78"/>
                    </a:cubicBezTo>
                    <a:cubicBezTo>
                      <a:pt x="31" y="78"/>
                      <a:pt x="31" y="78"/>
                      <a:pt x="30" y="79"/>
                    </a:cubicBezTo>
                    <a:cubicBezTo>
                      <a:pt x="30" y="77"/>
                      <a:pt x="30" y="76"/>
                      <a:pt x="30" y="74"/>
                    </a:cubicBezTo>
                    <a:cubicBezTo>
                      <a:pt x="30" y="73"/>
                      <a:pt x="30" y="71"/>
                      <a:pt x="30" y="70"/>
                    </a:cubicBezTo>
                    <a:cubicBezTo>
                      <a:pt x="30" y="70"/>
                      <a:pt x="30" y="69"/>
                      <a:pt x="30" y="69"/>
                    </a:cubicBezTo>
                    <a:cubicBezTo>
                      <a:pt x="29" y="69"/>
                      <a:pt x="28" y="70"/>
                      <a:pt x="25" y="71"/>
                    </a:cubicBezTo>
                    <a:cubicBezTo>
                      <a:pt x="25" y="71"/>
                      <a:pt x="24" y="72"/>
                      <a:pt x="24" y="72"/>
                    </a:cubicBezTo>
                    <a:cubicBezTo>
                      <a:pt x="24" y="75"/>
                      <a:pt x="23" y="77"/>
                      <a:pt x="22" y="81"/>
                    </a:cubicBezTo>
                    <a:cubicBezTo>
                      <a:pt x="22" y="82"/>
                      <a:pt x="21" y="83"/>
                      <a:pt x="20" y="84"/>
                    </a:cubicBezTo>
                    <a:cubicBezTo>
                      <a:pt x="19" y="85"/>
                      <a:pt x="19" y="86"/>
                      <a:pt x="20" y="86"/>
                    </a:cubicBezTo>
                    <a:cubicBezTo>
                      <a:pt x="21" y="86"/>
                      <a:pt x="21" y="86"/>
                      <a:pt x="22" y="85"/>
                    </a:cubicBezTo>
                    <a:cubicBezTo>
                      <a:pt x="23" y="85"/>
                      <a:pt x="23" y="84"/>
                      <a:pt x="23" y="82"/>
                    </a:cubicBezTo>
                    <a:cubicBezTo>
                      <a:pt x="24" y="82"/>
                      <a:pt x="24" y="79"/>
                      <a:pt x="25" y="75"/>
                    </a:cubicBezTo>
                    <a:cubicBezTo>
                      <a:pt x="25" y="74"/>
                      <a:pt x="26" y="74"/>
                      <a:pt x="26" y="74"/>
                    </a:cubicBezTo>
                    <a:cubicBezTo>
                      <a:pt x="27" y="74"/>
                      <a:pt x="27" y="74"/>
                      <a:pt x="27" y="74"/>
                    </a:cubicBezTo>
                    <a:cubicBezTo>
                      <a:pt x="28" y="76"/>
                      <a:pt x="29" y="77"/>
                      <a:pt x="29" y="79"/>
                    </a:cubicBezTo>
                    <a:cubicBezTo>
                      <a:pt x="29" y="79"/>
                      <a:pt x="29" y="79"/>
                      <a:pt x="28" y="80"/>
                    </a:cubicBezTo>
                    <a:cubicBezTo>
                      <a:pt x="28" y="80"/>
                      <a:pt x="27" y="81"/>
                      <a:pt x="27" y="81"/>
                    </a:cubicBezTo>
                    <a:cubicBezTo>
                      <a:pt x="27" y="82"/>
                      <a:pt x="28" y="82"/>
                      <a:pt x="28" y="82"/>
                    </a:cubicBezTo>
                    <a:cubicBezTo>
                      <a:pt x="29" y="81"/>
                      <a:pt x="30" y="81"/>
                      <a:pt x="31" y="81"/>
                    </a:cubicBezTo>
                    <a:cubicBezTo>
                      <a:pt x="29" y="86"/>
                      <a:pt x="26" y="92"/>
                      <a:pt x="24" y="97"/>
                    </a:cubicBezTo>
                    <a:cubicBezTo>
                      <a:pt x="23" y="98"/>
                      <a:pt x="23" y="98"/>
                      <a:pt x="24" y="98"/>
                    </a:cubicBezTo>
                    <a:cubicBezTo>
                      <a:pt x="25" y="98"/>
                      <a:pt x="26" y="98"/>
                      <a:pt x="26" y="97"/>
                    </a:cubicBezTo>
                    <a:cubicBezTo>
                      <a:pt x="27" y="97"/>
                      <a:pt x="27" y="96"/>
                      <a:pt x="27" y="95"/>
                    </a:cubicBezTo>
                    <a:cubicBezTo>
                      <a:pt x="28" y="92"/>
                      <a:pt x="30" y="88"/>
                      <a:pt x="32" y="84"/>
                    </a:cubicBezTo>
                    <a:cubicBezTo>
                      <a:pt x="32" y="83"/>
                      <a:pt x="33" y="83"/>
                      <a:pt x="33" y="82"/>
                    </a:cubicBezTo>
                    <a:cubicBezTo>
                      <a:pt x="35" y="82"/>
                      <a:pt x="36" y="83"/>
                      <a:pt x="37" y="84"/>
                    </a:cubicBezTo>
                    <a:cubicBezTo>
                      <a:pt x="38" y="85"/>
                      <a:pt x="39" y="86"/>
                      <a:pt x="40" y="87"/>
                    </a:cubicBezTo>
                    <a:cubicBezTo>
                      <a:pt x="40" y="87"/>
                      <a:pt x="40" y="88"/>
                      <a:pt x="40" y="89"/>
                    </a:cubicBezTo>
                    <a:cubicBezTo>
                      <a:pt x="39" y="90"/>
                      <a:pt x="38" y="91"/>
                      <a:pt x="37" y="92"/>
                    </a:cubicBezTo>
                    <a:cubicBezTo>
                      <a:pt x="37" y="92"/>
                      <a:pt x="37" y="92"/>
                      <a:pt x="38" y="92"/>
                    </a:cubicBezTo>
                    <a:cubicBezTo>
                      <a:pt x="38" y="92"/>
                      <a:pt x="38" y="92"/>
                      <a:pt x="39" y="92"/>
                    </a:cubicBezTo>
                    <a:cubicBezTo>
                      <a:pt x="41" y="91"/>
                      <a:pt x="42" y="91"/>
                      <a:pt x="43" y="91"/>
                    </a:cubicBezTo>
                    <a:cubicBezTo>
                      <a:pt x="44" y="91"/>
                      <a:pt x="45" y="91"/>
                      <a:pt x="45" y="90"/>
                    </a:cubicBezTo>
                    <a:cubicBezTo>
                      <a:pt x="45" y="90"/>
                      <a:pt x="45" y="89"/>
                      <a:pt x="45" y="87"/>
                    </a:cubicBezTo>
                    <a:cubicBezTo>
                      <a:pt x="44" y="86"/>
                      <a:pt x="44" y="85"/>
                      <a:pt x="43" y="84"/>
                    </a:cubicBezTo>
                    <a:cubicBezTo>
                      <a:pt x="41" y="83"/>
                      <a:pt x="40" y="82"/>
                      <a:pt x="37" y="80"/>
                    </a:cubicBezTo>
                    <a:cubicBezTo>
                      <a:pt x="36" y="80"/>
                      <a:pt x="35" y="79"/>
                      <a:pt x="34" y="79"/>
                    </a:cubicBezTo>
                    <a:close/>
                    <a:moveTo>
                      <a:pt x="252" y="73"/>
                    </a:moveTo>
                    <a:cubicBezTo>
                      <a:pt x="252" y="73"/>
                      <a:pt x="252" y="74"/>
                      <a:pt x="252" y="74"/>
                    </a:cubicBezTo>
                    <a:cubicBezTo>
                      <a:pt x="255" y="77"/>
                      <a:pt x="257" y="79"/>
                      <a:pt x="259" y="81"/>
                    </a:cubicBezTo>
                    <a:cubicBezTo>
                      <a:pt x="259" y="82"/>
                      <a:pt x="258" y="82"/>
                      <a:pt x="259" y="82"/>
                    </a:cubicBezTo>
                    <a:cubicBezTo>
                      <a:pt x="259" y="83"/>
                      <a:pt x="260" y="83"/>
                      <a:pt x="261" y="83"/>
                    </a:cubicBezTo>
                    <a:cubicBezTo>
                      <a:pt x="261" y="83"/>
                      <a:pt x="262" y="82"/>
                      <a:pt x="262" y="82"/>
                    </a:cubicBezTo>
                    <a:cubicBezTo>
                      <a:pt x="262" y="82"/>
                      <a:pt x="262" y="82"/>
                      <a:pt x="262" y="82"/>
                    </a:cubicBezTo>
                    <a:cubicBezTo>
                      <a:pt x="264" y="81"/>
                      <a:pt x="265" y="79"/>
                      <a:pt x="268" y="78"/>
                    </a:cubicBezTo>
                    <a:cubicBezTo>
                      <a:pt x="268" y="77"/>
                      <a:pt x="269" y="77"/>
                      <a:pt x="270" y="77"/>
                    </a:cubicBezTo>
                    <a:cubicBezTo>
                      <a:pt x="270" y="77"/>
                      <a:pt x="271" y="77"/>
                      <a:pt x="271" y="76"/>
                    </a:cubicBezTo>
                    <a:cubicBezTo>
                      <a:pt x="271" y="75"/>
                      <a:pt x="271" y="74"/>
                      <a:pt x="270" y="72"/>
                    </a:cubicBezTo>
                    <a:cubicBezTo>
                      <a:pt x="270" y="72"/>
                      <a:pt x="270" y="71"/>
                      <a:pt x="269" y="71"/>
                    </a:cubicBezTo>
                    <a:cubicBezTo>
                      <a:pt x="268" y="70"/>
                      <a:pt x="266" y="69"/>
                      <a:pt x="265" y="68"/>
                    </a:cubicBezTo>
                    <a:cubicBezTo>
                      <a:pt x="264" y="68"/>
                      <a:pt x="264" y="67"/>
                      <a:pt x="263" y="67"/>
                    </a:cubicBezTo>
                    <a:cubicBezTo>
                      <a:pt x="263" y="67"/>
                      <a:pt x="263" y="67"/>
                      <a:pt x="263" y="67"/>
                    </a:cubicBezTo>
                    <a:cubicBezTo>
                      <a:pt x="264" y="67"/>
                      <a:pt x="265" y="67"/>
                      <a:pt x="265" y="67"/>
                    </a:cubicBezTo>
                    <a:cubicBezTo>
                      <a:pt x="266" y="67"/>
                      <a:pt x="266" y="67"/>
                      <a:pt x="266" y="67"/>
                    </a:cubicBezTo>
                    <a:cubicBezTo>
                      <a:pt x="267" y="67"/>
                      <a:pt x="267" y="67"/>
                      <a:pt x="267" y="67"/>
                    </a:cubicBezTo>
                    <a:cubicBezTo>
                      <a:pt x="267" y="67"/>
                      <a:pt x="268" y="67"/>
                      <a:pt x="268" y="66"/>
                    </a:cubicBezTo>
                    <a:cubicBezTo>
                      <a:pt x="269" y="67"/>
                      <a:pt x="270" y="68"/>
                      <a:pt x="271" y="69"/>
                    </a:cubicBezTo>
                    <a:cubicBezTo>
                      <a:pt x="272" y="71"/>
                      <a:pt x="274" y="72"/>
                      <a:pt x="275" y="73"/>
                    </a:cubicBezTo>
                    <a:cubicBezTo>
                      <a:pt x="275" y="74"/>
                      <a:pt x="275" y="74"/>
                      <a:pt x="276" y="74"/>
                    </a:cubicBezTo>
                    <a:cubicBezTo>
                      <a:pt x="276" y="74"/>
                      <a:pt x="276" y="73"/>
                      <a:pt x="276" y="72"/>
                    </a:cubicBezTo>
                    <a:cubicBezTo>
                      <a:pt x="276" y="72"/>
                      <a:pt x="276" y="72"/>
                      <a:pt x="276" y="71"/>
                    </a:cubicBezTo>
                    <a:cubicBezTo>
                      <a:pt x="276" y="71"/>
                      <a:pt x="275" y="70"/>
                      <a:pt x="275" y="70"/>
                    </a:cubicBezTo>
                    <a:cubicBezTo>
                      <a:pt x="273" y="69"/>
                      <a:pt x="272" y="67"/>
                      <a:pt x="270" y="66"/>
                    </a:cubicBezTo>
                    <a:cubicBezTo>
                      <a:pt x="269" y="65"/>
                      <a:pt x="267" y="63"/>
                      <a:pt x="266" y="62"/>
                    </a:cubicBezTo>
                    <a:cubicBezTo>
                      <a:pt x="265" y="61"/>
                      <a:pt x="264" y="60"/>
                      <a:pt x="263" y="59"/>
                    </a:cubicBezTo>
                    <a:cubicBezTo>
                      <a:pt x="262" y="58"/>
                      <a:pt x="262" y="58"/>
                      <a:pt x="262" y="59"/>
                    </a:cubicBezTo>
                    <a:cubicBezTo>
                      <a:pt x="262" y="60"/>
                      <a:pt x="262" y="60"/>
                      <a:pt x="262" y="61"/>
                    </a:cubicBezTo>
                    <a:cubicBezTo>
                      <a:pt x="262" y="61"/>
                      <a:pt x="262" y="62"/>
                      <a:pt x="263" y="62"/>
                    </a:cubicBezTo>
                    <a:cubicBezTo>
                      <a:pt x="264" y="63"/>
                      <a:pt x="265" y="64"/>
                      <a:pt x="266" y="65"/>
                    </a:cubicBezTo>
                    <a:cubicBezTo>
                      <a:pt x="265" y="65"/>
                      <a:pt x="264" y="65"/>
                      <a:pt x="263" y="65"/>
                    </a:cubicBezTo>
                    <a:cubicBezTo>
                      <a:pt x="262" y="65"/>
                      <a:pt x="262" y="66"/>
                      <a:pt x="262" y="66"/>
                    </a:cubicBezTo>
                    <a:cubicBezTo>
                      <a:pt x="262" y="65"/>
                      <a:pt x="262" y="65"/>
                      <a:pt x="262" y="65"/>
                    </a:cubicBezTo>
                    <a:cubicBezTo>
                      <a:pt x="261" y="65"/>
                      <a:pt x="261" y="64"/>
                      <a:pt x="261" y="63"/>
                    </a:cubicBezTo>
                    <a:cubicBezTo>
                      <a:pt x="261" y="63"/>
                      <a:pt x="261" y="63"/>
                      <a:pt x="261" y="63"/>
                    </a:cubicBezTo>
                    <a:cubicBezTo>
                      <a:pt x="260" y="63"/>
                      <a:pt x="260" y="63"/>
                      <a:pt x="260" y="64"/>
                    </a:cubicBezTo>
                    <a:cubicBezTo>
                      <a:pt x="260" y="64"/>
                      <a:pt x="260" y="64"/>
                      <a:pt x="260" y="65"/>
                    </a:cubicBezTo>
                    <a:cubicBezTo>
                      <a:pt x="259" y="65"/>
                      <a:pt x="259" y="65"/>
                      <a:pt x="259" y="66"/>
                    </a:cubicBezTo>
                    <a:cubicBezTo>
                      <a:pt x="257" y="67"/>
                      <a:pt x="256" y="68"/>
                      <a:pt x="255" y="68"/>
                    </a:cubicBezTo>
                    <a:cubicBezTo>
                      <a:pt x="254" y="69"/>
                      <a:pt x="254" y="69"/>
                      <a:pt x="253" y="70"/>
                    </a:cubicBezTo>
                    <a:cubicBezTo>
                      <a:pt x="252" y="70"/>
                      <a:pt x="251" y="70"/>
                      <a:pt x="251" y="71"/>
                    </a:cubicBezTo>
                    <a:cubicBezTo>
                      <a:pt x="251" y="72"/>
                      <a:pt x="250" y="72"/>
                      <a:pt x="250" y="73"/>
                    </a:cubicBezTo>
                    <a:cubicBezTo>
                      <a:pt x="250" y="73"/>
                      <a:pt x="250" y="73"/>
                      <a:pt x="251" y="73"/>
                    </a:cubicBezTo>
                    <a:cubicBezTo>
                      <a:pt x="251" y="73"/>
                      <a:pt x="251" y="73"/>
                      <a:pt x="252" y="73"/>
                    </a:cubicBezTo>
                    <a:close/>
                    <a:moveTo>
                      <a:pt x="260" y="79"/>
                    </a:moveTo>
                    <a:cubicBezTo>
                      <a:pt x="260" y="79"/>
                      <a:pt x="259" y="78"/>
                      <a:pt x="258" y="77"/>
                    </a:cubicBezTo>
                    <a:cubicBezTo>
                      <a:pt x="256" y="75"/>
                      <a:pt x="254" y="74"/>
                      <a:pt x="253" y="72"/>
                    </a:cubicBezTo>
                    <a:cubicBezTo>
                      <a:pt x="253" y="72"/>
                      <a:pt x="254" y="72"/>
                      <a:pt x="255" y="71"/>
                    </a:cubicBezTo>
                    <a:cubicBezTo>
                      <a:pt x="255" y="71"/>
                      <a:pt x="255" y="71"/>
                      <a:pt x="255" y="71"/>
                    </a:cubicBezTo>
                    <a:cubicBezTo>
                      <a:pt x="255" y="71"/>
                      <a:pt x="255" y="72"/>
                      <a:pt x="256" y="72"/>
                    </a:cubicBezTo>
                    <a:cubicBezTo>
                      <a:pt x="258" y="74"/>
                      <a:pt x="259" y="75"/>
                      <a:pt x="261" y="76"/>
                    </a:cubicBezTo>
                    <a:cubicBezTo>
                      <a:pt x="261" y="77"/>
                      <a:pt x="261" y="77"/>
                      <a:pt x="262" y="76"/>
                    </a:cubicBezTo>
                    <a:cubicBezTo>
                      <a:pt x="262" y="76"/>
                      <a:pt x="262" y="75"/>
                      <a:pt x="261" y="75"/>
                    </a:cubicBezTo>
                    <a:cubicBezTo>
                      <a:pt x="261" y="74"/>
                      <a:pt x="260" y="74"/>
                      <a:pt x="259" y="73"/>
                    </a:cubicBezTo>
                    <a:cubicBezTo>
                      <a:pt x="258" y="72"/>
                      <a:pt x="257" y="71"/>
                      <a:pt x="256" y="70"/>
                    </a:cubicBezTo>
                    <a:cubicBezTo>
                      <a:pt x="256" y="70"/>
                      <a:pt x="257" y="70"/>
                      <a:pt x="257" y="69"/>
                    </a:cubicBezTo>
                    <a:cubicBezTo>
                      <a:pt x="257" y="69"/>
                      <a:pt x="258" y="69"/>
                      <a:pt x="258" y="69"/>
                    </a:cubicBezTo>
                    <a:cubicBezTo>
                      <a:pt x="258" y="69"/>
                      <a:pt x="258" y="69"/>
                      <a:pt x="259" y="70"/>
                    </a:cubicBezTo>
                    <a:cubicBezTo>
                      <a:pt x="260" y="71"/>
                      <a:pt x="262" y="73"/>
                      <a:pt x="263" y="74"/>
                    </a:cubicBezTo>
                    <a:cubicBezTo>
                      <a:pt x="264" y="74"/>
                      <a:pt x="264" y="74"/>
                      <a:pt x="264" y="74"/>
                    </a:cubicBezTo>
                    <a:cubicBezTo>
                      <a:pt x="264" y="73"/>
                      <a:pt x="264" y="73"/>
                      <a:pt x="264" y="72"/>
                    </a:cubicBezTo>
                    <a:cubicBezTo>
                      <a:pt x="264" y="72"/>
                      <a:pt x="263" y="71"/>
                      <a:pt x="262" y="70"/>
                    </a:cubicBezTo>
                    <a:cubicBezTo>
                      <a:pt x="261" y="69"/>
                      <a:pt x="260" y="69"/>
                      <a:pt x="259" y="68"/>
                    </a:cubicBezTo>
                    <a:cubicBezTo>
                      <a:pt x="260" y="67"/>
                      <a:pt x="260" y="67"/>
                      <a:pt x="261" y="67"/>
                    </a:cubicBezTo>
                    <a:cubicBezTo>
                      <a:pt x="261" y="67"/>
                      <a:pt x="261" y="67"/>
                      <a:pt x="261" y="67"/>
                    </a:cubicBezTo>
                    <a:cubicBezTo>
                      <a:pt x="263" y="68"/>
                      <a:pt x="264" y="69"/>
                      <a:pt x="265" y="70"/>
                    </a:cubicBezTo>
                    <a:cubicBezTo>
                      <a:pt x="267" y="72"/>
                      <a:pt x="268" y="73"/>
                      <a:pt x="268" y="73"/>
                    </a:cubicBezTo>
                    <a:cubicBezTo>
                      <a:pt x="268" y="73"/>
                      <a:pt x="268" y="73"/>
                      <a:pt x="268" y="73"/>
                    </a:cubicBezTo>
                    <a:cubicBezTo>
                      <a:pt x="268" y="74"/>
                      <a:pt x="267" y="75"/>
                      <a:pt x="266" y="75"/>
                    </a:cubicBezTo>
                    <a:cubicBezTo>
                      <a:pt x="263" y="78"/>
                      <a:pt x="261" y="79"/>
                      <a:pt x="260" y="80"/>
                    </a:cubicBezTo>
                    <a:cubicBezTo>
                      <a:pt x="260" y="80"/>
                      <a:pt x="260" y="80"/>
                      <a:pt x="260" y="80"/>
                    </a:cubicBezTo>
                    <a:cubicBezTo>
                      <a:pt x="260" y="80"/>
                      <a:pt x="260" y="80"/>
                      <a:pt x="260" y="79"/>
                    </a:cubicBezTo>
                    <a:close/>
                    <a:moveTo>
                      <a:pt x="245" y="84"/>
                    </a:moveTo>
                    <a:cubicBezTo>
                      <a:pt x="244" y="84"/>
                      <a:pt x="242" y="84"/>
                      <a:pt x="241" y="83"/>
                    </a:cubicBezTo>
                    <a:cubicBezTo>
                      <a:pt x="239" y="82"/>
                      <a:pt x="236" y="80"/>
                      <a:pt x="234" y="78"/>
                    </a:cubicBezTo>
                    <a:cubicBezTo>
                      <a:pt x="234" y="78"/>
                      <a:pt x="234" y="78"/>
                      <a:pt x="233" y="79"/>
                    </a:cubicBezTo>
                    <a:cubicBezTo>
                      <a:pt x="234" y="79"/>
                      <a:pt x="234" y="80"/>
                      <a:pt x="235" y="81"/>
                    </a:cubicBezTo>
                    <a:cubicBezTo>
                      <a:pt x="236" y="82"/>
                      <a:pt x="238" y="84"/>
                      <a:pt x="240" y="85"/>
                    </a:cubicBezTo>
                    <a:cubicBezTo>
                      <a:pt x="242" y="86"/>
                      <a:pt x="244" y="86"/>
                      <a:pt x="245" y="87"/>
                    </a:cubicBezTo>
                    <a:cubicBezTo>
                      <a:pt x="245" y="90"/>
                      <a:pt x="245" y="93"/>
                      <a:pt x="245" y="96"/>
                    </a:cubicBezTo>
                    <a:cubicBezTo>
                      <a:pt x="245" y="97"/>
                      <a:pt x="246" y="98"/>
                      <a:pt x="247" y="99"/>
                    </a:cubicBezTo>
                    <a:cubicBezTo>
                      <a:pt x="248" y="101"/>
                      <a:pt x="250" y="102"/>
                      <a:pt x="252" y="104"/>
                    </a:cubicBezTo>
                    <a:cubicBezTo>
                      <a:pt x="253" y="104"/>
                      <a:pt x="253" y="104"/>
                      <a:pt x="253" y="104"/>
                    </a:cubicBezTo>
                    <a:cubicBezTo>
                      <a:pt x="253" y="104"/>
                      <a:pt x="253" y="104"/>
                      <a:pt x="253" y="103"/>
                    </a:cubicBezTo>
                    <a:cubicBezTo>
                      <a:pt x="252" y="101"/>
                      <a:pt x="251" y="99"/>
                      <a:pt x="250" y="97"/>
                    </a:cubicBezTo>
                    <a:cubicBezTo>
                      <a:pt x="249" y="95"/>
                      <a:pt x="249" y="92"/>
                      <a:pt x="248" y="90"/>
                    </a:cubicBezTo>
                    <a:cubicBezTo>
                      <a:pt x="248" y="89"/>
                      <a:pt x="248" y="88"/>
                      <a:pt x="248" y="87"/>
                    </a:cubicBezTo>
                    <a:cubicBezTo>
                      <a:pt x="249" y="87"/>
                      <a:pt x="251" y="86"/>
                      <a:pt x="253" y="86"/>
                    </a:cubicBezTo>
                    <a:cubicBezTo>
                      <a:pt x="254" y="86"/>
                      <a:pt x="255" y="86"/>
                      <a:pt x="256" y="86"/>
                    </a:cubicBezTo>
                    <a:cubicBezTo>
                      <a:pt x="257" y="86"/>
                      <a:pt x="257" y="86"/>
                      <a:pt x="257" y="86"/>
                    </a:cubicBezTo>
                    <a:cubicBezTo>
                      <a:pt x="257" y="85"/>
                      <a:pt x="257" y="84"/>
                      <a:pt x="257" y="83"/>
                    </a:cubicBezTo>
                    <a:cubicBezTo>
                      <a:pt x="257" y="83"/>
                      <a:pt x="256" y="82"/>
                      <a:pt x="256" y="81"/>
                    </a:cubicBezTo>
                    <a:cubicBezTo>
                      <a:pt x="255" y="81"/>
                      <a:pt x="254" y="80"/>
                      <a:pt x="253" y="80"/>
                    </a:cubicBezTo>
                    <a:cubicBezTo>
                      <a:pt x="252" y="79"/>
                      <a:pt x="252" y="78"/>
                      <a:pt x="251" y="78"/>
                    </a:cubicBezTo>
                    <a:cubicBezTo>
                      <a:pt x="251" y="77"/>
                      <a:pt x="251" y="77"/>
                      <a:pt x="251" y="77"/>
                    </a:cubicBezTo>
                    <a:cubicBezTo>
                      <a:pt x="251" y="76"/>
                      <a:pt x="251" y="76"/>
                      <a:pt x="251" y="75"/>
                    </a:cubicBezTo>
                    <a:cubicBezTo>
                      <a:pt x="251" y="75"/>
                      <a:pt x="251" y="74"/>
                      <a:pt x="251" y="74"/>
                    </a:cubicBezTo>
                    <a:cubicBezTo>
                      <a:pt x="251" y="74"/>
                      <a:pt x="250" y="74"/>
                      <a:pt x="250" y="74"/>
                    </a:cubicBezTo>
                    <a:cubicBezTo>
                      <a:pt x="250" y="74"/>
                      <a:pt x="249" y="74"/>
                      <a:pt x="249" y="75"/>
                    </a:cubicBezTo>
                    <a:cubicBezTo>
                      <a:pt x="247" y="75"/>
                      <a:pt x="246" y="75"/>
                      <a:pt x="245" y="75"/>
                    </a:cubicBezTo>
                    <a:cubicBezTo>
                      <a:pt x="243" y="75"/>
                      <a:pt x="242" y="74"/>
                      <a:pt x="240" y="74"/>
                    </a:cubicBezTo>
                    <a:cubicBezTo>
                      <a:pt x="239" y="74"/>
                      <a:pt x="237" y="73"/>
                      <a:pt x="234" y="72"/>
                    </a:cubicBezTo>
                    <a:cubicBezTo>
                      <a:pt x="234" y="72"/>
                      <a:pt x="234" y="72"/>
                      <a:pt x="234" y="72"/>
                    </a:cubicBezTo>
                    <a:cubicBezTo>
                      <a:pt x="234" y="72"/>
                      <a:pt x="234" y="73"/>
                      <a:pt x="235" y="73"/>
                    </a:cubicBezTo>
                    <a:cubicBezTo>
                      <a:pt x="236" y="74"/>
                      <a:pt x="237" y="74"/>
                      <a:pt x="238" y="75"/>
                    </a:cubicBezTo>
                    <a:cubicBezTo>
                      <a:pt x="239" y="76"/>
                      <a:pt x="240" y="76"/>
                      <a:pt x="242" y="77"/>
                    </a:cubicBezTo>
                    <a:cubicBezTo>
                      <a:pt x="243" y="77"/>
                      <a:pt x="244" y="77"/>
                      <a:pt x="246" y="77"/>
                    </a:cubicBezTo>
                    <a:cubicBezTo>
                      <a:pt x="246" y="77"/>
                      <a:pt x="246" y="77"/>
                      <a:pt x="246" y="77"/>
                    </a:cubicBezTo>
                    <a:cubicBezTo>
                      <a:pt x="246" y="80"/>
                      <a:pt x="246" y="82"/>
                      <a:pt x="245" y="84"/>
                    </a:cubicBezTo>
                    <a:close/>
                    <a:moveTo>
                      <a:pt x="251" y="80"/>
                    </a:moveTo>
                    <a:cubicBezTo>
                      <a:pt x="252" y="81"/>
                      <a:pt x="253" y="82"/>
                      <a:pt x="253" y="82"/>
                    </a:cubicBezTo>
                    <a:cubicBezTo>
                      <a:pt x="254" y="82"/>
                      <a:pt x="253" y="83"/>
                      <a:pt x="253" y="83"/>
                    </a:cubicBezTo>
                    <a:cubicBezTo>
                      <a:pt x="251" y="84"/>
                      <a:pt x="249" y="84"/>
                      <a:pt x="247" y="84"/>
                    </a:cubicBezTo>
                    <a:cubicBezTo>
                      <a:pt x="247" y="83"/>
                      <a:pt x="247" y="82"/>
                      <a:pt x="247" y="82"/>
                    </a:cubicBezTo>
                    <a:cubicBezTo>
                      <a:pt x="247" y="80"/>
                      <a:pt x="247" y="78"/>
                      <a:pt x="247" y="77"/>
                    </a:cubicBezTo>
                    <a:cubicBezTo>
                      <a:pt x="248" y="77"/>
                      <a:pt x="248" y="77"/>
                      <a:pt x="249" y="78"/>
                    </a:cubicBezTo>
                    <a:cubicBezTo>
                      <a:pt x="249" y="78"/>
                      <a:pt x="250" y="79"/>
                      <a:pt x="251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9" name="Freeform 17"/>
              <p:cNvSpPr>
                <a:spLocks noEditPoints="1"/>
              </p:cNvSpPr>
              <p:nvPr/>
            </p:nvSpPr>
            <p:spPr bwMode="auto">
              <a:xfrm>
                <a:off x="3970338" y="2078038"/>
                <a:ext cx="1195388" cy="534988"/>
              </a:xfrm>
              <a:custGeom>
                <a:avLst/>
                <a:gdLst>
                  <a:gd name="T0" fmla="*/ 287 w 317"/>
                  <a:gd name="T1" fmla="*/ 63 h 142"/>
                  <a:gd name="T2" fmla="*/ 293 w 317"/>
                  <a:gd name="T3" fmla="*/ 69 h 142"/>
                  <a:gd name="T4" fmla="*/ 290 w 317"/>
                  <a:gd name="T5" fmla="*/ 73 h 142"/>
                  <a:gd name="T6" fmla="*/ 312 w 317"/>
                  <a:gd name="T7" fmla="*/ 10 h 142"/>
                  <a:gd name="T8" fmla="*/ 301 w 317"/>
                  <a:gd name="T9" fmla="*/ 14 h 142"/>
                  <a:gd name="T10" fmla="*/ 298 w 317"/>
                  <a:gd name="T11" fmla="*/ 0 h 142"/>
                  <a:gd name="T12" fmla="*/ 295 w 317"/>
                  <a:gd name="T13" fmla="*/ 9 h 142"/>
                  <a:gd name="T14" fmla="*/ 309 w 317"/>
                  <a:gd name="T15" fmla="*/ 2 h 142"/>
                  <a:gd name="T16" fmla="*/ 306 w 317"/>
                  <a:gd name="T17" fmla="*/ 17 h 142"/>
                  <a:gd name="T18" fmla="*/ 293 w 317"/>
                  <a:gd name="T19" fmla="*/ 52 h 142"/>
                  <a:gd name="T20" fmla="*/ 300 w 317"/>
                  <a:gd name="T21" fmla="*/ 44 h 142"/>
                  <a:gd name="T22" fmla="*/ 284 w 317"/>
                  <a:gd name="T23" fmla="*/ 47 h 142"/>
                  <a:gd name="T24" fmla="*/ 289 w 317"/>
                  <a:gd name="T25" fmla="*/ 39 h 142"/>
                  <a:gd name="T26" fmla="*/ 291 w 317"/>
                  <a:gd name="T27" fmla="*/ 40 h 142"/>
                  <a:gd name="T28" fmla="*/ 306 w 317"/>
                  <a:gd name="T29" fmla="*/ 42 h 142"/>
                  <a:gd name="T30" fmla="*/ 253 w 317"/>
                  <a:gd name="T31" fmla="*/ 76 h 142"/>
                  <a:gd name="T32" fmla="*/ 273 w 317"/>
                  <a:gd name="T33" fmla="*/ 78 h 142"/>
                  <a:gd name="T34" fmla="*/ 261 w 317"/>
                  <a:gd name="T35" fmla="*/ 105 h 142"/>
                  <a:gd name="T36" fmla="*/ 241 w 317"/>
                  <a:gd name="T37" fmla="*/ 111 h 142"/>
                  <a:gd name="T38" fmla="*/ 236 w 317"/>
                  <a:gd name="T39" fmla="*/ 97 h 142"/>
                  <a:gd name="T40" fmla="*/ 231 w 317"/>
                  <a:gd name="T41" fmla="*/ 93 h 142"/>
                  <a:gd name="T42" fmla="*/ 241 w 317"/>
                  <a:gd name="T43" fmla="*/ 118 h 142"/>
                  <a:gd name="T44" fmla="*/ 213 w 317"/>
                  <a:gd name="T45" fmla="*/ 113 h 142"/>
                  <a:gd name="T46" fmla="*/ 221 w 317"/>
                  <a:gd name="T47" fmla="*/ 100 h 142"/>
                  <a:gd name="T48" fmla="*/ 218 w 317"/>
                  <a:gd name="T49" fmla="*/ 112 h 142"/>
                  <a:gd name="T50" fmla="*/ 207 w 317"/>
                  <a:gd name="T51" fmla="*/ 110 h 142"/>
                  <a:gd name="T52" fmla="*/ 185 w 317"/>
                  <a:gd name="T53" fmla="*/ 112 h 142"/>
                  <a:gd name="T54" fmla="*/ 190 w 317"/>
                  <a:gd name="T55" fmla="*/ 138 h 142"/>
                  <a:gd name="T56" fmla="*/ 189 w 317"/>
                  <a:gd name="T57" fmla="*/ 116 h 142"/>
                  <a:gd name="T58" fmla="*/ 159 w 317"/>
                  <a:gd name="T59" fmla="*/ 135 h 142"/>
                  <a:gd name="T60" fmla="*/ 161 w 317"/>
                  <a:gd name="T61" fmla="*/ 132 h 142"/>
                  <a:gd name="T62" fmla="*/ 162 w 317"/>
                  <a:gd name="T63" fmla="*/ 115 h 142"/>
                  <a:gd name="T64" fmla="*/ 163 w 317"/>
                  <a:gd name="T65" fmla="*/ 120 h 142"/>
                  <a:gd name="T66" fmla="*/ 164 w 317"/>
                  <a:gd name="T67" fmla="*/ 127 h 142"/>
                  <a:gd name="T68" fmla="*/ 155 w 317"/>
                  <a:gd name="T69" fmla="*/ 140 h 142"/>
                  <a:gd name="T70" fmla="*/ 147 w 317"/>
                  <a:gd name="T71" fmla="*/ 141 h 142"/>
                  <a:gd name="T72" fmla="*/ 137 w 317"/>
                  <a:gd name="T73" fmla="*/ 131 h 142"/>
                  <a:gd name="T74" fmla="*/ 139 w 317"/>
                  <a:gd name="T75" fmla="*/ 123 h 142"/>
                  <a:gd name="T76" fmla="*/ 129 w 317"/>
                  <a:gd name="T77" fmla="*/ 112 h 142"/>
                  <a:gd name="T78" fmla="*/ 105 w 317"/>
                  <a:gd name="T79" fmla="*/ 104 h 142"/>
                  <a:gd name="T80" fmla="*/ 82 w 317"/>
                  <a:gd name="T81" fmla="*/ 115 h 142"/>
                  <a:gd name="T82" fmla="*/ 85 w 317"/>
                  <a:gd name="T83" fmla="*/ 113 h 142"/>
                  <a:gd name="T84" fmla="*/ 95 w 317"/>
                  <a:gd name="T85" fmla="*/ 99 h 142"/>
                  <a:gd name="T86" fmla="*/ 93 w 317"/>
                  <a:gd name="T87" fmla="*/ 104 h 142"/>
                  <a:gd name="T88" fmla="*/ 91 w 317"/>
                  <a:gd name="T89" fmla="*/ 110 h 142"/>
                  <a:gd name="T90" fmla="*/ 76 w 317"/>
                  <a:gd name="T91" fmla="*/ 117 h 142"/>
                  <a:gd name="T92" fmla="*/ 73 w 317"/>
                  <a:gd name="T93" fmla="*/ 94 h 142"/>
                  <a:gd name="T94" fmla="*/ 70 w 317"/>
                  <a:gd name="T95" fmla="*/ 82 h 142"/>
                  <a:gd name="T96" fmla="*/ 75 w 317"/>
                  <a:gd name="T97" fmla="*/ 100 h 142"/>
                  <a:gd name="T98" fmla="*/ 66 w 317"/>
                  <a:gd name="T99" fmla="*/ 113 h 142"/>
                  <a:gd name="T100" fmla="*/ 66 w 317"/>
                  <a:gd name="T101" fmla="*/ 98 h 142"/>
                  <a:gd name="T102" fmla="*/ 62 w 317"/>
                  <a:gd name="T103" fmla="*/ 82 h 142"/>
                  <a:gd name="T104" fmla="*/ 45 w 317"/>
                  <a:gd name="T105" fmla="*/ 88 h 142"/>
                  <a:gd name="T106" fmla="*/ 48 w 317"/>
                  <a:gd name="T107" fmla="*/ 57 h 142"/>
                  <a:gd name="T108" fmla="*/ 50 w 317"/>
                  <a:gd name="T109" fmla="*/ 60 h 142"/>
                  <a:gd name="T110" fmla="*/ 42 w 317"/>
                  <a:gd name="T111" fmla="*/ 47 h 142"/>
                  <a:gd name="T112" fmla="*/ 24 w 317"/>
                  <a:gd name="T113" fmla="*/ 33 h 142"/>
                  <a:gd name="T114" fmla="*/ 36 w 317"/>
                  <a:gd name="T115" fmla="*/ 36 h 142"/>
                  <a:gd name="T116" fmla="*/ 20 w 317"/>
                  <a:gd name="T117" fmla="*/ 30 h 142"/>
                  <a:gd name="T118" fmla="*/ 6 w 317"/>
                  <a:gd name="T119" fmla="*/ 9 h 142"/>
                  <a:gd name="T120" fmla="*/ 10 w 317"/>
                  <a:gd name="T121" fmla="*/ 18 h 142"/>
                  <a:gd name="T122" fmla="*/ 27 w 317"/>
                  <a:gd name="T123" fmla="*/ 6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317" h="142">
                    <a:moveTo>
                      <a:pt x="287" y="78"/>
                    </a:moveTo>
                    <a:cubicBezTo>
                      <a:pt x="265" y="62"/>
                      <a:pt x="265" y="62"/>
                      <a:pt x="265" y="62"/>
                    </a:cubicBezTo>
                    <a:cubicBezTo>
                      <a:pt x="269" y="57"/>
                      <a:pt x="269" y="57"/>
                      <a:pt x="269" y="57"/>
                    </a:cubicBezTo>
                    <a:cubicBezTo>
                      <a:pt x="280" y="60"/>
                      <a:pt x="280" y="60"/>
                      <a:pt x="280" y="60"/>
                    </a:cubicBezTo>
                    <a:cubicBezTo>
                      <a:pt x="281" y="61"/>
                      <a:pt x="282" y="61"/>
                      <a:pt x="284" y="62"/>
                    </a:cubicBezTo>
                    <a:cubicBezTo>
                      <a:pt x="285" y="62"/>
                      <a:pt x="286" y="63"/>
                      <a:pt x="287" y="63"/>
                    </a:cubicBezTo>
                    <a:cubicBezTo>
                      <a:pt x="286" y="63"/>
                      <a:pt x="285" y="62"/>
                      <a:pt x="284" y="61"/>
                    </a:cubicBezTo>
                    <a:cubicBezTo>
                      <a:pt x="283" y="61"/>
                      <a:pt x="282" y="60"/>
                      <a:pt x="280" y="59"/>
                    </a:cubicBezTo>
                    <a:cubicBezTo>
                      <a:pt x="272" y="53"/>
                      <a:pt x="272" y="53"/>
                      <a:pt x="272" y="53"/>
                    </a:cubicBezTo>
                    <a:cubicBezTo>
                      <a:pt x="276" y="48"/>
                      <a:pt x="276" y="48"/>
                      <a:pt x="276" y="48"/>
                    </a:cubicBezTo>
                    <a:cubicBezTo>
                      <a:pt x="297" y="64"/>
                      <a:pt x="297" y="64"/>
                      <a:pt x="297" y="64"/>
                    </a:cubicBezTo>
                    <a:cubicBezTo>
                      <a:pt x="293" y="69"/>
                      <a:pt x="293" y="69"/>
                      <a:pt x="293" y="69"/>
                    </a:cubicBezTo>
                    <a:cubicBezTo>
                      <a:pt x="282" y="65"/>
                      <a:pt x="282" y="65"/>
                      <a:pt x="282" y="65"/>
                    </a:cubicBezTo>
                    <a:cubicBezTo>
                      <a:pt x="281" y="65"/>
                      <a:pt x="280" y="64"/>
                      <a:pt x="278" y="64"/>
                    </a:cubicBezTo>
                    <a:cubicBezTo>
                      <a:pt x="277" y="63"/>
                      <a:pt x="276" y="63"/>
                      <a:pt x="275" y="62"/>
                    </a:cubicBezTo>
                    <a:cubicBezTo>
                      <a:pt x="276" y="63"/>
                      <a:pt x="278" y="64"/>
                      <a:pt x="279" y="65"/>
                    </a:cubicBezTo>
                    <a:cubicBezTo>
                      <a:pt x="281" y="66"/>
                      <a:pt x="282" y="67"/>
                      <a:pt x="283" y="68"/>
                    </a:cubicBezTo>
                    <a:cubicBezTo>
                      <a:pt x="290" y="73"/>
                      <a:pt x="290" y="73"/>
                      <a:pt x="290" y="73"/>
                    </a:cubicBezTo>
                    <a:cubicBezTo>
                      <a:pt x="287" y="78"/>
                      <a:pt x="287" y="78"/>
                      <a:pt x="287" y="78"/>
                    </a:cubicBezTo>
                    <a:close/>
                    <a:moveTo>
                      <a:pt x="306" y="17"/>
                    </a:moveTo>
                    <a:cubicBezTo>
                      <a:pt x="307" y="11"/>
                      <a:pt x="307" y="11"/>
                      <a:pt x="307" y="11"/>
                    </a:cubicBezTo>
                    <a:cubicBezTo>
                      <a:pt x="309" y="12"/>
                      <a:pt x="309" y="12"/>
                      <a:pt x="309" y="12"/>
                    </a:cubicBezTo>
                    <a:cubicBezTo>
                      <a:pt x="310" y="12"/>
                      <a:pt x="311" y="12"/>
                      <a:pt x="311" y="12"/>
                    </a:cubicBezTo>
                    <a:cubicBezTo>
                      <a:pt x="312" y="11"/>
                      <a:pt x="312" y="11"/>
                      <a:pt x="312" y="10"/>
                    </a:cubicBezTo>
                    <a:cubicBezTo>
                      <a:pt x="312" y="10"/>
                      <a:pt x="312" y="9"/>
                      <a:pt x="312" y="9"/>
                    </a:cubicBezTo>
                    <a:cubicBezTo>
                      <a:pt x="311" y="8"/>
                      <a:pt x="311" y="8"/>
                      <a:pt x="310" y="8"/>
                    </a:cubicBezTo>
                    <a:cubicBezTo>
                      <a:pt x="310" y="8"/>
                      <a:pt x="309" y="8"/>
                      <a:pt x="309" y="8"/>
                    </a:cubicBezTo>
                    <a:cubicBezTo>
                      <a:pt x="308" y="9"/>
                      <a:pt x="307" y="9"/>
                      <a:pt x="307" y="10"/>
                    </a:cubicBezTo>
                    <a:cubicBezTo>
                      <a:pt x="306" y="10"/>
                      <a:pt x="306" y="10"/>
                      <a:pt x="305" y="11"/>
                    </a:cubicBezTo>
                    <a:cubicBezTo>
                      <a:pt x="304" y="12"/>
                      <a:pt x="302" y="13"/>
                      <a:pt x="301" y="14"/>
                    </a:cubicBezTo>
                    <a:cubicBezTo>
                      <a:pt x="300" y="15"/>
                      <a:pt x="300" y="15"/>
                      <a:pt x="299" y="15"/>
                    </a:cubicBezTo>
                    <a:cubicBezTo>
                      <a:pt x="298" y="15"/>
                      <a:pt x="297" y="15"/>
                      <a:pt x="295" y="15"/>
                    </a:cubicBezTo>
                    <a:cubicBezTo>
                      <a:pt x="293" y="15"/>
                      <a:pt x="292" y="14"/>
                      <a:pt x="291" y="12"/>
                    </a:cubicBezTo>
                    <a:cubicBezTo>
                      <a:pt x="290" y="11"/>
                      <a:pt x="289" y="9"/>
                      <a:pt x="290" y="6"/>
                    </a:cubicBezTo>
                    <a:cubicBezTo>
                      <a:pt x="290" y="4"/>
                      <a:pt x="291" y="2"/>
                      <a:pt x="292" y="1"/>
                    </a:cubicBezTo>
                    <a:cubicBezTo>
                      <a:pt x="294" y="0"/>
                      <a:pt x="296" y="0"/>
                      <a:pt x="298" y="0"/>
                    </a:cubicBezTo>
                    <a:cubicBezTo>
                      <a:pt x="300" y="0"/>
                      <a:pt x="300" y="0"/>
                      <a:pt x="300" y="0"/>
                    </a:cubicBezTo>
                    <a:cubicBezTo>
                      <a:pt x="299" y="6"/>
                      <a:pt x="299" y="6"/>
                      <a:pt x="299" y="6"/>
                    </a:cubicBezTo>
                    <a:cubicBezTo>
                      <a:pt x="297" y="6"/>
                      <a:pt x="297" y="6"/>
                      <a:pt x="297" y="6"/>
                    </a:cubicBezTo>
                    <a:cubicBezTo>
                      <a:pt x="296" y="6"/>
                      <a:pt x="296" y="6"/>
                      <a:pt x="295" y="6"/>
                    </a:cubicBezTo>
                    <a:cubicBezTo>
                      <a:pt x="295" y="6"/>
                      <a:pt x="294" y="7"/>
                      <a:pt x="294" y="7"/>
                    </a:cubicBezTo>
                    <a:cubicBezTo>
                      <a:pt x="294" y="8"/>
                      <a:pt x="294" y="8"/>
                      <a:pt x="295" y="9"/>
                    </a:cubicBezTo>
                    <a:cubicBezTo>
                      <a:pt x="295" y="9"/>
                      <a:pt x="295" y="9"/>
                      <a:pt x="296" y="9"/>
                    </a:cubicBezTo>
                    <a:cubicBezTo>
                      <a:pt x="297" y="9"/>
                      <a:pt x="299" y="8"/>
                      <a:pt x="301" y="6"/>
                    </a:cubicBezTo>
                    <a:cubicBezTo>
                      <a:pt x="302" y="6"/>
                      <a:pt x="302" y="6"/>
                      <a:pt x="302" y="6"/>
                    </a:cubicBezTo>
                    <a:cubicBezTo>
                      <a:pt x="302" y="6"/>
                      <a:pt x="302" y="6"/>
                      <a:pt x="302" y="6"/>
                    </a:cubicBezTo>
                    <a:cubicBezTo>
                      <a:pt x="304" y="4"/>
                      <a:pt x="306" y="3"/>
                      <a:pt x="307" y="2"/>
                    </a:cubicBezTo>
                    <a:cubicBezTo>
                      <a:pt x="307" y="2"/>
                      <a:pt x="308" y="2"/>
                      <a:pt x="309" y="2"/>
                    </a:cubicBezTo>
                    <a:cubicBezTo>
                      <a:pt x="309" y="2"/>
                      <a:pt x="310" y="2"/>
                      <a:pt x="311" y="2"/>
                    </a:cubicBezTo>
                    <a:cubicBezTo>
                      <a:pt x="313" y="2"/>
                      <a:pt x="315" y="3"/>
                      <a:pt x="316" y="5"/>
                    </a:cubicBezTo>
                    <a:cubicBezTo>
                      <a:pt x="317" y="7"/>
                      <a:pt x="317" y="9"/>
                      <a:pt x="317" y="11"/>
                    </a:cubicBezTo>
                    <a:cubicBezTo>
                      <a:pt x="316" y="14"/>
                      <a:pt x="315" y="16"/>
                      <a:pt x="314" y="17"/>
                    </a:cubicBezTo>
                    <a:cubicBezTo>
                      <a:pt x="312" y="18"/>
                      <a:pt x="310" y="18"/>
                      <a:pt x="308" y="18"/>
                    </a:cubicBezTo>
                    <a:cubicBezTo>
                      <a:pt x="306" y="17"/>
                      <a:pt x="306" y="17"/>
                      <a:pt x="306" y="17"/>
                    </a:cubicBezTo>
                    <a:close/>
                    <a:moveTo>
                      <a:pt x="311" y="33"/>
                    </a:moveTo>
                    <a:cubicBezTo>
                      <a:pt x="286" y="25"/>
                      <a:pt x="286" y="25"/>
                      <a:pt x="286" y="25"/>
                    </a:cubicBezTo>
                    <a:cubicBezTo>
                      <a:pt x="287" y="19"/>
                      <a:pt x="287" y="19"/>
                      <a:pt x="287" y="19"/>
                    </a:cubicBezTo>
                    <a:cubicBezTo>
                      <a:pt x="313" y="28"/>
                      <a:pt x="313" y="28"/>
                      <a:pt x="313" y="28"/>
                    </a:cubicBezTo>
                    <a:cubicBezTo>
                      <a:pt x="311" y="33"/>
                      <a:pt x="311" y="33"/>
                      <a:pt x="311" y="33"/>
                    </a:cubicBezTo>
                    <a:close/>
                    <a:moveTo>
                      <a:pt x="293" y="52"/>
                    </a:moveTo>
                    <a:cubicBezTo>
                      <a:pt x="296" y="46"/>
                      <a:pt x="296" y="46"/>
                      <a:pt x="296" y="46"/>
                    </a:cubicBezTo>
                    <a:cubicBezTo>
                      <a:pt x="298" y="47"/>
                      <a:pt x="298" y="47"/>
                      <a:pt x="298" y="47"/>
                    </a:cubicBezTo>
                    <a:cubicBezTo>
                      <a:pt x="298" y="48"/>
                      <a:pt x="299" y="48"/>
                      <a:pt x="300" y="48"/>
                    </a:cubicBezTo>
                    <a:cubicBezTo>
                      <a:pt x="300" y="47"/>
                      <a:pt x="301" y="47"/>
                      <a:pt x="301" y="46"/>
                    </a:cubicBezTo>
                    <a:cubicBezTo>
                      <a:pt x="301" y="46"/>
                      <a:pt x="301" y="45"/>
                      <a:pt x="301" y="45"/>
                    </a:cubicBezTo>
                    <a:cubicBezTo>
                      <a:pt x="301" y="44"/>
                      <a:pt x="300" y="44"/>
                      <a:pt x="300" y="44"/>
                    </a:cubicBezTo>
                    <a:cubicBezTo>
                      <a:pt x="299" y="44"/>
                      <a:pt x="299" y="43"/>
                      <a:pt x="298" y="44"/>
                    </a:cubicBezTo>
                    <a:cubicBezTo>
                      <a:pt x="297" y="44"/>
                      <a:pt x="297" y="44"/>
                      <a:pt x="296" y="44"/>
                    </a:cubicBezTo>
                    <a:cubicBezTo>
                      <a:pt x="295" y="44"/>
                      <a:pt x="295" y="45"/>
                      <a:pt x="294" y="45"/>
                    </a:cubicBezTo>
                    <a:cubicBezTo>
                      <a:pt x="292" y="46"/>
                      <a:pt x="291" y="47"/>
                      <a:pt x="289" y="47"/>
                    </a:cubicBezTo>
                    <a:cubicBezTo>
                      <a:pt x="289" y="48"/>
                      <a:pt x="288" y="48"/>
                      <a:pt x="287" y="48"/>
                    </a:cubicBezTo>
                    <a:cubicBezTo>
                      <a:pt x="286" y="48"/>
                      <a:pt x="285" y="48"/>
                      <a:pt x="284" y="47"/>
                    </a:cubicBezTo>
                    <a:cubicBezTo>
                      <a:pt x="282" y="46"/>
                      <a:pt x="280" y="45"/>
                      <a:pt x="280" y="43"/>
                    </a:cubicBezTo>
                    <a:cubicBezTo>
                      <a:pt x="279" y="41"/>
                      <a:pt x="279" y="39"/>
                      <a:pt x="280" y="37"/>
                    </a:cubicBezTo>
                    <a:cubicBezTo>
                      <a:pt x="281" y="35"/>
                      <a:pt x="283" y="33"/>
                      <a:pt x="284" y="33"/>
                    </a:cubicBezTo>
                    <a:cubicBezTo>
                      <a:pt x="286" y="32"/>
                      <a:pt x="287" y="32"/>
                      <a:pt x="290" y="33"/>
                    </a:cubicBezTo>
                    <a:cubicBezTo>
                      <a:pt x="292" y="34"/>
                      <a:pt x="292" y="34"/>
                      <a:pt x="292" y="34"/>
                    </a:cubicBezTo>
                    <a:cubicBezTo>
                      <a:pt x="289" y="39"/>
                      <a:pt x="289" y="39"/>
                      <a:pt x="289" y="39"/>
                    </a:cubicBezTo>
                    <a:cubicBezTo>
                      <a:pt x="288" y="38"/>
                      <a:pt x="288" y="38"/>
                      <a:pt x="288" y="38"/>
                    </a:cubicBezTo>
                    <a:cubicBezTo>
                      <a:pt x="287" y="38"/>
                      <a:pt x="286" y="38"/>
                      <a:pt x="286" y="38"/>
                    </a:cubicBezTo>
                    <a:cubicBezTo>
                      <a:pt x="285" y="38"/>
                      <a:pt x="285" y="38"/>
                      <a:pt x="284" y="39"/>
                    </a:cubicBezTo>
                    <a:cubicBezTo>
                      <a:pt x="284" y="40"/>
                      <a:pt x="284" y="40"/>
                      <a:pt x="284" y="40"/>
                    </a:cubicBezTo>
                    <a:cubicBezTo>
                      <a:pt x="285" y="41"/>
                      <a:pt x="285" y="41"/>
                      <a:pt x="286" y="41"/>
                    </a:cubicBezTo>
                    <a:cubicBezTo>
                      <a:pt x="286" y="42"/>
                      <a:pt x="288" y="41"/>
                      <a:pt x="291" y="40"/>
                    </a:cubicBezTo>
                    <a:cubicBezTo>
                      <a:pt x="292" y="40"/>
                      <a:pt x="292" y="40"/>
                      <a:pt x="292" y="40"/>
                    </a:cubicBezTo>
                    <a:cubicBezTo>
                      <a:pt x="292" y="39"/>
                      <a:pt x="292" y="39"/>
                      <a:pt x="292" y="39"/>
                    </a:cubicBezTo>
                    <a:cubicBezTo>
                      <a:pt x="295" y="38"/>
                      <a:pt x="297" y="37"/>
                      <a:pt x="298" y="37"/>
                    </a:cubicBezTo>
                    <a:cubicBezTo>
                      <a:pt x="298" y="37"/>
                      <a:pt x="299" y="37"/>
                      <a:pt x="300" y="37"/>
                    </a:cubicBezTo>
                    <a:cubicBezTo>
                      <a:pt x="300" y="38"/>
                      <a:pt x="301" y="38"/>
                      <a:pt x="302" y="38"/>
                    </a:cubicBezTo>
                    <a:cubicBezTo>
                      <a:pt x="304" y="39"/>
                      <a:pt x="305" y="40"/>
                      <a:pt x="306" y="42"/>
                    </a:cubicBezTo>
                    <a:cubicBezTo>
                      <a:pt x="306" y="44"/>
                      <a:pt x="306" y="46"/>
                      <a:pt x="305" y="49"/>
                    </a:cubicBezTo>
                    <a:cubicBezTo>
                      <a:pt x="304" y="51"/>
                      <a:pt x="303" y="52"/>
                      <a:pt x="301" y="53"/>
                    </a:cubicBezTo>
                    <a:cubicBezTo>
                      <a:pt x="299" y="54"/>
                      <a:pt x="297" y="54"/>
                      <a:pt x="295" y="53"/>
                    </a:cubicBezTo>
                    <a:cubicBezTo>
                      <a:pt x="293" y="52"/>
                      <a:pt x="293" y="52"/>
                      <a:pt x="293" y="52"/>
                    </a:cubicBezTo>
                    <a:close/>
                    <a:moveTo>
                      <a:pt x="272" y="95"/>
                    </a:moveTo>
                    <a:cubicBezTo>
                      <a:pt x="253" y="76"/>
                      <a:pt x="253" y="76"/>
                      <a:pt x="253" y="76"/>
                    </a:cubicBezTo>
                    <a:cubicBezTo>
                      <a:pt x="263" y="66"/>
                      <a:pt x="263" y="66"/>
                      <a:pt x="263" y="66"/>
                    </a:cubicBezTo>
                    <a:cubicBezTo>
                      <a:pt x="266" y="70"/>
                      <a:pt x="266" y="70"/>
                      <a:pt x="266" y="70"/>
                    </a:cubicBezTo>
                    <a:cubicBezTo>
                      <a:pt x="261" y="75"/>
                      <a:pt x="261" y="75"/>
                      <a:pt x="261" y="75"/>
                    </a:cubicBezTo>
                    <a:cubicBezTo>
                      <a:pt x="265" y="79"/>
                      <a:pt x="265" y="79"/>
                      <a:pt x="265" y="79"/>
                    </a:cubicBezTo>
                    <a:cubicBezTo>
                      <a:pt x="270" y="74"/>
                      <a:pt x="270" y="74"/>
                      <a:pt x="270" y="74"/>
                    </a:cubicBezTo>
                    <a:cubicBezTo>
                      <a:pt x="273" y="78"/>
                      <a:pt x="273" y="78"/>
                      <a:pt x="273" y="78"/>
                    </a:cubicBezTo>
                    <a:cubicBezTo>
                      <a:pt x="269" y="83"/>
                      <a:pt x="269" y="83"/>
                      <a:pt x="269" y="83"/>
                    </a:cubicBezTo>
                    <a:cubicBezTo>
                      <a:pt x="273" y="87"/>
                      <a:pt x="273" y="87"/>
                      <a:pt x="273" y="87"/>
                    </a:cubicBezTo>
                    <a:cubicBezTo>
                      <a:pt x="278" y="81"/>
                      <a:pt x="278" y="81"/>
                      <a:pt x="278" y="81"/>
                    </a:cubicBezTo>
                    <a:cubicBezTo>
                      <a:pt x="282" y="85"/>
                      <a:pt x="282" y="85"/>
                      <a:pt x="282" y="85"/>
                    </a:cubicBezTo>
                    <a:cubicBezTo>
                      <a:pt x="272" y="95"/>
                      <a:pt x="272" y="95"/>
                      <a:pt x="272" y="95"/>
                    </a:cubicBezTo>
                    <a:close/>
                    <a:moveTo>
                      <a:pt x="261" y="105"/>
                    </a:moveTo>
                    <a:cubicBezTo>
                      <a:pt x="243" y="85"/>
                      <a:pt x="243" y="85"/>
                      <a:pt x="243" y="85"/>
                    </a:cubicBezTo>
                    <a:cubicBezTo>
                      <a:pt x="248" y="81"/>
                      <a:pt x="248" y="81"/>
                      <a:pt x="248" y="81"/>
                    </a:cubicBezTo>
                    <a:cubicBezTo>
                      <a:pt x="266" y="101"/>
                      <a:pt x="266" y="101"/>
                      <a:pt x="266" y="101"/>
                    </a:cubicBezTo>
                    <a:cubicBezTo>
                      <a:pt x="261" y="105"/>
                      <a:pt x="261" y="105"/>
                      <a:pt x="261" y="105"/>
                    </a:cubicBezTo>
                    <a:close/>
                    <a:moveTo>
                      <a:pt x="234" y="100"/>
                    </a:moveTo>
                    <a:cubicBezTo>
                      <a:pt x="241" y="111"/>
                      <a:pt x="241" y="111"/>
                      <a:pt x="241" y="111"/>
                    </a:cubicBezTo>
                    <a:cubicBezTo>
                      <a:pt x="242" y="112"/>
                      <a:pt x="242" y="112"/>
                      <a:pt x="243" y="112"/>
                    </a:cubicBezTo>
                    <a:cubicBezTo>
                      <a:pt x="243" y="112"/>
                      <a:pt x="244" y="112"/>
                      <a:pt x="244" y="112"/>
                    </a:cubicBezTo>
                    <a:cubicBezTo>
                      <a:pt x="245" y="112"/>
                      <a:pt x="245" y="111"/>
                      <a:pt x="245" y="111"/>
                    </a:cubicBezTo>
                    <a:cubicBezTo>
                      <a:pt x="245" y="110"/>
                      <a:pt x="245" y="110"/>
                      <a:pt x="244" y="109"/>
                    </a:cubicBezTo>
                    <a:cubicBezTo>
                      <a:pt x="237" y="98"/>
                      <a:pt x="237" y="98"/>
                      <a:pt x="237" y="98"/>
                    </a:cubicBezTo>
                    <a:cubicBezTo>
                      <a:pt x="237" y="97"/>
                      <a:pt x="236" y="97"/>
                      <a:pt x="236" y="97"/>
                    </a:cubicBezTo>
                    <a:cubicBezTo>
                      <a:pt x="235" y="97"/>
                      <a:pt x="235" y="97"/>
                      <a:pt x="234" y="97"/>
                    </a:cubicBezTo>
                    <a:cubicBezTo>
                      <a:pt x="234" y="97"/>
                      <a:pt x="233" y="98"/>
                      <a:pt x="233" y="98"/>
                    </a:cubicBezTo>
                    <a:cubicBezTo>
                      <a:pt x="233" y="99"/>
                      <a:pt x="233" y="99"/>
                      <a:pt x="234" y="100"/>
                    </a:cubicBezTo>
                    <a:close/>
                    <a:moveTo>
                      <a:pt x="229" y="104"/>
                    </a:moveTo>
                    <a:cubicBezTo>
                      <a:pt x="228" y="102"/>
                      <a:pt x="227" y="100"/>
                      <a:pt x="228" y="98"/>
                    </a:cubicBezTo>
                    <a:cubicBezTo>
                      <a:pt x="228" y="96"/>
                      <a:pt x="229" y="95"/>
                      <a:pt x="231" y="93"/>
                    </a:cubicBezTo>
                    <a:cubicBezTo>
                      <a:pt x="234" y="92"/>
                      <a:pt x="236" y="91"/>
                      <a:pt x="238" y="92"/>
                    </a:cubicBezTo>
                    <a:cubicBezTo>
                      <a:pt x="239" y="92"/>
                      <a:pt x="241" y="93"/>
                      <a:pt x="243" y="96"/>
                    </a:cubicBezTo>
                    <a:cubicBezTo>
                      <a:pt x="249" y="105"/>
                      <a:pt x="249" y="105"/>
                      <a:pt x="249" y="105"/>
                    </a:cubicBezTo>
                    <a:cubicBezTo>
                      <a:pt x="250" y="107"/>
                      <a:pt x="251" y="109"/>
                      <a:pt x="251" y="111"/>
                    </a:cubicBezTo>
                    <a:cubicBezTo>
                      <a:pt x="250" y="113"/>
                      <a:pt x="249" y="114"/>
                      <a:pt x="247" y="116"/>
                    </a:cubicBezTo>
                    <a:cubicBezTo>
                      <a:pt x="245" y="117"/>
                      <a:pt x="243" y="118"/>
                      <a:pt x="241" y="118"/>
                    </a:cubicBezTo>
                    <a:cubicBezTo>
                      <a:pt x="239" y="117"/>
                      <a:pt x="237" y="116"/>
                      <a:pt x="236" y="114"/>
                    </a:cubicBezTo>
                    <a:cubicBezTo>
                      <a:pt x="229" y="104"/>
                      <a:pt x="229" y="104"/>
                      <a:pt x="229" y="104"/>
                    </a:cubicBezTo>
                    <a:close/>
                    <a:moveTo>
                      <a:pt x="210" y="134"/>
                    </a:moveTo>
                    <a:cubicBezTo>
                      <a:pt x="200" y="109"/>
                      <a:pt x="200" y="109"/>
                      <a:pt x="200" y="109"/>
                    </a:cubicBezTo>
                    <a:cubicBezTo>
                      <a:pt x="209" y="105"/>
                      <a:pt x="209" y="105"/>
                      <a:pt x="209" y="105"/>
                    </a:cubicBezTo>
                    <a:cubicBezTo>
                      <a:pt x="213" y="113"/>
                      <a:pt x="213" y="113"/>
                      <a:pt x="213" y="113"/>
                    </a:cubicBezTo>
                    <a:cubicBezTo>
                      <a:pt x="214" y="114"/>
                      <a:pt x="214" y="115"/>
                      <a:pt x="215" y="116"/>
                    </a:cubicBezTo>
                    <a:cubicBezTo>
                      <a:pt x="215" y="117"/>
                      <a:pt x="216" y="118"/>
                      <a:pt x="216" y="119"/>
                    </a:cubicBezTo>
                    <a:cubicBezTo>
                      <a:pt x="216" y="118"/>
                      <a:pt x="215" y="116"/>
                      <a:pt x="215" y="115"/>
                    </a:cubicBezTo>
                    <a:cubicBezTo>
                      <a:pt x="215" y="114"/>
                      <a:pt x="214" y="113"/>
                      <a:pt x="214" y="113"/>
                    </a:cubicBezTo>
                    <a:cubicBezTo>
                      <a:pt x="212" y="104"/>
                      <a:pt x="212" y="104"/>
                      <a:pt x="212" y="104"/>
                    </a:cubicBezTo>
                    <a:cubicBezTo>
                      <a:pt x="221" y="100"/>
                      <a:pt x="221" y="100"/>
                      <a:pt x="221" y="100"/>
                    </a:cubicBezTo>
                    <a:cubicBezTo>
                      <a:pt x="231" y="125"/>
                      <a:pt x="231" y="125"/>
                      <a:pt x="231" y="125"/>
                    </a:cubicBezTo>
                    <a:cubicBezTo>
                      <a:pt x="226" y="127"/>
                      <a:pt x="226" y="127"/>
                      <a:pt x="226" y="127"/>
                    </a:cubicBezTo>
                    <a:cubicBezTo>
                      <a:pt x="222" y="118"/>
                      <a:pt x="222" y="118"/>
                      <a:pt x="222" y="118"/>
                    </a:cubicBezTo>
                    <a:cubicBezTo>
                      <a:pt x="221" y="116"/>
                      <a:pt x="220" y="114"/>
                      <a:pt x="219" y="112"/>
                    </a:cubicBezTo>
                    <a:cubicBezTo>
                      <a:pt x="219" y="110"/>
                      <a:pt x="218" y="108"/>
                      <a:pt x="217" y="106"/>
                    </a:cubicBezTo>
                    <a:cubicBezTo>
                      <a:pt x="218" y="109"/>
                      <a:pt x="218" y="110"/>
                      <a:pt x="218" y="112"/>
                    </a:cubicBezTo>
                    <a:cubicBezTo>
                      <a:pt x="219" y="113"/>
                      <a:pt x="219" y="114"/>
                      <a:pt x="219" y="115"/>
                    </a:cubicBezTo>
                    <a:cubicBezTo>
                      <a:pt x="222" y="129"/>
                      <a:pt x="222" y="129"/>
                      <a:pt x="222" y="129"/>
                    </a:cubicBezTo>
                    <a:cubicBezTo>
                      <a:pt x="219" y="130"/>
                      <a:pt x="219" y="130"/>
                      <a:pt x="219" y="130"/>
                    </a:cubicBezTo>
                    <a:cubicBezTo>
                      <a:pt x="212" y="119"/>
                      <a:pt x="212" y="119"/>
                      <a:pt x="212" y="119"/>
                    </a:cubicBezTo>
                    <a:cubicBezTo>
                      <a:pt x="211" y="117"/>
                      <a:pt x="210" y="116"/>
                      <a:pt x="209" y="114"/>
                    </a:cubicBezTo>
                    <a:cubicBezTo>
                      <a:pt x="208" y="113"/>
                      <a:pt x="207" y="112"/>
                      <a:pt x="207" y="110"/>
                    </a:cubicBezTo>
                    <a:cubicBezTo>
                      <a:pt x="208" y="112"/>
                      <a:pt x="208" y="114"/>
                      <a:pt x="209" y="116"/>
                    </a:cubicBezTo>
                    <a:cubicBezTo>
                      <a:pt x="210" y="118"/>
                      <a:pt x="211" y="120"/>
                      <a:pt x="212" y="122"/>
                    </a:cubicBezTo>
                    <a:cubicBezTo>
                      <a:pt x="216" y="131"/>
                      <a:pt x="216" y="131"/>
                      <a:pt x="216" y="131"/>
                    </a:cubicBezTo>
                    <a:cubicBezTo>
                      <a:pt x="210" y="134"/>
                      <a:pt x="210" y="134"/>
                      <a:pt x="210" y="134"/>
                    </a:cubicBezTo>
                    <a:close/>
                    <a:moveTo>
                      <a:pt x="184" y="139"/>
                    </a:moveTo>
                    <a:cubicBezTo>
                      <a:pt x="185" y="112"/>
                      <a:pt x="185" y="112"/>
                      <a:pt x="185" y="112"/>
                    </a:cubicBezTo>
                    <a:cubicBezTo>
                      <a:pt x="193" y="111"/>
                      <a:pt x="193" y="111"/>
                      <a:pt x="193" y="111"/>
                    </a:cubicBezTo>
                    <a:cubicBezTo>
                      <a:pt x="202" y="137"/>
                      <a:pt x="202" y="137"/>
                      <a:pt x="202" y="137"/>
                    </a:cubicBezTo>
                    <a:cubicBezTo>
                      <a:pt x="195" y="138"/>
                      <a:pt x="195" y="138"/>
                      <a:pt x="195" y="138"/>
                    </a:cubicBezTo>
                    <a:cubicBezTo>
                      <a:pt x="194" y="133"/>
                      <a:pt x="194" y="133"/>
                      <a:pt x="194" y="133"/>
                    </a:cubicBezTo>
                    <a:cubicBezTo>
                      <a:pt x="190" y="134"/>
                      <a:pt x="190" y="134"/>
                      <a:pt x="190" y="134"/>
                    </a:cubicBezTo>
                    <a:cubicBezTo>
                      <a:pt x="190" y="138"/>
                      <a:pt x="190" y="138"/>
                      <a:pt x="190" y="138"/>
                    </a:cubicBezTo>
                    <a:cubicBezTo>
                      <a:pt x="184" y="139"/>
                      <a:pt x="184" y="139"/>
                      <a:pt x="184" y="139"/>
                    </a:cubicBezTo>
                    <a:close/>
                    <a:moveTo>
                      <a:pt x="190" y="129"/>
                    </a:moveTo>
                    <a:cubicBezTo>
                      <a:pt x="193" y="128"/>
                      <a:pt x="193" y="128"/>
                      <a:pt x="193" y="128"/>
                    </a:cubicBezTo>
                    <a:cubicBezTo>
                      <a:pt x="191" y="120"/>
                      <a:pt x="191" y="120"/>
                      <a:pt x="191" y="120"/>
                    </a:cubicBezTo>
                    <a:cubicBezTo>
                      <a:pt x="190" y="120"/>
                      <a:pt x="190" y="119"/>
                      <a:pt x="190" y="119"/>
                    </a:cubicBezTo>
                    <a:cubicBezTo>
                      <a:pt x="190" y="118"/>
                      <a:pt x="190" y="117"/>
                      <a:pt x="189" y="116"/>
                    </a:cubicBezTo>
                    <a:cubicBezTo>
                      <a:pt x="189" y="117"/>
                      <a:pt x="190" y="117"/>
                      <a:pt x="190" y="118"/>
                    </a:cubicBezTo>
                    <a:cubicBezTo>
                      <a:pt x="190" y="119"/>
                      <a:pt x="190" y="120"/>
                      <a:pt x="190" y="120"/>
                    </a:cubicBezTo>
                    <a:cubicBezTo>
                      <a:pt x="190" y="129"/>
                      <a:pt x="190" y="129"/>
                      <a:pt x="190" y="129"/>
                    </a:cubicBezTo>
                    <a:close/>
                    <a:moveTo>
                      <a:pt x="153" y="132"/>
                    </a:moveTo>
                    <a:cubicBezTo>
                      <a:pt x="159" y="133"/>
                      <a:pt x="159" y="133"/>
                      <a:pt x="159" y="133"/>
                    </a:cubicBezTo>
                    <a:cubicBezTo>
                      <a:pt x="159" y="135"/>
                      <a:pt x="159" y="135"/>
                      <a:pt x="159" y="135"/>
                    </a:cubicBezTo>
                    <a:cubicBezTo>
                      <a:pt x="159" y="136"/>
                      <a:pt x="159" y="136"/>
                      <a:pt x="159" y="137"/>
                    </a:cubicBezTo>
                    <a:cubicBezTo>
                      <a:pt x="160" y="137"/>
                      <a:pt x="160" y="137"/>
                      <a:pt x="161" y="137"/>
                    </a:cubicBezTo>
                    <a:cubicBezTo>
                      <a:pt x="162" y="138"/>
                      <a:pt x="162" y="137"/>
                      <a:pt x="162" y="137"/>
                    </a:cubicBezTo>
                    <a:cubicBezTo>
                      <a:pt x="163" y="137"/>
                      <a:pt x="163" y="136"/>
                      <a:pt x="163" y="135"/>
                    </a:cubicBezTo>
                    <a:cubicBezTo>
                      <a:pt x="163" y="135"/>
                      <a:pt x="163" y="134"/>
                      <a:pt x="163" y="134"/>
                    </a:cubicBezTo>
                    <a:cubicBezTo>
                      <a:pt x="162" y="133"/>
                      <a:pt x="162" y="133"/>
                      <a:pt x="161" y="132"/>
                    </a:cubicBezTo>
                    <a:cubicBezTo>
                      <a:pt x="161" y="132"/>
                      <a:pt x="160" y="131"/>
                      <a:pt x="160" y="131"/>
                    </a:cubicBezTo>
                    <a:cubicBezTo>
                      <a:pt x="158" y="129"/>
                      <a:pt x="157" y="128"/>
                      <a:pt x="156" y="127"/>
                    </a:cubicBezTo>
                    <a:cubicBezTo>
                      <a:pt x="155" y="126"/>
                      <a:pt x="155" y="126"/>
                      <a:pt x="155" y="125"/>
                    </a:cubicBezTo>
                    <a:cubicBezTo>
                      <a:pt x="154" y="124"/>
                      <a:pt x="154" y="123"/>
                      <a:pt x="154" y="122"/>
                    </a:cubicBezTo>
                    <a:cubicBezTo>
                      <a:pt x="154" y="119"/>
                      <a:pt x="155" y="118"/>
                      <a:pt x="156" y="116"/>
                    </a:cubicBezTo>
                    <a:cubicBezTo>
                      <a:pt x="158" y="115"/>
                      <a:pt x="160" y="115"/>
                      <a:pt x="162" y="115"/>
                    </a:cubicBezTo>
                    <a:cubicBezTo>
                      <a:pt x="165" y="115"/>
                      <a:pt x="167" y="116"/>
                      <a:pt x="168" y="117"/>
                    </a:cubicBezTo>
                    <a:cubicBezTo>
                      <a:pt x="169" y="118"/>
                      <a:pt x="170" y="120"/>
                      <a:pt x="169" y="122"/>
                    </a:cubicBezTo>
                    <a:cubicBezTo>
                      <a:pt x="169" y="124"/>
                      <a:pt x="169" y="124"/>
                      <a:pt x="169" y="124"/>
                    </a:cubicBezTo>
                    <a:cubicBezTo>
                      <a:pt x="164" y="124"/>
                      <a:pt x="164" y="124"/>
                      <a:pt x="164" y="124"/>
                    </a:cubicBezTo>
                    <a:cubicBezTo>
                      <a:pt x="164" y="122"/>
                      <a:pt x="164" y="122"/>
                      <a:pt x="164" y="122"/>
                    </a:cubicBezTo>
                    <a:cubicBezTo>
                      <a:pt x="164" y="121"/>
                      <a:pt x="164" y="121"/>
                      <a:pt x="163" y="120"/>
                    </a:cubicBezTo>
                    <a:cubicBezTo>
                      <a:pt x="163" y="120"/>
                      <a:pt x="163" y="120"/>
                      <a:pt x="162" y="120"/>
                    </a:cubicBezTo>
                    <a:cubicBezTo>
                      <a:pt x="161" y="119"/>
                      <a:pt x="161" y="120"/>
                      <a:pt x="161" y="120"/>
                    </a:cubicBezTo>
                    <a:cubicBezTo>
                      <a:pt x="160" y="120"/>
                      <a:pt x="160" y="121"/>
                      <a:pt x="160" y="121"/>
                    </a:cubicBezTo>
                    <a:cubicBezTo>
                      <a:pt x="160" y="122"/>
                      <a:pt x="161" y="124"/>
                      <a:pt x="164" y="126"/>
                    </a:cubicBezTo>
                    <a:cubicBezTo>
                      <a:pt x="164" y="127"/>
                      <a:pt x="164" y="127"/>
                      <a:pt x="164" y="127"/>
                    </a:cubicBezTo>
                    <a:cubicBezTo>
                      <a:pt x="164" y="127"/>
                      <a:pt x="164" y="127"/>
                      <a:pt x="164" y="127"/>
                    </a:cubicBezTo>
                    <a:cubicBezTo>
                      <a:pt x="167" y="129"/>
                      <a:pt x="168" y="130"/>
                      <a:pt x="168" y="131"/>
                    </a:cubicBezTo>
                    <a:cubicBezTo>
                      <a:pt x="169" y="132"/>
                      <a:pt x="169" y="133"/>
                      <a:pt x="169" y="133"/>
                    </a:cubicBezTo>
                    <a:cubicBezTo>
                      <a:pt x="169" y="134"/>
                      <a:pt x="169" y="135"/>
                      <a:pt x="169" y="135"/>
                    </a:cubicBezTo>
                    <a:cubicBezTo>
                      <a:pt x="169" y="138"/>
                      <a:pt x="168" y="139"/>
                      <a:pt x="167" y="141"/>
                    </a:cubicBezTo>
                    <a:cubicBezTo>
                      <a:pt x="165" y="142"/>
                      <a:pt x="163" y="142"/>
                      <a:pt x="161" y="142"/>
                    </a:cubicBezTo>
                    <a:cubicBezTo>
                      <a:pt x="158" y="142"/>
                      <a:pt x="156" y="141"/>
                      <a:pt x="155" y="140"/>
                    </a:cubicBezTo>
                    <a:cubicBezTo>
                      <a:pt x="154" y="139"/>
                      <a:pt x="153" y="137"/>
                      <a:pt x="153" y="134"/>
                    </a:cubicBezTo>
                    <a:cubicBezTo>
                      <a:pt x="153" y="132"/>
                      <a:pt x="153" y="132"/>
                      <a:pt x="153" y="132"/>
                    </a:cubicBezTo>
                    <a:close/>
                    <a:moveTo>
                      <a:pt x="129" y="140"/>
                    </a:moveTo>
                    <a:cubicBezTo>
                      <a:pt x="136" y="113"/>
                      <a:pt x="136" y="113"/>
                      <a:pt x="136" y="113"/>
                    </a:cubicBezTo>
                    <a:cubicBezTo>
                      <a:pt x="144" y="114"/>
                      <a:pt x="144" y="114"/>
                      <a:pt x="144" y="114"/>
                    </a:cubicBezTo>
                    <a:cubicBezTo>
                      <a:pt x="147" y="141"/>
                      <a:pt x="147" y="141"/>
                      <a:pt x="147" y="141"/>
                    </a:cubicBezTo>
                    <a:cubicBezTo>
                      <a:pt x="140" y="140"/>
                      <a:pt x="140" y="140"/>
                      <a:pt x="140" y="140"/>
                    </a:cubicBez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36" y="135"/>
                      <a:pt x="136" y="135"/>
                      <a:pt x="136" y="135"/>
                    </a:cubicBezTo>
                    <a:cubicBezTo>
                      <a:pt x="135" y="140"/>
                      <a:pt x="135" y="140"/>
                      <a:pt x="135" y="140"/>
                    </a:cubicBezTo>
                    <a:cubicBezTo>
                      <a:pt x="129" y="140"/>
                      <a:pt x="129" y="140"/>
                      <a:pt x="129" y="140"/>
                    </a:cubicBezTo>
                    <a:close/>
                    <a:moveTo>
                      <a:pt x="137" y="131"/>
                    </a:moveTo>
                    <a:cubicBezTo>
                      <a:pt x="140" y="131"/>
                      <a:pt x="140" y="131"/>
                      <a:pt x="140" y="131"/>
                    </a:cubicBezTo>
                    <a:cubicBezTo>
                      <a:pt x="140" y="123"/>
                      <a:pt x="140" y="123"/>
                      <a:pt x="140" y="123"/>
                    </a:cubicBezTo>
                    <a:cubicBezTo>
                      <a:pt x="140" y="122"/>
                      <a:pt x="140" y="121"/>
                      <a:pt x="140" y="121"/>
                    </a:cubicBezTo>
                    <a:cubicBezTo>
                      <a:pt x="140" y="120"/>
                      <a:pt x="140" y="119"/>
                      <a:pt x="140" y="118"/>
                    </a:cubicBezTo>
                    <a:cubicBezTo>
                      <a:pt x="140" y="119"/>
                      <a:pt x="140" y="119"/>
                      <a:pt x="139" y="120"/>
                    </a:cubicBezTo>
                    <a:cubicBezTo>
                      <a:pt x="139" y="121"/>
                      <a:pt x="139" y="122"/>
                      <a:pt x="139" y="123"/>
                    </a:cubicBezTo>
                    <a:cubicBezTo>
                      <a:pt x="137" y="131"/>
                      <a:pt x="137" y="131"/>
                      <a:pt x="137" y="131"/>
                    </a:cubicBezTo>
                    <a:close/>
                    <a:moveTo>
                      <a:pt x="113" y="136"/>
                    </a:moveTo>
                    <a:cubicBezTo>
                      <a:pt x="118" y="115"/>
                      <a:pt x="118" y="115"/>
                      <a:pt x="118" y="115"/>
                    </a:cubicBezTo>
                    <a:cubicBezTo>
                      <a:pt x="114" y="114"/>
                      <a:pt x="114" y="114"/>
                      <a:pt x="114" y="114"/>
                    </a:cubicBezTo>
                    <a:cubicBezTo>
                      <a:pt x="115" y="109"/>
                      <a:pt x="115" y="109"/>
                      <a:pt x="115" y="109"/>
                    </a:cubicBezTo>
                    <a:cubicBezTo>
                      <a:pt x="129" y="112"/>
                      <a:pt x="129" y="112"/>
                      <a:pt x="129" y="112"/>
                    </a:cubicBezTo>
                    <a:cubicBezTo>
                      <a:pt x="128" y="117"/>
                      <a:pt x="128" y="117"/>
                      <a:pt x="128" y="117"/>
                    </a:cubicBezTo>
                    <a:cubicBezTo>
                      <a:pt x="124" y="116"/>
                      <a:pt x="124" y="116"/>
                      <a:pt x="124" y="116"/>
                    </a:cubicBezTo>
                    <a:cubicBezTo>
                      <a:pt x="119" y="137"/>
                      <a:pt x="119" y="137"/>
                      <a:pt x="119" y="137"/>
                    </a:cubicBezTo>
                    <a:cubicBezTo>
                      <a:pt x="113" y="136"/>
                      <a:pt x="113" y="136"/>
                      <a:pt x="113" y="136"/>
                    </a:cubicBezTo>
                    <a:close/>
                    <a:moveTo>
                      <a:pt x="95" y="129"/>
                    </a:moveTo>
                    <a:cubicBezTo>
                      <a:pt x="105" y="104"/>
                      <a:pt x="105" y="104"/>
                      <a:pt x="105" y="104"/>
                    </a:cubicBezTo>
                    <a:cubicBezTo>
                      <a:pt x="111" y="107"/>
                      <a:pt x="111" y="107"/>
                      <a:pt x="111" y="107"/>
                    </a:cubicBezTo>
                    <a:cubicBezTo>
                      <a:pt x="101" y="131"/>
                      <a:pt x="101" y="131"/>
                      <a:pt x="101" y="131"/>
                    </a:cubicBezTo>
                    <a:cubicBezTo>
                      <a:pt x="95" y="129"/>
                      <a:pt x="95" y="129"/>
                      <a:pt x="95" y="129"/>
                    </a:cubicBezTo>
                    <a:close/>
                    <a:moveTo>
                      <a:pt x="78" y="110"/>
                    </a:moveTo>
                    <a:cubicBezTo>
                      <a:pt x="83" y="113"/>
                      <a:pt x="83" y="113"/>
                      <a:pt x="83" y="113"/>
                    </a:cubicBezTo>
                    <a:cubicBezTo>
                      <a:pt x="82" y="115"/>
                      <a:pt x="82" y="115"/>
                      <a:pt x="82" y="115"/>
                    </a:cubicBezTo>
                    <a:cubicBezTo>
                      <a:pt x="82" y="115"/>
                      <a:pt x="81" y="116"/>
                      <a:pt x="82" y="117"/>
                    </a:cubicBezTo>
                    <a:cubicBezTo>
                      <a:pt x="82" y="117"/>
                      <a:pt x="82" y="118"/>
                      <a:pt x="82" y="118"/>
                    </a:cubicBezTo>
                    <a:cubicBezTo>
                      <a:pt x="83" y="118"/>
                      <a:pt x="83" y="118"/>
                      <a:pt x="84" y="118"/>
                    </a:cubicBezTo>
                    <a:cubicBezTo>
                      <a:pt x="84" y="118"/>
                      <a:pt x="85" y="118"/>
                      <a:pt x="85" y="117"/>
                    </a:cubicBezTo>
                    <a:cubicBezTo>
                      <a:pt x="86" y="117"/>
                      <a:pt x="86" y="116"/>
                      <a:pt x="86" y="115"/>
                    </a:cubicBezTo>
                    <a:cubicBezTo>
                      <a:pt x="86" y="115"/>
                      <a:pt x="86" y="114"/>
                      <a:pt x="85" y="113"/>
                    </a:cubicBezTo>
                    <a:cubicBezTo>
                      <a:pt x="85" y="113"/>
                      <a:pt x="85" y="112"/>
                      <a:pt x="85" y="112"/>
                    </a:cubicBezTo>
                    <a:cubicBezTo>
                      <a:pt x="84" y="109"/>
                      <a:pt x="83" y="108"/>
                      <a:pt x="83" y="106"/>
                    </a:cubicBezTo>
                    <a:cubicBezTo>
                      <a:pt x="83" y="106"/>
                      <a:pt x="83" y="105"/>
                      <a:pt x="83" y="104"/>
                    </a:cubicBezTo>
                    <a:cubicBezTo>
                      <a:pt x="83" y="103"/>
                      <a:pt x="84" y="102"/>
                      <a:pt x="84" y="101"/>
                    </a:cubicBezTo>
                    <a:cubicBezTo>
                      <a:pt x="85" y="99"/>
                      <a:pt x="87" y="98"/>
                      <a:pt x="89" y="97"/>
                    </a:cubicBezTo>
                    <a:cubicBezTo>
                      <a:pt x="91" y="97"/>
                      <a:pt x="93" y="97"/>
                      <a:pt x="95" y="99"/>
                    </a:cubicBezTo>
                    <a:cubicBezTo>
                      <a:pt x="97" y="100"/>
                      <a:pt x="98" y="102"/>
                      <a:pt x="98" y="103"/>
                    </a:cubicBezTo>
                    <a:cubicBezTo>
                      <a:pt x="99" y="105"/>
                      <a:pt x="99" y="107"/>
                      <a:pt x="97" y="108"/>
                    </a:cubicBezTo>
                    <a:cubicBezTo>
                      <a:pt x="96" y="110"/>
                      <a:pt x="96" y="110"/>
                      <a:pt x="96" y="110"/>
                    </a:cubicBezTo>
                    <a:cubicBezTo>
                      <a:pt x="91" y="107"/>
                      <a:pt x="91" y="107"/>
                      <a:pt x="91" y="107"/>
                    </a:cubicBezTo>
                    <a:cubicBezTo>
                      <a:pt x="92" y="106"/>
                      <a:pt x="92" y="106"/>
                      <a:pt x="92" y="106"/>
                    </a:cubicBezTo>
                    <a:cubicBezTo>
                      <a:pt x="93" y="105"/>
                      <a:pt x="93" y="104"/>
                      <a:pt x="93" y="104"/>
                    </a:cubicBezTo>
                    <a:cubicBezTo>
                      <a:pt x="93" y="103"/>
                      <a:pt x="93" y="103"/>
                      <a:pt x="92" y="103"/>
                    </a:cubicBezTo>
                    <a:cubicBezTo>
                      <a:pt x="92" y="102"/>
                      <a:pt x="91" y="102"/>
                      <a:pt x="91" y="102"/>
                    </a:cubicBezTo>
                    <a:cubicBezTo>
                      <a:pt x="90" y="103"/>
                      <a:pt x="90" y="103"/>
                      <a:pt x="89" y="103"/>
                    </a:cubicBezTo>
                    <a:cubicBezTo>
                      <a:pt x="89" y="104"/>
                      <a:pt x="89" y="106"/>
                      <a:pt x="90" y="110"/>
                    </a:cubicBezTo>
                    <a:cubicBezTo>
                      <a:pt x="90" y="110"/>
                      <a:pt x="90" y="110"/>
                      <a:pt x="90" y="110"/>
                    </a:cubicBezTo>
                    <a:cubicBezTo>
                      <a:pt x="91" y="110"/>
                      <a:pt x="91" y="110"/>
                      <a:pt x="91" y="110"/>
                    </a:cubicBezTo>
                    <a:cubicBezTo>
                      <a:pt x="92" y="113"/>
                      <a:pt x="92" y="115"/>
                      <a:pt x="92" y="116"/>
                    </a:cubicBezTo>
                    <a:cubicBezTo>
                      <a:pt x="92" y="117"/>
                      <a:pt x="92" y="117"/>
                      <a:pt x="91" y="118"/>
                    </a:cubicBezTo>
                    <a:cubicBezTo>
                      <a:pt x="91" y="119"/>
                      <a:pt x="91" y="119"/>
                      <a:pt x="91" y="120"/>
                    </a:cubicBezTo>
                    <a:cubicBezTo>
                      <a:pt x="89" y="122"/>
                      <a:pt x="88" y="123"/>
                      <a:pt x="86" y="123"/>
                    </a:cubicBezTo>
                    <a:cubicBezTo>
                      <a:pt x="84" y="124"/>
                      <a:pt x="82" y="123"/>
                      <a:pt x="80" y="122"/>
                    </a:cubicBezTo>
                    <a:cubicBezTo>
                      <a:pt x="78" y="120"/>
                      <a:pt x="76" y="119"/>
                      <a:pt x="76" y="117"/>
                    </a:cubicBezTo>
                    <a:cubicBezTo>
                      <a:pt x="75" y="115"/>
                      <a:pt x="76" y="113"/>
                      <a:pt x="77" y="111"/>
                    </a:cubicBezTo>
                    <a:cubicBezTo>
                      <a:pt x="78" y="110"/>
                      <a:pt x="78" y="110"/>
                      <a:pt x="78" y="110"/>
                    </a:cubicBezTo>
                    <a:close/>
                    <a:moveTo>
                      <a:pt x="68" y="95"/>
                    </a:moveTo>
                    <a:cubicBezTo>
                      <a:pt x="69" y="95"/>
                      <a:pt x="70" y="96"/>
                      <a:pt x="71" y="96"/>
                    </a:cubicBezTo>
                    <a:cubicBezTo>
                      <a:pt x="71" y="96"/>
                      <a:pt x="72" y="96"/>
                      <a:pt x="72" y="95"/>
                    </a:cubicBezTo>
                    <a:cubicBezTo>
                      <a:pt x="73" y="94"/>
                      <a:pt x="73" y="94"/>
                      <a:pt x="73" y="94"/>
                    </a:cubicBezTo>
                    <a:cubicBezTo>
                      <a:pt x="74" y="93"/>
                      <a:pt x="74" y="92"/>
                      <a:pt x="74" y="92"/>
                    </a:cubicBezTo>
                    <a:cubicBezTo>
                      <a:pt x="74" y="91"/>
                      <a:pt x="73" y="91"/>
                      <a:pt x="72" y="90"/>
                    </a:cubicBezTo>
                    <a:cubicBezTo>
                      <a:pt x="72" y="90"/>
                      <a:pt x="72" y="90"/>
                      <a:pt x="72" y="90"/>
                    </a:cubicBezTo>
                    <a:cubicBezTo>
                      <a:pt x="68" y="95"/>
                      <a:pt x="68" y="95"/>
                      <a:pt x="68" y="95"/>
                    </a:cubicBezTo>
                    <a:close/>
                    <a:moveTo>
                      <a:pt x="54" y="103"/>
                    </a:moveTo>
                    <a:cubicBezTo>
                      <a:pt x="70" y="82"/>
                      <a:pt x="70" y="82"/>
                      <a:pt x="70" y="82"/>
                    </a:cubicBezTo>
                    <a:cubicBezTo>
                      <a:pt x="77" y="88"/>
                      <a:pt x="77" y="88"/>
                      <a:pt x="77" y="88"/>
                    </a:cubicBezTo>
                    <a:cubicBezTo>
                      <a:pt x="79" y="89"/>
                      <a:pt x="80" y="91"/>
                      <a:pt x="80" y="92"/>
                    </a:cubicBezTo>
                    <a:cubicBezTo>
                      <a:pt x="80" y="94"/>
                      <a:pt x="80" y="95"/>
                      <a:pt x="79" y="97"/>
                    </a:cubicBezTo>
                    <a:cubicBezTo>
                      <a:pt x="78" y="97"/>
                      <a:pt x="78" y="97"/>
                      <a:pt x="78" y="97"/>
                    </a:cubicBezTo>
                    <a:cubicBezTo>
                      <a:pt x="78" y="98"/>
                      <a:pt x="78" y="98"/>
                      <a:pt x="78" y="98"/>
                    </a:cubicBezTo>
                    <a:cubicBezTo>
                      <a:pt x="77" y="99"/>
                      <a:pt x="76" y="100"/>
                      <a:pt x="75" y="100"/>
                    </a:cubicBezTo>
                    <a:cubicBezTo>
                      <a:pt x="74" y="100"/>
                      <a:pt x="73" y="100"/>
                      <a:pt x="72" y="100"/>
                    </a:cubicBezTo>
                    <a:cubicBezTo>
                      <a:pt x="72" y="101"/>
                      <a:pt x="73" y="102"/>
                      <a:pt x="73" y="103"/>
                    </a:cubicBezTo>
                    <a:cubicBezTo>
                      <a:pt x="73" y="104"/>
                      <a:pt x="72" y="105"/>
                      <a:pt x="71" y="106"/>
                    </a:cubicBezTo>
                    <a:cubicBezTo>
                      <a:pt x="67" y="111"/>
                      <a:pt x="67" y="111"/>
                      <a:pt x="67" y="111"/>
                    </a:cubicBezTo>
                    <a:cubicBezTo>
                      <a:pt x="67" y="111"/>
                      <a:pt x="66" y="112"/>
                      <a:pt x="66" y="112"/>
                    </a:cubicBezTo>
                    <a:cubicBezTo>
                      <a:pt x="66" y="112"/>
                      <a:pt x="66" y="113"/>
                      <a:pt x="66" y="113"/>
                    </a:cubicBezTo>
                    <a:cubicBezTo>
                      <a:pt x="61" y="109"/>
                      <a:pt x="61" y="109"/>
                      <a:pt x="61" y="109"/>
                    </a:cubicBezTo>
                    <a:cubicBezTo>
                      <a:pt x="61" y="109"/>
                      <a:pt x="61" y="109"/>
                      <a:pt x="62" y="108"/>
                    </a:cubicBezTo>
                    <a:cubicBezTo>
                      <a:pt x="62" y="108"/>
                      <a:pt x="62" y="107"/>
                      <a:pt x="63" y="107"/>
                    </a:cubicBezTo>
                    <a:cubicBezTo>
                      <a:pt x="66" y="103"/>
                      <a:pt x="66" y="103"/>
                      <a:pt x="66" y="103"/>
                    </a:cubicBezTo>
                    <a:cubicBezTo>
                      <a:pt x="67" y="102"/>
                      <a:pt x="67" y="101"/>
                      <a:pt x="67" y="100"/>
                    </a:cubicBezTo>
                    <a:cubicBezTo>
                      <a:pt x="67" y="99"/>
                      <a:pt x="67" y="99"/>
                      <a:pt x="66" y="98"/>
                    </a:cubicBezTo>
                    <a:cubicBezTo>
                      <a:pt x="58" y="107"/>
                      <a:pt x="58" y="107"/>
                      <a:pt x="58" y="107"/>
                    </a:cubicBezTo>
                    <a:cubicBezTo>
                      <a:pt x="54" y="103"/>
                      <a:pt x="54" y="103"/>
                      <a:pt x="54" y="103"/>
                    </a:cubicBezTo>
                    <a:close/>
                    <a:moveTo>
                      <a:pt x="37" y="87"/>
                    </a:moveTo>
                    <a:cubicBezTo>
                      <a:pt x="57" y="69"/>
                      <a:pt x="57" y="69"/>
                      <a:pt x="57" y="69"/>
                    </a:cubicBezTo>
                    <a:cubicBezTo>
                      <a:pt x="66" y="78"/>
                      <a:pt x="66" y="78"/>
                      <a:pt x="66" y="78"/>
                    </a:cubicBezTo>
                    <a:cubicBezTo>
                      <a:pt x="62" y="82"/>
                      <a:pt x="62" y="82"/>
                      <a:pt x="62" y="82"/>
                    </a:cubicBezTo>
                    <a:cubicBezTo>
                      <a:pt x="57" y="77"/>
                      <a:pt x="57" y="77"/>
                      <a:pt x="57" y="77"/>
                    </a:cubicBezTo>
                    <a:cubicBezTo>
                      <a:pt x="53" y="80"/>
                      <a:pt x="53" y="80"/>
                      <a:pt x="53" y="80"/>
                    </a:cubicBezTo>
                    <a:cubicBezTo>
                      <a:pt x="58" y="85"/>
                      <a:pt x="58" y="85"/>
                      <a:pt x="58" y="85"/>
                    </a:cubicBezTo>
                    <a:cubicBezTo>
                      <a:pt x="54" y="89"/>
                      <a:pt x="54" y="89"/>
                      <a:pt x="54" y="89"/>
                    </a:cubicBezTo>
                    <a:cubicBezTo>
                      <a:pt x="50" y="84"/>
                      <a:pt x="50" y="84"/>
                      <a:pt x="50" y="84"/>
                    </a:cubicBezTo>
                    <a:cubicBezTo>
                      <a:pt x="45" y="88"/>
                      <a:pt x="45" y="88"/>
                      <a:pt x="45" y="88"/>
                    </a:cubicBezTo>
                    <a:cubicBezTo>
                      <a:pt x="51" y="93"/>
                      <a:pt x="51" y="93"/>
                      <a:pt x="51" y="93"/>
                    </a:cubicBezTo>
                    <a:cubicBezTo>
                      <a:pt x="47" y="97"/>
                      <a:pt x="47" y="97"/>
                      <a:pt x="47" y="97"/>
                    </a:cubicBezTo>
                    <a:cubicBezTo>
                      <a:pt x="37" y="87"/>
                      <a:pt x="37" y="87"/>
                      <a:pt x="37" y="87"/>
                    </a:cubicBezTo>
                    <a:close/>
                    <a:moveTo>
                      <a:pt x="25" y="70"/>
                    </a:moveTo>
                    <a:cubicBezTo>
                      <a:pt x="45" y="51"/>
                      <a:pt x="45" y="51"/>
                      <a:pt x="45" y="51"/>
                    </a:cubicBezTo>
                    <a:cubicBezTo>
                      <a:pt x="48" y="57"/>
                      <a:pt x="48" y="57"/>
                      <a:pt x="48" y="57"/>
                    </a:cubicBezTo>
                    <a:cubicBezTo>
                      <a:pt x="40" y="64"/>
                      <a:pt x="40" y="64"/>
                      <a:pt x="40" y="64"/>
                    </a:cubicBezTo>
                    <a:cubicBezTo>
                      <a:pt x="39" y="64"/>
                      <a:pt x="38" y="65"/>
                      <a:pt x="37" y="66"/>
                    </a:cubicBezTo>
                    <a:cubicBezTo>
                      <a:pt x="36" y="67"/>
                      <a:pt x="34" y="68"/>
                      <a:pt x="32" y="69"/>
                    </a:cubicBezTo>
                    <a:cubicBezTo>
                      <a:pt x="34" y="68"/>
                      <a:pt x="37" y="67"/>
                      <a:pt x="39" y="65"/>
                    </a:cubicBezTo>
                    <a:cubicBezTo>
                      <a:pt x="40" y="65"/>
                      <a:pt x="40" y="65"/>
                      <a:pt x="40" y="65"/>
                    </a:cubicBezTo>
                    <a:cubicBezTo>
                      <a:pt x="50" y="60"/>
                      <a:pt x="50" y="60"/>
                      <a:pt x="50" y="60"/>
                    </a:cubicBezTo>
                    <a:cubicBezTo>
                      <a:pt x="54" y="65"/>
                      <a:pt x="54" y="65"/>
                      <a:pt x="54" y="65"/>
                    </a:cubicBezTo>
                    <a:cubicBezTo>
                      <a:pt x="29" y="76"/>
                      <a:pt x="29" y="76"/>
                      <a:pt x="29" y="76"/>
                    </a:cubicBezTo>
                    <a:cubicBezTo>
                      <a:pt x="25" y="70"/>
                      <a:pt x="25" y="70"/>
                      <a:pt x="25" y="70"/>
                    </a:cubicBezTo>
                    <a:close/>
                    <a:moveTo>
                      <a:pt x="15" y="53"/>
                    </a:moveTo>
                    <a:cubicBezTo>
                      <a:pt x="39" y="41"/>
                      <a:pt x="39" y="41"/>
                      <a:pt x="39" y="41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18" y="58"/>
                      <a:pt x="18" y="58"/>
                      <a:pt x="18" y="58"/>
                    </a:cubicBezTo>
                    <a:cubicBezTo>
                      <a:pt x="15" y="53"/>
                      <a:pt x="15" y="53"/>
                      <a:pt x="15" y="53"/>
                    </a:cubicBezTo>
                    <a:close/>
                    <a:moveTo>
                      <a:pt x="5" y="29"/>
                    </a:moveTo>
                    <a:cubicBezTo>
                      <a:pt x="31" y="20"/>
                      <a:pt x="31" y="20"/>
                      <a:pt x="31" y="20"/>
                    </a:cubicBezTo>
                    <a:cubicBezTo>
                      <a:pt x="33" y="26"/>
                      <a:pt x="33" y="26"/>
                      <a:pt x="33" y="26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3" y="33"/>
                      <a:pt x="22" y="34"/>
                      <a:pt x="20" y="35"/>
                    </a:cubicBezTo>
                    <a:cubicBezTo>
                      <a:pt x="19" y="36"/>
                      <a:pt x="18" y="36"/>
                      <a:pt x="17" y="37"/>
                    </a:cubicBezTo>
                    <a:cubicBezTo>
                      <a:pt x="18" y="37"/>
                      <a:pt x="19" y="36"/>
                      <a:pt x="21" y="35"/>
                    </a:cubicBezTo>
                    <a:cubicBezTo>
                      <a:pt x="22" y="35"/>
                      <a:pt x="23" y="34"/>
                      <a:pt x="25" y="34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6" y="36"/>
                      <a:pt x="36" y="36"/>
                      <a:pt x="36" y="36"/>
                    </a:cubicBezTo>
                    <a:cubicBezTo>
                      <a:pt x="11" y="45"/>
                      <a:pt x="11" y="45"/>
                      <a:pt x="11" y="45"/>
                    </a:cubicBezTo>
                    <a:cubicBezTo>
                      <a:pt x="9" y="39"/>
                      <a:pt x="9" y="39"/>
                      <a:pt x="9" y="39"/>
                    </a:cubicBezTo>
                    <a:cubicBezTo>
                      <a:pt x="19" y="32"/>
                      <a:pt x="19" y="32"/>
                      <a:pt x="19" y="32"/>
                    </a:cubicBezTo>
                    <a:cubicBezTo>
                      <a:pt x="20" y="31"/>
                      <a:pt x="21" y="30"/>
                      <a:pt x="22" y="29"/>
                    </a:cubicBezTo>
                    <a:cubicBezTo>
                      <a:pt x="23" y="29"/>
                      <a:pt x="24" y="28"/>
                      <a:pt x="25" y="27"/>
                    </a:cubicBezTo>
                    <a:cubicBezTo>
                      <a:pt x="23" y="28"/>
                      <a:pt x="22" y="29"/>
                      <a:pt x="20" y="30"/>
                    </a:cubicBezTo>
                    <a:cubicBezTo>
                      <a:pt x="18" y="30"/>
                      <a:pt x="17" y="31"/>
                      <a:pt x="15" y="31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5" y="29"/>
                      <a:pt x="5" y="29"/>
                      <a:pt x="5" y="29"/>
                    </a:cubicBezTo>
                    <a:close/>
                    <a:moveTo>
                      <a:pt x="27" y="6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7" y="8"/>
                      <a:pt x="6" y="8"/>
                      <a:pt x="6" y="9"/>
                    </a:cubicBezTo>
                    <a:cubicBezTo>
                      <a:pt x="5" y="9"/>
                      <a:pt x="5" y="10"/>
                      <a:pt x="5" y="10"/>
                    </a:cubicBezTo>
                    <a:cubicBezTo>
                      <a:pt x="5" y="11"/>
                      <a:pt x="6" y="11"/>
                      <a:pt x="6" y="12"/>
                    </a:cubicBezTo>
                    <a:cubicBezTo>
                      <a:pt x="7" y="12"/>
                      <a:pt x="7" y="12"/>
                      <a:pt x="8" y="12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7" y="18"/>
                      <a:pt x="5" y="18"/>
                      <a:pt x="3" y="16"/>
                    </a:cubicBezTo>
                    <a:cubicBezTo>
                      <a:pt x="2" y="15"/>
                      <a:pt x="1" y="13"/>
                      <a:pt x="1" y="11"/>
                    </a:cubicBezTo>
                    <a:cubicBezTo>
                      <a:pt x="0" y="8"/>
                      <a:pt x="1" y="6"/>
                      <a:pt x="2" y="5"/>
                    </a:cubicBezTo>
                    <a:cubicBezTo>
                      <a:pt x="3" y="3"/>
                      <a:pt x="5" y="2"/>
                      <a:pt x="8" y="2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7" y="6"/>
                      <a:pt x="27" y="6"/>
                      <a:pt x="27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0" name="Freeform 18"/>
              <p:cNvSpPr>
                <a:spLocks noEditPoints="1"/>
              </p:cNvSpPr>
              <p:nvPr/>
            </p:nvSpPr>
            <p:spPr bwMode="auto">
              <a:xfrm>
                <a:off x="3851276" y="1292225"/>
                <a:ext cx="1435100" cy="1433513"/>
              </a:xfrm>
              <a:custGeom>
                <a:avLst/>
                <a:gdLst>
                  <a:gd name="T0" fmla="*/ 191 w 381"/>
                  <a:gd name="T1" fmla="*/ 0 h 381"/>
                  <a:gd name="T2" fmla="*/ 381 w 381"/>
                  <a:gd name="T3" fmla="*/ 191 h 381"/>
                  <a:gd name="T4" fmla="*/ 191 w 381"/>
                  <a:gd name="T5" fmla="*/ 381 h 381"/>
                  <a:gd name="T6" fmla="*/ 0 w 381"/>
                  <a:gd name="T7" fmla="*/ 191 h 381"/>
                  <a:gd name="T8" fmla="*/ 191 w 381"/>
                  <a:gd name="T9" fmla="*/ 0 h 381"/>
                  <a:gd name="T10" fmla="*/ 191 w 381"/>
                  <a:gd name="T11" fmla="*/ 17 h 381"/>
                  <a:gd name="T12" fmla="*/ 365 w 381"/>
                  <a:gd name="T13" fmla="*/ 191 h 381"/>
                  <a:gd name="T14" fmla="*/ 191 w 381"/>
                  <a:gd name="T15" fmla="*/ 365 h 381"/>
                  <a:gd name="T16" fmla="*/ 16 w 381"/>
                  <a:gd name="T17" fmla="*/ 191 h 381"/>
                  <a:gd name="T18" fmla="*/ 191 w 381"/>
                  <a:gd name="T19" fmla="*/ 17 h 381"/>
                  <a:gd name="T20" fmla="*/ 191 w 381"/>
                  <a:gd name="T21" fmla="*/ 21 h 381"/>
                  <a:gd name="T22" fmla="*/ 361 w 381"/>
                  <a:gd name="T23" fmla="*/ 191 h 381"/>
                  <a:gd name="T24" fmla="*/ 191 w 381"/>
                  <a:gd name="T25" fmla="*/ 361 h 381"/>
                  <a:gd name="T26" fmla="*/ 20 w 381"/>
                  <a:gd name="T27" fmla="*/ 191 h 381"/>
                  <a:gd name="T28" fmla="*/ 191 w 381"/>
                  <a:gd name="T29" fmla="*/ 21 h 381"/>
                  <a:gd name="T30" fmla="*/ 191 w 381"/>
                  <a:gd name="T31" fmla="*/ 73 h 381"/>
                  <a:gd name="T32" fmla="*/ 309 w 381"/>
                  <a:gd name="T33" fmla="*/ 191 h 381"/>
                  <a:gd name="T34" fmla="*/ 191 w 381"/>
                  <a:gd name="T35" fmla="*/ 309 h 381"/>
                  <a:gd name="T36" fmla="*/ 72 w 381"/>
                  <a:gd name="T37" fmla="*/ 191 h 381"/>
                  <a:gd name="T38" fmla="*/ 191 w 381"/>
                  <a:gd name="T39" fmla="*/ 73 h 381"/>
                  <a:gd name="T40" fmla="*/ 191 w 381"/>
                  <a:gd name="T41" fmla="*/ 76 h 381"/>
                  <a:gd name="T42" fmla="*/ 305 w 381"/>
                  <a:gd name="T43" fmla="*/ 191 h 381"/>
                  <a:gd name="T44" fmla="*/ 191 w 381"/>
                  <a:gd name="T45" fmla="*/ 306 h 381"/>
                  <a:gd name="T46" fmla="*/ 76 w 381"/>
                  <a:gd name="T47" fmla="*/ 191 h 381"/>
                  <a:gd name="T48" fmla="*/ 191 w 381"/>
                  <a:gd name="T49" fmla="*/ 76 h 381"/>
                  <a:gd name="T50" fmla="*/ 191 w 381"/>
                  <a:gd name="T51" fmla="*/ 9 h 381"/>
                  <a:gd name="T52" fmla="*/ 372 w 381"/>
                  <a:gd name="T53" fmla="*/ 191 h 381"/>
                  <a:gd name="T54" fmla="*/ 191 w 381"/>
                  <a:gd name="T55" fmla="*/ 373 h 381"/>
                  <a:gd name="T56" fmla="*/ 9 w 381"/>
                  <a:gd name="T57" fmla="*/ 191 h 381"/>
                  <a:gd name="T58" fmla="*/ 191 w 381"/>
                  <a:gd name="T59" fmla="*/ 9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81" h="381">
                    <a:moveTo>
                      <a:pt x="191" y="0"/>
                    </a:moveTo>
                    <a:cubicBezTo>
                      <a:pt x="296" y="0"/>
                      <a:pt x="381" y="86"/>
                      <a:pt x="381" y="191"/>
                    </a:cubicBezTo>
                    <a:cubicBezTo>
                      <a:pt x="381" y="296"/>
                      <a:pt x="296" y="381"/>
                      <a:pt x="191" y="381"/>
                    </a:cubicBezTo>
                    <a:cubicBezTo>
                      <a:pt x="86" y="381"/>
                      <a:pt x="0" y="296"/>
                      <a:pt x="0" y="191"/>
                    </a:cubicBezTo>
                    <a:cubicBezTo>
                      <a:pt x="0" y="86"/>
                      <a:pt x="86" y="0"/>
                      <a:pt x="191" y="0"/>
                    </a:cubicBezTo>
                    <a:close/>
                    <a:moveTo>
                      <a:pt x="191" y="17"/>
                    </a:moveTo>
                    <a:cubicBezTo>
                      <a:pt x="286" y="17"/>
                      <a:pt x="365" y="95"/>
                      <a:pt x="365" y="191"/>
                    </a:cubicBezTo>
                    <a:cubicBezTo>
                      <a:pt x="365" y="287"/>
                      <a:pt x="286" y="365"/>
                      <a:pt x="191" y="365"/>
                    </a:cubicBezTo>
                    <a:cubicBezTo>
                      <a:pt x="95" y="365"/>
                      <a:pt x="16" y="287"/>
                      <a:pt x="16" y="191"/>
                    </a:cubicBezTo>
                    <a:cubicBezTo>
                      <a:pt x="16" y="95"/>
                      <a:pt x="95" y="17"/>
                      <a:pt x="191" y="17"/>
                    </a:cubicBezTo>
                    <a:close/>
                    <a:moveTo>
                      <a:pt x="191" y="21"/>
                    </a:moveTo>
                    <a:cubicBezTo>
                      <a:pt x="284" y="21"/>
                      <a:pt x="361" y="97"/>
                      <a:pt x="361" y="191"/>
                    </a:cubicBezTo>
                    <a:cubicBezTo>
                      <a:pt x="361" y="285"/>
                      <a:pt x="284" y="361"/>
                      <a:pt x="191" y="361"/>
                    </a:cubicBezTo>
                    <a:cubicBezTo>
                      <a:pt x="97" y="361"/>
                      <a:pt x="20" y="285"/>
                      <a:pt x="20" y="191"/>
                    </a:cubicBezTo>
                    <a:cubicBezTo>
                      <a:pt x="20" y="97"/>
                      <a:pt x="97" y="21"/>
                      <a:pt x="191" y="21"/>
                    </a:cubicBezTo>
                    <a:close/>
                    <a:moveTo>
                      <a:pt x="191" y="73"/>
                    </a:moveTo>
                    <a:cubicBezTo>
                      <a:pt x="256" y="73"/>
                      <a:pt x="309" y="126"/>
                      <a:pt x="309" y="191"/>
                    </a:cubicBezTo>
                    <a:cubicBezTo>
                      <a:pt x="309" y="256"/>
                      <a:pt x="256" y="309"/>
                      <a:pt x="191" y="309"/>
                    </a:cubicBezTo>
                    <a:cubicBezTo>
                      <a:pt x="126" y="309"/>
                      <a:pt x="72" y="256"/>
                      <a:pt x="72" y="191"/>
                    </a:cubicBezTo>
                    <a:cubicBezTo>
                      <a:pt x="72" y="126"/>
                      <a:pt x="126" y="73"/>
                      <a:pt x="191" y="73"/>
                    </a:cubicBezTo>
                    <a:close/>
                    <a:moveTo>
                      <a:pt x="191" y="76"/>
                    </a:moveTo>
                    <a:cubicBezTo>
                      <a:pt x="254" y="76"/>
                      <a:pt x="305" y="128"/>
                      <a:pt x="305" y="191"/>
                    </a:cubicBezTo>
                    <a:cubicBezTo>
                      <a:pt x="305" y="254"/>
                      <a:pt x="254" y="306"/>
                      <a:pt x="191" y="306"/>
                    </a:cubicBezTo>
                    <a:cubicBezTo>
                      <a:pt x="127" y="306"/>
                      <a:pt x="76" y="254"/>
                      <a:pt x="76" y="191"/>
                    </a:cubicBezTo>
                    <a:cubicBezTo>
                      <a:pt x="76" y="128"/>
                      <a:pt x="127" y="76"/>
                      <a:pt x="191" y="76"/>
                    </a:cubicBezTo>
                    <a:close/>
                    <a:moveTo>
                      <a:pt x="191" y="9"/>
                    </a:moveTo>
                    <a:cubicBezTo>
                      <a:pt x="291" y="9"/>
                      <a:pt x="372" y="91"/>
                      <a:pt x="372" y="191"/>
                    </a:cubicBezTo>
                    <a:cubicBezTo>
                      <a:pt x="372" y="291"/>
                      <a:pt x="291" y="373"/>
                      <a:pt x="191" y="373"/>
                    </a:cubicBezTo>
                    <a:cubicBezTo>
                      <a:pt x="90" y="373"/>
                      <a:pt x="9" y="291"/>
                      <a:pt x="9" y="191"/>
                    </a:cubicBezTo>
                    <a:cubicBezTo>
                      <a:pt x="9" y="91"/>
                      <a:pt x="90" y="9"/>
                      <a:pt x="191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1" name="Freeform 19"/>
              <p:cNvSpPr>
                <a:spLocks noEditPoints="1"/>
              </p:cNvSpPr>
              <p:nvPr/>
            </p:nvSpPr>
            <p:spPr bwMode="auto">
              <a:xfrm>
                <a:off x="4416426" y="1778000"/>
                <a:ext cx="304800" cy="225425"/>
              </a:xfrm>
              <a:custGeom>
                <a:avLst/>
                <a:gdLst>
                  <a:gd name="T0" fmla="*/ 70 w 81"/>
                  <a:gd name="T1" fmla="*/ 19 h 60"/>
                  <a:gd name="T2" fmla="*/ 79 w 81"/>
                  <a:gd name="T3" fmla="*/ 14 h 60"/>
                  <a:gd name="T4" fmla="*/ 61 w 81"/>
                  <a:gd name="T5" fmla="*/ 19 h 60"/>
                  <a:gd name="T6" fmla="*/ 46 w 81"/>
                  <a:gd name="T7" fmla="*/ 34 h 60"/>
                  <a:gd name="T8" fmla="*/ 49 w 81"/>
                  <a:gd name="T9" fmla="*/ 37 h 60"/>
                  <a:gd name="T10" fmla="*/ 51 w 81"/>
                  <a:gd name="T11" fmla="*/ 43 h 60"/>
                  <a:gd name="T12" fmla="*/ 30 w 81"/>
                  <a:gd name="T13" fmla="*/ 43 h 60"/>
                  <a:gd name="T14" fmla="*/ 25 w 81"/>
                  <a:gd name="T15" fmla="*/ 41 h 60"/>
                  <a:gd name="T16" fmla="*/ 33 w 81"/>
                  <a:gd name="T17" fmla="*/ 36 h 60"/>
                  <a:gd name="T18" fmla="*/ 35 w 81"/>
                  <a:gd name="T19" fmla="*/ 30 h 60"/>
                  <a:gd name="T20" fmla="*/ 55 w 81"/>
                  <a:gd name="T21" fmla="*/ 35 h 60"/>
                  <a:gd name="T22" fmla="*/ 21 w 81"/>
                  <a:gd name="T23" fmla="*/ 39 h 60"/>
                  <a:gd name="T24" fmla="*/ 27 w 81"/>
                  <a:gd name="T25" fmla="*/ 34 h 60"/>
                  <a:gd name="T26" fmla="*/ 55 w 81"/>
                  <a:gd name="T27" fmla="*/ 50 h 60"/>
                  <a:gd name="T28" fmla="*/ 52 w 81"/>
                  <a:gd name="T29" fmla="*/ 59 h 60"/>
                  <a:gd name="T30" fmla="*/ 29 w 81"/>
                  <a:gd name="T31" fmla="*/ 43 h 60"/>
                  <a:gd name="T32" fmla="*/ 25 w 81"/>
                  <a:gd name="T33" fmla="*/ 53 h 60"/>
                  <a:gd name="T34" fmla="*/ 20 w 81"/>
                  <a:gd name="T35" fmla="*/ 46 h 60"/>
                  <a:gd name="T36" fmla="*/ 18 w 81"/>
                  <a:gd name="T37" fmla="*/ 52 h 60"/>
                  <a:gd name="T38" fmla="*/ 13 w 81"/>
                  <a:gd name="T39" fmla="*/ 59 h 60"/>
                  <a:gd name="T40" fmla="*/ 13 w 81"/>
                  <a:gd name="T41" fmla="*/ 41 h 60"/>
                  <a:gd name="T42" fmla="*/ 25 w 81"/>
                  <a:gd name="T43" fmla="*/ 29 h 60"/>
                  <a:gd name="T44" fmla="*/ 6 w 81"/>
                  <a:gd name="T45" fmla="*/ 35 h 60"/>
                  <a:gd name="T46" fmla="*/ 79 w 81"/>
                  <a:gd name="T47" fmla="*/ 29 h 60"/>
                  <a:gd name="T48" fmla="*/ 64 w 81"/>
                  <a:gd name="T49" fmla="*/ 35 h 60"/>
                  <a:gd name="T50" fmla="*/ 12 w 81"/>
                  <a:gd name="T51" fmla="*/ 24 h 60"/>
                  <a:gd name="T52" fmla="*/ 30 w 81"/>
                  <a:gd name="T53" fmla="*/ 28 h 60"/>
                  <a:gd name="T54" fmla="*/ 41 w 81"/>
                  <a:gd name="T55" fmla="*/ 28 h 60"/>
                  <a:gd name="T56" fmla="*/ 51 w 81"/>
                  <a:gd name="T57" fmla="*/ 28 h 60"/>
                  <a:gd name="T58" fmla="*/ 69 w 81"/>
                  <a:gd name="T59" fmla="*/ 24 h 60"/>
                  <a:gd name="T60" fmla="*/ 69 w 81"/>
                  <a:gd name="T61" fmla="*/ 59 h 60"/>
                  <a:gd name="T62" fmla="*/ 52 w 81"/>
                  <a:gd name="T63" fmla="*/ 60 h 60"/>
                  <a:gd name="T64" fmla="*/ 25 w 81"/>
                  <a:gd name="T65" fmla="*/ 60 h 60"/>
                  <a:gd name="T66" fmla="*/ 0 w 81"/>
                  <a:gd name="T67" fmla="*/ 35 h 60"/>
                  <a:gd name="T68" fmla="*/ 6 w 81"/>
                  <a:gd name="T69" fmla="*/ 18 h 60"/>
                  <a:gd name="T70" fmla="*/ 15 w 81"/>
                  <a:gd name="T71" fmla="*/ 12 h 60"/>
                  <a:gd name="T72" fmla="*/ 23 w 81"/>
                  <a:gd name="T73" fmla="*/ 0 h 60"/>
                  <a:gd name="T74" fmla="*/ 32 w 81"/>
                  <a:gd name="T75" fmla="*/ 6 h 60"/>
                  <a:gd name="T76" fmla="*/ 39 w 81"/>
                  <a:gd name="T77" fmla="*/ 6 h 60"/>
                  <a:gd name="T78" fmla="*/ 48 w 81"/>
                  <a:gd name="T79" fmla="*/ 1 h 60"/>
                  <a:gd name="T80" fmla="*/ 58 w 81"/>
                  <a:gd name="T81" fmla="*/ 0 h 60"/>
                  <a:gd name="T82" fmla="*/ 66 w 81"/>
                  <a:gd name="T83" fmla="*/ 18 h 60"/>
                  <a:gd name="T84" fmla="*/ 72 w 81"/>
                  <a:gd name="T85" fmla="*/ 18 h 60"/>
                  <a:gd name="T86" fmla="*/ 81 w 81"/>
                  <a:gd name="T87" fmla="*/ 14 h 60"/>
                  <a:gd name="T88" fmla="*/ 23 w 81"/>
                  <a:gd name="T89" fmla="*/ 14 h 60"/>
                  <a:gd name="T90" fmla="*/ 14 w 81"/>
                  <a:gd name="T91" fmla="*/ 18 h 60"/>
                  <a:gd name="T92" fmla="*/ 5 w 81"/>
                  <a:gd name="T93" fmla="*/ 19 h 60"/>
                  <a:gd name="T94" fmla="*/ 23 w 81"/>
                  <a:gd name="T95" fmla="*/ 18 h 60"/>
                  <a:gd name="T96" fmla="*/ 36 w 81"/>
                  <a:gd name="T97" fmla="*/ 22 h 60"/>
                  <a:gd name="T98" fmla="*/ 49 w 81"/>
                  <a:gd name="T99" fmla="*/ 18 h 60"/>
                  <a:gd name="T100" fmla="*/ 57 w 81"/>
                  <a:gd name="T101" fmla="*/ 59 h 60"/>
                  <a:gd name="T102" fmla="*/ 24 w 81"/>
                  <a:gd name="T103" fmla="*/ 1 h 60"/>
                  <a:gd name="T104" fmla="*/ 37 w 81"/>
                  <a:gd name="T105" fmla="*/ 1 h 60"/>
                  <a:gd name="T106" fmla="*/ 47 w 81"/>
                  <a:gd name="T107" fmla="*/ 6 h 60"/>
                  <a:gd name="T108" fmla="*/ 24 w 81"/>
                  <a:gd name="T109" fmla="*/ 10 h 60"/>
                  <a:gd name="T110" fmla="*/ 41 w 81"/>
                  <a:gd name="T111" fmla="*/ 16 h 60"/>
                  <a:gd name="T112" fmla="*/ 51 w 81"/>
                  <a:gd name="T113" fmla="*/ 16 h 60"/>
                  <a:gd name="T114" fmla="*/ 65 w 81"/>
                  <a:gd name="T115" fmla="*/ 45 h 60"/>
                  <a:gd name="T116" fmla="*/ 57 w 81"/>
                  <a:gd name="T117" fmla="*/ 45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81" h="60">
                    <a:moveTo>
                      <a:pt x="63" y="19"/>
                    </a:moveTo>
                    <a:cubicBezTo>
                      <a:pt x="66" y="19"/>
                      <a:pt x="66" y="19"/>
                      <a:pt x="66" y="19"/>
                    </a:cubicBezTo>
                    <a:cubicBezTo>
                      <a:pt x="66" y="19"/>
                      <a:pt x="66" y="19"/>
                      <a:pt x="66" y="19"/>
                    </a:cubicBezTo>
                    <a:cubicBezTo>
                      <a:pt x="67" y="19"/>
                      <a:pt x="67" y="19"/>
                      <a:pt x="67" y="19"/>
                    </a:cubicBezTo>
                    <a:cubicBezTo>
                      <a:pt x="67" y="19"/>
                      <a:pt x="67" y="19"/>
                      <a:pt x="67" y="19"/>
                    </a:cubicBezTo>
                    <a:cubicBezTo>
                      <a:pt x="67" y="18"/>
                      <a:pt x="67" y="18"/>
                      <a:pt x="67" y="18"/>
                    </a:cubicBezTo>
                    <a:cubicBezTo>
                      <a:pt x="67" y="14"/>
                      <a:pt x="67" y="14"/>
                      <a:pt x="67" y="14"/>
                    </a:cubicBezTo>
                    <a:cubicBezTo>
                      <a:pt x="70" y="14"/>
                      <a:pt x="70" y="14"/>
                      <a:pt x="70" y="14"/>
                    </a:cubicBezTo>
                    <a:cubicBezTo>
                      <a:pt x="70" y="19"/>
                      <a:pt x="70" y="19"/>
                      <a:pt x="70" y="19"/>
                    </a:cubicBezTo>
                    <a:cubicBezTo>
                      <a:pt x="72" y="19"/>
                      <a:pt x="72" y="19"/>
                      <a:pt x="72" y="19"/>
                    </a:cubicBezTo>
                    <a:cubicBezTo>
                      <a:pt x="72" y="19"/>
                      <a:pt x="72" y="19"/>
                      <a:pt x="72" y="19"/>
                    </a:cubicBezTo>
                    <a:cubicBezTo>
                      <a:pt x="75" y="19"/>
                      <a:pt x="75" y="19"/>
                      <a:pt x="75" y="19"/>
                    </a:cubicBezTo>
                    <a:cubicBezTo>
                      <a:pt x="75" y="19"/>
                      <a:pt x="75" y="19"/>
                      <a:pt x="75" y="19"/>
                    </a:cubicBezTo>
                    <a:cubicBezTo>
                      <a:pt x="76" y="19"/>
                      <a:pt x="76" y="19"/>
                      <a:pt x="76" y="19"/>
                    </a:cubicBezTo>
                    <a:cubicBezTo>
                      <a:pt x="76" y="19"/>
                      <a:pt x="76" y="19"/>
                      <a:pt x="76" y="19"/>
                    </a:cubicBezTo>
                    <a:cubicBezTo>
                      <a:pt x="76" y="18"/>
                      <a:pt x="76" y="18"/>
                      <a:pt x="76" y="18"/>
                    </a:cubicBezTo>
                    <a:cubicBezTo>
                      <a:pt x="76" y="14"/>
                      <a:pt x="76" y="14"/>
                      <a:pt x="76" y="14"/>
                    </a:cubicBezTo>
                    <a:cubicBezTo>
                      <a:pt x="79" y="14"/>
                      <a:pt x="79" y="14"/>
                      <a:pt x="79" y="14"/>
                    </a:cubicBezTo>
                    <a:cubicBezTo>
                      <a:pt x="79" y="22"/>
                      <a:pt x="79" y="22"/>
                      <a:pt x="79" y="22"/>
                    </a:cubicBezTo>
                    <a:cubicBezTo>
                      <a:pt x="56" y="22"/>
                      <a:pt x="56" y="22"/>
                      <a:pt x="56" y="22"/>
                    </a:cubicBezTo>
                    <a:cubicBezTo>
                      <a:pt x="56" y="18"/>
                      <a:pt x="56" y="18"/>
                      <a:pt x="56" y="18"/>
                    </a:cubicBezTo>
                    <a:cubicBezTo>
                      <a:pt x="57" y="18"/>
                      <a:pt x="57" y="18"/>
                      <a:pt x="57" y="18"/>
                    </a:cubicBezTo>
                    <a:cubicBezTo>
                      <a:pt x="57" y="18"/>
                      <a:pt x="57" y="18"/>
                      <a:pt x="57" y="18"/>
                    </a:cubicBezTo>
                    <a:cubicBezTo>
                      <a:pt x="58" y="18"/>
                      <a:pt x="58" y="18"/>
                      <a:pt x="58" y="18"/>
                    </a:cubicBezTo>
                    <a:cubicBezTo>
                      <a:pt x="58" y="14"/>
                      <a:pt x="58" y="14"/>
                      <a:pt x="58" y="14"/>
                    </a:cubicBezTo>
                    <a:cubicBezTo>
                      <a:pt x="61" y="14"/>
                      <a:pt x="61" y="14"/>
                      <a:pt x="61" y="14"/>
                    </a:cubicBezTo>
                    <a:cubicBezTo>
                      <a:pt x="61" y="19"/>
                      <a:pt x="61" y="19"/>
                      <a:pt x="61" y="19"/>
                    </a:cubicBezTo>
                    <a:cubicBezTo>
                      <a:pt x="63" y="19"/>
                      <a:pt x="63" y="19"/>
                      <a:pt x="63" y="19"/>
                    </a:cubicBezTo>
                    <a:cubicBezTo>
                      <a:pt x="63" y="19"/>
                      <a:pt x="63" y="19"/>
                      <a:pt x="63" y="19"/>
                    </a:cubicBezTo>
                    <a:close/>
                    <a:moveTo>
                      <a:pt x="41" y="33"/>
                    </a:moveTo>
                    <a:cubicBezTo>
                      <a:pt x="42" y="33"/>
                      <a:pt x="43" y="33"/>
                      <a:pt x="44" y="33"/>
                    </a:cubicBezTo>
                    <a:cubicBezTo>
                      <a:pt x="45" y="30"/>
                      <a:pt x="45" y="30"/>
                      <a:pt x="45" y="30"/>
                    </a:cubicBezTo>
                    <a:cubicBezTo>
                      <a:pt x="44" y="30"/>
                      <a:pt x="43" y="29"/>
                      <a:pt x="41" y="29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33"/>
                      <a:pt x="41" y="33"/>
                      <a:pt x="41" y="33"/>
                    </a:cubicBezTo>
                    <a:close/>
                    <a:moveTo>
                      <a:pt x="46" y="34"/>
                    </a:moveTo>
                    <a:cubicBezTo>
                      <a:pt x="46" y="34"/>
                      <a:pt x="47" y="35"/>
                      <a:pt x="48" y="36"/>
                    </a:cubicBezTo>
                    <a:cubicBezTo>
                      <a:pt x="51" y="33"/>
                      <a:pt x="51" y="33"/>
                      <a:pt x="51" y="33"/>
                    </a:cubicBezTo>
                    <a:cubicBezTo>
                      <a:pt x="49" y="32"/>
                      <a:pt x="48" y="31"/>
                      <a:pt x="47" y="31"/>
                    </a:cubicBezTo>
                    <a:cubicBezTo>
                      <a:pt x="46" y="34"/>
                      <a:pt x="46" y="34"/>
                      <a:pt x="46" y="34"/>
                    </a:cubicBezTo>
                    <a:close/>
                    <a:moveTo>
                      <a:pt x="49" y="37"/>
                    </a:moveTo>
                    <a:cubicBezTo>
                      <a:pt x="50" y="37"/>
                      <a:pt x="50" y="38"/>
                      <a:pt x="50" y="38"/>
                    </a:cubicBezTo>
                    <a:cubicBezTo>
                      <a:pt x="54" y="37"/>
                      <a:pt x="54" y="37"/>
                      <a:pt x="54" y="37"/>
                    </a:cubicBezTo>
                    <a:cubicBezTo>
                      <a:pt x="53" y="36"/>
                      <a:pt x="53" y="35"/>
                      <a:pt x="52" y="34"/>
                    </a:cubicBezTo>
                    <a:cubicBezTo>
                      <a:pt x="49" y="37"/>
                      <a:pt x="49" y="37"/>
                      <a:pt x="49" y="37"/>
                    </a:cubicBezTo>
                    <a:close/>
                    <a:moveTo>
                      <a:pt x="51" y="40"/>
                    </a:moveTo>
                    <a:cubicBezTo>
                      <a:pt x="51" y="40"/>
                      <a:pt x="52" y="41"/>
                      <a:pt x="52" y="42"/>
                    </a:cubicBezTo>
                    <a:cubicBezTo>
                      <a:pt x="55" y="42"/>
                      <a:pt x="55" y="42"/>
                      <a:pt x="55" y="42"/>
                    </a:cubicBezTo>
                    <a:cubicBezTo>
                      <a:pt x="55" y="40"/>
                      <a:pt x="55" y="40"/>
                      <a:pt x="55" y="40"/>
                    </a:cubicBezTo>
                    <a:cubicBezTo>
                      <a:pt x="55" y="40"/>
                      <a:pt x="55" y="40"/>
                      <a:pt x="55" y="40"/>
                    </a:cubicBezTo>
                    <a:cubicBezTo>
                      <a:pt x="55" y="40"/>
                      <a:pt x="55" y="39"/>
                      <a:pt x="55" y="39"/>
                    </a:cubicBezTo>
                    <a:cubicBezTo>
                      <a:pt x="51" y="40"/>
                      <a:pt x="51" y="40"/>
                      <a:pt x="51" y="40"/>
                    </a:cubicBezTo>
                    <a:close/>
                    <a:moveTo>
                      <a:pt x="51" y="43"/>
                    </a:moveTo>
                    <a:cubicBezTo>
                      <a:pt x="51" y="43"/>
                      <a:pt x="51" y="43"/>
                      <a:pt x="51" y="43"/>
                    </a:cubicBezTo>
                    <a:cubicBezTo>
                      <a:pt x="50" y="42"/>
                      <a:pt x="50" y="41"/>
                      <a:pt x="50" y="40"/>
                    </a:cubicBezTo>
                    <a:cubicBezTo>
                      <a:pt x="50" y="40"/>
                      <a:pt x="50" y="40"/>
                      <a:pt x="50" y="40"/>
                    </a:cubicBezTo>
                    <a:cubicBezTo>
                      <a:pt x="50" y="40"/>
                      <a:pt x="50" y="40"/>
                      <a:pt x="50" y="40"/>
                    </a:cubicBezTo>
                    <a:cubicBezTo>
                      <a:pt x="49" y="39"/>
                      <a:pt x="48" y="38"/>
                      <a:pt x="47" y="37"/>
                    </a:cubicBezTo>
                    <a:cubicBezTo>
                      <a:pt x="47" y="37"/>
                      <a:pt x="47" y="37"/>
                      <a:pt x="47" y="37"/>
                    </a:cubicBezTo>
                    <a:cubicBezTo>
                      <a:pt x="47" y="37"/>
                      <a:pt x="47" y="37"/>
                      <a:pt x="47" y="37"/>
                    </a:cubicBezTo>
                    <a:cubicBezTo>
                      <a:pt x="45" y="35"/>
                      <a:pt x="43" y="34"/>
                      <a:pt x="40" y="34"/>
                    </a:cubicBezTo>
                    <a:cubicBezTo>
                      <a:pt x="35" y="34"/>
                      <a:pt x="31" y="38"/>
                      <a:pt x="30" y="43"/>
                    </a:cubicBezTo>
                    <a:cubicBezTo>
                      <a:pt x="30" y="43"/>
                      <a:pt x="30" y="43"/>
                      <a:pt x="30" y="43"/>
                    </a:cubicBezTo>
                    <a:cubicBezTo>
                      <a:pt x="30" y="59"/>
                      <a:pt x="30" y="59"/>
                      <a:pt x="30" y="59"/>
                    </a:cubicBezTo>
                    <a:cubicBezTo>
                      <a:pt x="51" y="59"/>
                      <a:pt x="51" y="59"/>
                      <a:pt x="51" y="59"/>
                    </a:cubicBezTo>
                    <a:cubicBezTo>
                      <a:pt x="51" y="43"/>
                      <a:pt x="51" y="43"/>
                      <a:pt x="51" y="43"/>
                    </a:cubicBezTo>
                    <a:close/>
                    <a:moveTo>
                      <a:pt x="29" y="42"/>
                    </a:moveTo>
                    <a:cubicBezTo>
                      <a:pt x="29" y="41"/>
                      <a:pt x="29" y="40"/>
                      <a:pt x="30" y="40"/>
                    </a:cubicBezTo>
                    <a:cubicBezTo>
                      <a:pt x="26" y="39"/>
                      <a:pt x="26" y="39"/>
                      <a:pt x="26" y="39"/>
                    </a:cubicBezTo>
                    <a:cubicBezTo>
                      <a:pt x="26" y="39"/>
                      <a:pt x="26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42"/>
                      <a:pt x="25" y="42"/>
                      <a:pt x="25" y="42"/>
                    </a:cubicBezTo>
                    <a:cubicBezTo>
                      <a:pt x="29" y="42"/>
                      <a:pt x="29" y="42"/>
                      <a:pt x="29" y="42"/>
                    </a:cubicBezTo>
                    <a:close/>
                    <a:moveTo>
                      <a:pt x="30" y="38"/>
                    </a:moveTo>
                    <a:cubicBezTo>
                      <a:pt x="31" y="38"/>
                      <a:pt x="31" y="37"/>
                      <a:pt x="32" y="37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8" y="35"/>
                      <a:pt x="27" y="36"/>
                      <a:pt x="27" y="37"/>
                    </a:cubicBezTo>
                    <a:cubicBezTo>
                      <a:pt x="30" y="38"/>
                      <a:pt x="30" y="38"/>
                      <a:pt x="30" y="38"/>
                    </a:cubicBezTo>
                    <a:close/>
                    <a:moveTo>
                      <a:pt x="33" y="36"/>
                    </a:moveTo>
                    <a:cubicBezTo>
                      <a:pt x="33" y="35"/>
                      <a:pt x="34" y="34"/>
                      <a:pt x="35" y="34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2" y="31"/>
                      <a:pt x="31" y="32"/>
                      <a:pt x="30" y="33"/>
                    </a:cubicBezTo>
                    <a:cubicBezTo>
                      <a:pt x="33" y="36"/>
                      <a:pt x="33" y="36"/>
                      <a:pt x="33" y="36"/>
                    </a:cubicBezTo>
                    <a:close/>
                    <a:moveTo>
                      <a:pt x="36" y="33"/>
                    </a:moveTo>
                    <a:cubicBezTo>
                      <a:pt x="37" y="33"/>
                      <a:pt x="39" y="33"/>
                      <a:pt x="40" y="33"/>
                    </a:cubicBezTo>
                    <a:cubicBezTo>
                      <a:pt x="40" y="29"/>
                      <a:pt x="40" y="29"/>
                      <a:pt x="40" y="29"/>
                    </a:cubicBezTo>
                    <a:cubicBezTo>
                      <a:pt x="39" y="29"/>
                      <a:pt x="39" y="29"/>
                      <a:pt x="39" y="29"/>
                    </a:cubicBezTo>
                    <a:cubicBezTo>
                      <a:pt x="38" y="29"/>
                      <a:pt x="36" y="30"/>
                      <a:pt x="35" y="30"/>
                    </a:cubicBezTo>
                    <a:cubicBezTo>
                      <a:pt x="36" y="33"/>
                      <a:pt x="36" y="33"/>
                      <a:pt x="36" y="33"/>
                    </a:cubicBezTo>
                    <a:close/>
                    <a:moveTo>
                      <a:pt x="47" y="29"/>
                    </a:moveTo>
                    <a:cubicBezTo>
                      <a:pt x="50" y="30"/>
                      <a:pt x="52" y="32"/>
                      <a:pt x="54" y="34"/>
                    </a:cubicBezTo>
                    <a:cubicBezTo>
                      <a:pt x="54" y="29"/>
                      <a:pt x="54" y="29"/>
                      <a:pt x="54" y="29"/>
                    </a:cubicBezTo>
                    <a:cubicBezTo>
                      <a:pt x="47" y="29"/>
                      <a:pt x="47" y="29"/>
                      <a:pt x="47" y="29"/>
                    </a:cubicBezTo>
                    <a:close/>
                    <a:moveTo>
                      <a:pt x="55" y="35"/>
                    </a:moveTo>
                    <a:cubicBezTo>
                      <a:pt x="55" y="36"/>
                      <a:pt x="55" y="36"/>
                      <a:pt x="55" y="36"/>
                    </a:cubicBezTo>
                    <a:cubicBezTo>
                      <a:pt x="55" y="35"/>
                      <a:pt x="55" y="35"/>
                      <a:pt x="55" y="35"/>
                    </a:cubicBezTo>
                    <a:cubicBezTo>
                      <a:pt x="55" y="35"/>
                      <a:pt x="55" y="35"/>
                      <a:pt x="55" y="35"/>
                    </a:cubicBezTo>
                    <a:close/>
                    <a:moveTo>
                      <a:pt x="55" y="36"/>
                    </a:moveTo>
                    <a:cubicBezTo>
                      <a:pt x="56" y="37"/>
                      <a:pt x="56" y="38"/>
                      <a:pt x="57" y="39"/>
                    </a:cubicBezTo>
                    <a:cubicBezTo>
                      <a:pt x="60" y="39"/>
                      <a:pt x="60" y="39"/>
                      <a:pt x="60" y="39"/>
                    </a:cubicBezTo>
                    <a:cubicBezTo>
                      <a:pt x="60" y="36"/>
                      <a:pt x="60" y="36"/>
                      <a:pt x="60" y="36"/>
                    </a:cubicBezTo>
                    <a:cubicBezTo>
                      <a:pt x="55" y="36"/>
                      <a:pt x="55" y="36"/>
                      <a:pt x="55" y="36"/>
                    </a:cubicBezTo>
                    <a:close/>
                    <a:moveTo>
                      <a:pt x="24" y="39"/>
                    </a:moveTo>
                    <a:cubicBezTo>
                      <a:pt x="24" y="38"/>
                      <a:pt x="25" y="37"/>
                      <a:pt x="26" y="3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4" y="39"/>
                      <a:pt x="24" y="39"/>
                      <a:pt x="24" y="39"/>
                    </a:cubicBezTo>
                    <a:close/>
                    <a:moveTo>
                      <a:pt x="26" y="35"/>
                    </a:move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35"/>
                      <a:pt x="26" y="35"/>
                      <a:pt x="26" y="35"/>
                    </a:cubicBezTo>
                    <a:close/>
                    <a:moveTo>
                      <a:pt x="27" y="34"/>
                    </a:moveTo>
                    <a:cubicBezTo>
                      <a:pt x="29" y="32"/>
                      <a:pt x="31" y="30"/>
                      <a:pt x="33" y="29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7" y="34"/>
                      <a:pt x="27" y="34"/>
                      <a:pt x="27" y="34"/>
                    </a:cubicBezTo>
                    <a:close/>
                    <a:moveTo>
                      <a:pt x="55" y="43"/>
                    </a:moveTo>
                    <a:cubicBezTo>
                      <a:pt x="52" y="43"/>
                      <a:pt x="52" y="43"/>
                      <a:pt x="52" y="43"/>
                    </a:cubicBezTo>
                    <a:cubicBezTo>
                      <a:pt x="52" y="46"/>
                      <a:pt x="52" y="46"/>
                      <a:pt x="52" y="46"/>
                    </a:cubicBezTo>
                    <a:cubicBezTo>
                      <a:pt x="55" y="46"/>
                      <a:pt x="55" y="46"/>
                      <a:pt x="55" y="46"/>
                    </a:cubicBezTo>
                    <a:cubicBezTo>
                      <a:pt x="55" y="43"/>
                      <a:pt x="55" y="43"/>
                      <a:pt x="55" y="43"/>
                    </a:cubicBezTo>
                    <a:close/>
                    <a:moveTo>
                      <a:pt x="55" y="48"/>
                    </a:moveTo>
                    <a:cubicBezTo>
                      <a:pt x="52" y="48"/>
                      <a:pt x="52" y="48"/>
                      <a:pt x="52" y="48"/>
                    </a:cubicBezTo>
                    <a:cubicBezTo>
                      <a:pt x="52" y="50"/>
                      <a:pt x="52" y="50"/>
                      <a:pt x="52" y="50"/>
                    </a:cubicBezTo>
                    <a:cubicBezTo>
                      <a:pt x="55" y="50"/>
                      <a:pt x="55" y="50"/>
                      <a:pt x="55" y="50"/>
                    </a:cubicBezTo>
                    <a:cubicBezTo>
                      <a:pt x="55" y="48"/>
                      <a:pt x="55" y="48"/>
                      <a:pt x="55" y="48"/>
                    </a:cubicBezTo>
                    <a:close/>
                    <a:moveTo>
                      <a:pt x="55" y="52"/>
                    </a:moveTo>
                    <a:cubicBezTo>
                      <a:pt x="52" y="52"/>
                      <a:pt x="52" y="52"/>
                      <a:pt x="52" y="52"/>
                    </a:cubicBezTo>
                    <a:cubicBezTo>
                      <a:pt x="52" y="55"/>
                      <a:pt x="52" y="55"/>
                      <a:pt x="52" y="55"/>
                    </a:cubicBezTo>
                    <a:cubicBezTo>
                      <a:pt x="55" y="55"/>
                      <a:pt x="55" y="55"/>
                      <a:pt x="55" y="55"/>
                    </a:cubicBezTo>
                    <a:cubicBezTo>
                      <a:pt x="55" y="52"/>
                      <a:pt x="55" y="52"/>
                      <a:pt x="55" y="52"/>
                    </a:cubicBezTo>
                    <a:close/>
                    <a:moveTo>
                      <a:pt x="55" y="56"/>
                    </a:moveTo>
                    <a:cubicBezTo>
                      <a:pt x="52" y="56"/>
                      <a:pt x="52" y="56"/>
                      <a:pt x="52" y="56"/>
                    </a:cubicBezTo>
                    <a:cubicBezTo>
                      <a:pt x="52" y="59"/>
                      <a:pt x="52" y="59"/>
                      <a:pt x="52" y="59"/>
                    </a:cubicBezTo>
                    <a:cubicBezTo>
                      <a:pt x="55" y="59"/>
                      <a:pt x="55" y="59"/>
                      <a:pt x="55" y="59"/>
                    </a:cubicBezTo>
                    <a:cubicBezTo>
                      <a:pt x="55" y="56"/>
                      <a:pt x="55" y="56"/>
                      <a:pt x="55" y="56"/>
                    </a:cubicBezTo>
                    <a:close/>
                    <a:moveTo>
                      <a:pt x="29" y="43"/>
                    </a:moveTo>
                    <a:cubicBezTo>
                      <a:pt x="25" y="43"/>
                      <a:pt x="25" y="43"/>
                      <a:pt x="25" y="43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29" y="46"/>
                      <a:pt x="29" y="46"/>
                      <a:pt x="29" y="46"/>
                    </a:cubicBezTo>
                    <a:cubicBezTo>
                      <a:pt x="29" y="43"/>
                      <a:pt x="29" y="43"/>
                      <a:pt x="29" y="43"/>
                    </a:cubicBezTo>
                    <a:close/>
                    <a:moveTo>
                      <a:pt x="29" y="48"/>
                    </a:moveTo>
                    <a:cubicBezTo>
                      <a:pt x="25" y="48"/>
                      <a:pt x="25" y="48"/>
                      <a:pt x="25" y="48"/>
                    </a:cubicBezTo>
                    <a:cubicBezTo>
                      <a:pt x="25" y="50"/>
                      <a:pt x="25" y="50"/>
                      <a:pt x="25" y="50"/>
                    </a:cubicBezTo>
                    <a:cubicBezTo>
                      <a:pt x="29" y="50"/>
                      <a:pt x="29" y="50"/>
                      <a:pt x="29" y="50"/>
                    </a:cubicBezTo>
                    <a:cubicBezTo>
                      <a:pt x="29" y="48"/>
                      <a:pt x="29" y="48"/>
                      <a:pt x="29" y="48"/>
                    </a:cubicBezTo>
                    <a:close/>
                    <a:moveTo>
                      <a:pt x="29" y="52"/>
                    </a:moveTo>
                    <a:cubicBezTo>
                      <a:pt x="25" y="52"/>
                      <a:pt x="25" y="52"/>
                      <a:pt x="25" y="52"/>
                    </a:cubicBezTo>
                    <a:cubicBezTo>
                      <a:pt x="25" y="53"/>
                      <a:pt x="25" y="53"/>
                      <a:pt x="25" y="53"/>
                    </a:cubicBezTo>
                    <a:cubicBezTo>
                      <a:pt x="25" y="53"/>
                      <a:pt x="25" y="53"/>
                      <a:pt x="25" y="53"/>
                    </a:cubicBezTo>
                    <a:cubicBezTo>
                      <a:pt x="25" y="55"/>
                      <a:pt x="25" y="55"/>
                      <a:pt x="25" y="55"/>
                    </a:cubicBezTo>
                    <a:cubicBezTo>
                      <a:pt x="29" y="55"/>
                      <a:pt x="29" y="55"/>
                      <a:pt x="29" y="55"/>
                    </a:cubicBezTo>
                    <a:cubicBezTo>
                      <a:pt x="29" y="52"/>
                      <a:pt x="29" y="52"/>
                      <a:pt x="29" y="52"/>
                    </a:cubicBezTo>
                    <a:close/>
                    <a:moveTo>
                      <a:pt x="29" y="56"/>
                    </a:moveTo>
                    <a:cubicBezTo>
                      <a:pt x="25" y="56"/>
                      <a:pt x="25" y="56"/>
                      <a:pt x="25" y="56"/>
                    </a:cubicBezTo>
                    <a:cubicBezTo>
                      <a:pt x="25" y="59"/>
                      <a:pt x="25" y="59"/>
                      <a:pt x="25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6"/>
                      <a:pt x="29" y="56"/>
                      <a:pt x="29" y="56"/>
                    </a:cubicBezTo>
                    <a:close/>
                    <a:moveTo>
                      <a:pt x="20" y="46"/>
                    </a:moveTo>
                    <a:cubicBezTo>
                      <a:pt x="20" y="52"/>
                      <a:pt x="20" y="52"/>
                      <a:pt x="20" y="52"/>
                    </a:cubicBezTo>
                    <a:cubicBezTo>
                      <a:pt x="24" y="52"/>
                      <a:pt x="24" y="52"/>
                      <a:pt x="24" y="52"/>
                    </a:cubicBezTo>
                    <a:cubicBezTo>
                      <a:pt x="24" y="46"/>
                      <a:pt x="24" y="46"/>
                      <a:pt x="24" y="46"/>
                    </a:cubicBezTo>
                    <a:cubicBezTo>
                      <a:pt x="20" y="46"/>
                      <a:pt x="20" y="46"/>
                      <a:pt x="20" y="46"/>
                    </a:cubicBezTo>
                    <a:close/>
                    <a:moveTo>
                      <a:pt x="18" y="52"/>
                    </a:moveTo>
                    <a:cubicBezTo>
                      <a:pt x="18" y="46"/>
                      <a:pt x="18" y="46"/>
                      <a:pt x="18" y="46"/>
                    </a:cubicBezTo>
                    <a:cubicBezTo>
                      <a:pt x="13" y="46"/>
                      <a:pt x="13" y="46"/>
                      <a:pt x="13" y="46"/>
                    </a:cubicBezTo>
                    <a:cubicBezTo>
                      <a:pt x="13" y="52"/>
                      <a:pt x="13" y="52"/>
                      <a:pt x="13" y="52"/>
                    </a:cubicBezTo>
                    <a:cubicBezTo>
                      <a:pt x="18" y="52"/>
                      <a:pt x="18" y="52"/>
                      <a:pt x="18" y="52"/>
                    </a:cubicBezTo>
                    <a:close/>
                    <a:moveTo>
                      <a:pt x="17" y="53"/>
                    </a:moveTo>
                    <a:cubicBezTo>
                      <a:pt x="17" y="59"/>
                      <a:pt x="17" y="59"/>
                      <a:pt x="17" y="59"/>
                    </a:cubicBezTo>
                    <a:cubicBezTo>
                      <a:pt x="24" y="59"/>
                      <a:pt x="24" y="59"/>
                      <a:pt x="24" y="59"/>
                    </a:cubicBezTo>
                    <a:cubicBezTo>
                      <a:pt x="24" y="53"/>
                      <a:pt x="24" y="53"/>
                      <a:pt x="24" y="53"/>
                    </a:cubicBezTo>
                    <a:cubicBezTo>
                      <a:pt x="17" y="53"/>
                      <a:pt x="17" y="53"/>
                      <a:pt x="17" y="53"/>
                    </a:cubicBezTo>
                    <a:close/>
                    <a:moveTo>
                      <a:pt x="16" y="59"/>
                    </a:moveTo>
                    <a:cubicBezTo>
                      <a:pt x="16" y="53"/>
                      <a:pt x="16" y="53"/>
                      <a:pt x="16" y="53"/>
                    </a:cubicBezTo>
                    <a:cubicBezTo>
                      <a:pt x="13" y="53"/>
                      <a:pt x="13" y="53"/>
                      <a:pt x="13" y="53"/>
                    </a:cubicBezTo>
                    <a:cubicBezTo>
                      <a:pt x="13" y="59"/>
                      <a:pt x="13" y="59"/>
                      <a:pt x="13" y="59"/>
                    </a:cubicBezTo>
                    <a:cubicBezTo>
                      <a:pt x="16" y="59"/>
                      <a:pt x="16" y="59"/>
                      <a:pt x="16" y="59"/>
                    </a:cubicBezTo>
                    <a:close/>
                    <a:moveTo>
                      <a:pt x="17" y="41"/>
                    </a:moveTo>
                    <a:cubicBezTo>
                      <a:pt x="17" y="45"/>
                      <a:pt x="17" y="45"/>
                      <a:pt x="17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17" y="41"/>
                      <a:pt x="17" y="41"/>
                      <a:pt x="17" y="41"/>
                    </a:cubicBezTo>
                    <a:close/>
                    <a:moveTo>
                      <a:pt x="16" y="45"/>
                    </a:moveTo>
                    <a:cubicBezTo>
                      <a:pt x="16" y="41"/>
                      <a:pt x="16" y="41"/>
                      <a:pt x="16" y="41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5"/>
                      <a:pt x="16" y="45"/>
                      <a:pt x="16" y="45"/>
                    </a:cubicBezTo>
                    <a:close/>
                    <a:moveTo>
                      <a:pt x="19" y="39"/>
                    </a:moveTo>
                    <a:cubicBezTo>
                      <a:pt x="19" y="36"/>
                      <a:pt x="19" y="36"/>
                      <a:pt x="19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9" y="39"/>
                      <a:pt x="19" y="39"/>
                      <a:pt x="19" y="39"/>
                    </a:cubicBezTo>
                    <a:close/>
                    <a:moveTo>
                      <a:pt x="25" y="35"/>
                    </a:moveTo>
                    <a:cubicBezTo>
                      <a:pt x="25" y="29"/>
                      <a:pt x="25" y="29"/>
                      <a:pt x="25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25" y="35"/>
                      <a:pt x="25" y="35"/>
                      <a:pt x="25" y="35"/>
                    </a:cubicBezTo>
                    <a:close/>
                    <a:moveTo>
                      <a:pt x="16" y="35"/>
                    </a:moveTo>
                    <a:cubicBezTo>
                      <a:pt x="16" y="29"/>
                      <a:pt x="16" y="29"/>
                      <a:pt x="16" y="29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35"/>
                      <a:pt x="8" y="35"/>
                      <a:pt x="8" y="35"/>
                    </a:cubicBezTo>
                    <a:cubicBezTo>
                      <a:pt x="16" y="35"/>
                      <a:pt x="16" y="35"/>
                      <a:pt x="16" y="35"/>
                    </a:cubicBezTo>
                    <a:close/>
                    <a:moveTo>
                      <a:pt x="6" y="35"/>
                    </a:moveTo>
                    <a:cubicBezTo>
                      <a:pt x="6" y="29"/>
                      <a:pt x="6" y="29"/>
                      <a:pt x="6" y="29"/>
                    </a:cubicBezTo>
                    <a:cubicBezTo>
                      <a:pt x="2" y="29"/>
                      <a:pt x="2" y="29"/>
                      <a:pt x="2" y="29"/>
                    </a:cubicBezTo>
                    <a:cubicBezTo>
                      <a:pt x="2" y="35"/>
                      <a:pt x="2" y="35"/>
                      <a:pt x="2" y="35"/>
                    </a:cubicBezTo>
                    <a:cubicBezTo>
                      <a:pt x="6" y="35"/>
                      <a:pt x="6" y="35"/>
                      <a:pt x="6" y="35"/>
                    </a:cubicBezTo>
                    <a:close/>
                    <a:moveTo>
                      <a:pt x="79" y="29"/>
                    </a:moveTo>
                    <a:cubicBezTo>
                      <a:pt x="74" y="29"/>
                      <a:pt x="74" y="29"/>
                      <a:pt x="74" y="29"/>
                    </a:cubicBezTo>
                    <a:cubicBezTo>
                      <a:pt x="74" y="35"/>
                      <a:pt x="74" y="35"/>
                      <a:pt x="74" y="35"/>
                    </a:cubicBezTo>
                    <a:cubicBezTo>
                      <a:pt x="79" y="35"/>
                      <a:pt x="79" y="35"/>
                      <a:pt x="79" y="35"/>
                    </a:cubicBezTo>
                    <a:cubicBezTo>
                      <a:pt x="79" y="29"/>
                      <a:pt x="79" y="29"/>
                      <a:pt x="79" y="29"/>
                    </a:cubicBezTo>
                    <a:close/>
                    <a:moveTo>
                      <a:pt x="73" y="29"/>
                    </a:moveTo>
                    <a:cubicBezTo>
                      <a:pt x="65" y="29"/>
                      <a:pt x="65" y="29"/>
                      <a:pt x="65" y="29"/>
                    </a:cubicBezTo>
                    <a:cubicBezTo>
                      <a:pt x="65" y="35"/>
                      <a:pt x="65" y="35"/>
                      <a:pt x="65" y="35"/>
                    </a:cubicBezTo>
                    <a:cubicBezTo>
                      <a:pt x="73" y="35"/>
                      <a:pt x="73" y="35"/>
                      <a:pt x="73" y="35"/>
                    </a:cubicBezTo>
                    <a:cubicBezTo>
                      <a:pt x="73" y="29"/>
                      <a:pt x="73" y="29"/>
                      <a:pt x="73" y="29"/>
                    </a:cubicBezTo>
                    <a:close/>
                    <a:moveTo>
                      <a:pt x="64" y="29"/>
                    </a:moveTo>
                    <a:cubicBezTo>
                      <a:pt x="55" y="29"/>
                      <a:pt x="55" y="29"/>
                      <a:pt x="55" y="29"/>
                    </a:cubicBezTo>
                    <a:cubicBezTo>
                      <a:pt x="55" y="35"/>
                      <a:pt x="55" y="35"/>
                      <a:pt x="55" y="35"/>
                    </a:cubicBezTo>
                    <a:cubicBezTo>
                      <a:pt x="64" y="35"/>
                      <a:pt x="64" y="35"/>
                      <a:pt x="64" y="35"/>
                    </a:cubicBezTo>
                    <a:cubicBezTo>
                      <a:pt x="64" y="29"/>
                      <a:pt x="64" y="29"/>
                      <a:pt x="64" y="29"/>
                    </a:cubicBezTo>
                    <a:close/>
                    <a:moveTo>
                      <a:pt x="2" y="28"/>
                    </a:moveTo>
                    <a:cubicBezTo>
                      <a:pt x="5" y="28"/>
                      <a:pt x="5" y="28"/>
                      <a:pt x="5" y="28"/>
                    </a:cubicBezTo>
                    <a:cubicBezTo>
                      <a:pt x="5" y="24"/>
                      <a:pt x="5" y="24"/>
                      <a:pt x="5" y="24"/>
                    </a:cubicBezTo>
                    <a:cubicBezTo>
                      <a:pt x="2" y="24"/>
                      <a:pt x="2" y="24"/>
                      <a:pt x="2" y="24"/>
                    </a:cubicBezTo>
                    <a:cubicBezTo>
                      <a:pt x="2" y="28"/>
                      <a:pt x="2" y="28"/>
                      <a:pt x="2" y="28"/>
                    </a:cubicBezTo>
                    <a:close/>
                    <a:moveTo>
                      <a:pt x="6" y="28"/>
                    </a:move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6" y="28"/>
                      <a:pt x="6" y="28"/>
                      <a:pt x="6" y="28"/>
                    </a:cubicBezTo>
                    <a:close/>
                    <a:moveTo>
                      <a:pt x="13" y="28"/>
                    </a:moveTo>
                    <a:cubicBezTo>
                      <a:pt x="18" y="28"/>
                      <a:pt x="18" y="28"/>
                      <a:pt x="18" y="28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3" y="24"/>
                      <a:pt x="13" y="24"/>
                      <a:pt x="13" y="24"/>
                    </a:cubicBezTo>
                    <a:cubicBezTo>
                      <a:pt x="13" y="28"/>
                      <a:pt x="13" y="28"/>
                      <a:pt x="13" y="28"/>
                    </a:cubicBezTo>
                    <a:close/>
                    <a:moveTo>
                      <a:pt x="20" y="28"/>
                    </a:moveTo>
                    <a:cubicBezTo>
                      <a:pt x="30" y="28"/>
                      <a:pt x="30" y="28"/>
                      <a:pt x="30" y="28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8"/>
                      <a:pt x="20" y="28"/>
                      <a:pt x="20" y="28"/>
                    </a:cubicBezTo>
                    <a:close/>
                    <a:moveTo>
                      <a:pt x="31" y="28"/>
                    </a:moveTo>
                    <a:cubicBezTo>
                      <a:pt x="40" y="28"/>
                      <a:pt x="40" y="28"/>
                      <a:pt x="40" y="28"/>
                    </a:cubicBezTo>
                    <a:cubicBezTo>
                      <a:pt x="40" y="24"/>
                      <a:pt x="40" y="24"/>
                      <a:pt x="40" y="24"/>
                    </a:cubicBezTo>
                    <a:cubicBezTo>
                      <a:pt x="31" y="24"/>
                      <a:pt x="31" y="24"/>
                      <a:pt x="31" y="24"/>
                    </a:cubicBezTo>
                    <a:cubicBezTo>
                      <a:pt x="31" y="28"/>
                      <a:pt x="31" y="28"/>
                      <a:pt x="31" y="28"/>
                    </a:cubicBezTo>
                    <a:close/>
                    <a:moveTo>
                      <a:pt x="41" y="28"/>
                    </a:moveTo>
                    <a:cubicBezTo>
                      <a:pt x="50" y="28"/>
                      <a:pt x="50" y="28"/>
                      <a:pt x="50" y="28"/>
                    </a:cubicBezTo>
                    <a:cubicBezTo>
                      <a:pt x="50" y="24"/>
                      <a:pt x="50" y="24"/>
                      <a:pt x="50" y="24"/>
                    </a:cubicBezTo>
                    <a:cubicBezTo>
                      <a:pt x="41" y="24"/>
                      <a:pt x="41" y="24"/>
                      <a:pt x="41" y="24"/>
                    </a:cubicBezTo>
                    <a:cubicBezTo>
                      <a:pt x="41" y="28"/>
                      <a:pt x="41" y="28"/>
                      <a:pt x="41" y="28"/>
                    </a:cubicBezTo>
                    <a:close/>
                    <a:moveTo>
                      <a:pt x="51" y="28"/>
                    </a:moveTo>
                    <a:cubicBezTo>
                      <a:pt x="61" y="28"/>
                      <a:pt x="61" y="28"/>
                      <a:pt x="61" y="28"/>
                    </a:cubicBezTo>
                    <a:cubicBezTo>
                      <a:pt x="61" y="24"/>
                      <a:pt x="61" y="24"/>
                      <a:pt x="61" y="24"/>
                    </a:cubicBezTo>
                    <a:cubicBezTo>
                      <a:pt x="51" y="24"/>
                      <a:pt x="51" y="24"/>
                      <a:pt x="51" y="24"/>
                    </a:cubicBezTo>
                    <a:cubicBezTo>
                      <a:pt x="51" y="28"/>
                      <a:pt x="51" y="28"/>
                      <a:pt x="51" y="28"/>
                    </a:cubicBezTo>
                    <a:close/>
                    <a:moveTo>
                      <a:pt x="63" y="28"/>
                    </a:moveTo>
                    <a:cubicBezTo>
                      <a:pt x="67" y="28"/>
                      <a:pt x="67" y="28"/>
                      <a:pt x="67" y="28"/>
                    </a:cubicBezTo>
                    <a:cubicBezTo>
                      <a:pt x="67" y="24"/>
                      <a:pt x="67" y="24"/>
                      <a:pt x="67" y="24"/>
                    </a:cubicBezTo>
                    <a:cubicBezTo>
                      <a:pt x="63" y="24"/>
                      <a:pt x="63" y="24"/>
                      <a:pt x="63" y="24"/>
                    </a:cubicBezTo>
                    <a:cubicBezTo>
                      <a:pt x="63" y="28"/>
                      <a:pt x="63" y="28"/>
                      <a:pt x="63" y="28"/>
                    </a:cubicBezTo>
                    <a:close/>
                    <a:moveTo>
                      <a:pt x="69" y="28"/>
                    </a:moveTo>
                    <a:cubicBezTo>
                      <a:pt x="74" y="28"/>
                      <a:pt x="74" y="28"/>
                      <a:pt x="74" y="28"/>
                    </a:cubicBezTo>
                    <a:cubicBezTo>
                      <a:pt x="74" y="24"/>
                      <a:pt x="74" y="24"/>
                      <a:pt x="74" y="24"/>
                    </a:cubicBezTo>
                    <a:cubicBezTo>
                      <a:pt x="69" y="24"/>
                      <a:pt x="69" y="24"/>
                      <a:pt x="69" y="24"/>
                    </a:cubicBezTo>
                    <a:cubicBezTo>
                      <a:pt x="69" y="28"/>
                      <a:pt x="69" y="28"/>
                      <a:pt x="69" y="28"/>
                    </a:cubicBezTo>
                    <a:close/>
                    <a:moveTo>
                      <a:pt x="76" y="28"/>
                    </a:moveTo>
                    <a:cubicBezTo>
                      <a:pt x="79" y="28"/>
                      <a:pt x="79" y="28"/>
                      <a:pt x="79" y="28"/>
                    </a:cubicBezTo>
                    <a:cubicBezTo>
                      <a:pt x="79" y="24"/>
                      <a:pt x="79" y="24"/>
                      <a:pt x="79" y="24"/>
                    </a:cubicBezTo>
                    <a:cubicBezTo>
                      <a:pt x="76" y="24"/>
                      <a:pt x="76" y="24"/>
                      <a:pt x="76" y="24"/>
                    </a:cubicBezTo>
                    <a:cubicBezTo>
                      <a:pt x="76" y="28"/>
                      <a:pt x="76" y="28"/>
                      <a:pt x="76" y="28"/>
                    </a:cubicBezTo>
                    <a:close/>
                    <a:moveTo>
                      <a:pt x="79" y="36"/>
                    </a:moveTo>
                    <a:cubicBezTo>
                      <a:pt x="69" y="36"/>
                      <a:pt x="69" y="36"/>
                      <a:pt x="69" y="36"/>
                    </a:cubicBezTo>
                    <a:cubicBezTo>
                      <a:pt x="69" y="59"/>
                      <a:pt x="69" y="59"/>
                      <a:pt x="69" y="59"/>
                    </a:cubicBezTo>
                    <a:cubicBezTo>
                      <a:pt x="69" y="60"/>
                      <a:pt x="69" y="60"/>
                      <a:pt x="69" y="60"/>
                    </a:cubicBezTo>
                    <a:cubicBezTo>
                      <a:pt x="69" y="60"/>
                      <a:pt x="69" y="60"/>
                      <a:pt x="69" y="60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57" y="60"/>
                      <a:pt x="57" y="60"/>
                      <a:pt x="57" y="60"/>
                    </a:cubicBezTo>
                    <a:cubicBezTo>
                      <a:pt x="57" y="60"/>
                      <a:pt x="57" y="60"/>
                      <a:pt x="57" y="60"/>
                    </a:cubicBezTo>
                    <a:cubicBezTo>
                      <a:pt x="55" y="60"/>
                      <a:pt x="55" y="60"/>
                      <a:pt x="55" y="60"/>
                    </a:cubicBezTo>
                    <a:cubicBezTo>
                      <a:pt x="55" y="60"/>
                      <a:pt x="55" y="60"/>
                      <a:pt x="55" y="60"/>
                    </a:cubicBezTo>
                    <a:cubicBezTo>
                      <a:pt x="52" y="60"/>
                      <a:pt x="52" y="60"/>
                      <a:pt x="52" y="60"/>
                    </a:cubicBezTo>
                    <a:cubicBezTo>
                      <a:pt x="52" y="60"/>
                      <a:pt x="52" y="60"/>
                      <a:pt x="52" y="60"/>
                    </a:cubicBezTo>
                    <a:cubicBezTo>
                      <a:pt x="51" y="60"/>
                      <a:pt x="51" y="60"/>
                      <a:pt x="51" y="60"/>
                    </a:cubicBezTo>
                    <a:cubicBezTo>
                      <a:pt x="51" y="60"/>
                      <a:pt x="51" y="60"/>
                      <a:pt x="51" y="60"/>
                    </a:cubicBezTo>
                    <a:cubicBezTo>
                      <a:pt x="30" y="60"/>
                      <a:pt x="30" y="60"/>
                      <a:pt x="30" y="60"/>
                    </a:cubicBezTo>
                    <a:cubicBezTo>
                      <a:pt x="30" y="60"/>
                      <a:pt x="30" y="60"/>
                      <a:pt x="30" y="60"/>
                    </a:cubicBezTo>
                    <a:cubicBezTo>
                      <a:pt x="29" y="60"/>
                      <a:pt x="29" y="60"/>
                      <a:pt x="29" y="60"/>
                    </a:cubicBezTo>
                    <a:cubicBezTo>
                      <a:pt x="29" y="60"/>
                      <a:pt x="29" y="60"/>
                      <a:pt x="29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4" y="60"/>
                      <a:pt x="24" y="60"/>
                      <a:pt x="24" y="60"/>
                    </a:cubicBezTo>
                    <a:cubicBezTo>
                      <a:pt x="24" y="60"/>
                      <a:pt x="24" y="60"/>
                      <a:pt x="24" y="60"/>
                    </a:cubicBezTo>
                    <a:cubicBezTo>
                      <a:pt x="13" y="60"/>
                      <a:pt x="13" y="60"/>
                      <a:pt x="13" y="60"/>
                    </a:cubicBezTo>
                    <a:cubicBezTo>
                      <a:pt x="13" y="60"/>
                      <a:pt x="13" y="60"/>
                      <a:pt x="13" y="60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2" y="36"/>
                      <a:pt x="2" y="36"/>
                      <a:pt x="2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8"/>
                      <a:pt x="6" y="18"/>
                      <a:pt x="6" y="18"/>
                    </a:cubicBezTo>
                    <a:cubicBezTo>
                      <a:pt x="9" y="18"/>
                      <a:pt x="9" y="18"/>
                      <a:pt x="9" y="18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11" y="12"/>
                      <a:pt x="11" y="12"/>
                      <a:pt x="11" y="12"/>
                    </a:cubicBezTo>
                    <a:cubicBezTo>
                      <a:pt x="11" y="12"/>
                      <a:pt x="11" y="12"/>
                      <a:pt x="11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4"/>
                      <a:pt x="18" y="14"/>
                      <a:pt x="18" y="14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9" y="1"/>
                      <a:pt x="29" y="1"/>
                      <a:pt x="29" y="1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32" y="6"/>
                      <a:pt x="32" y="6"/>
                      <a:pt x="32" y="6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9" y="1"/>
                      <a:pt x="39" y="1"/>
                      <a:pt x="39" y="1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8" y="1"/>
                      <a:pt x="48" y="1"/>
                      <a:pt x="48" y="1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52" y="6"/>
                      <a:pt x="52" y="6"/>
                      <a:pt x="52" y="6"/>
                    </a:cubicBezTo>
                    <a:cubicBezTo>
                      <a:pt x="52" y="1"/>
                      <a:pt x="52" y="1"/>
                      <a:pt x="52" y="1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12"/>
                      <a:pt x="58" y="12"/>
                      <a:pt x="58" y="12"/>
                    </a:cubicBezTo>
                    <a:cubicBezTo>
                      <a:pt x="61" y="12"/>
                      <a:pt x="61" y="12"/>
                      <a:pt x="61" y="12"/>
                    </a:cubicBezTo>
                    <a:cubicBezTo>
                      <a:pt x="61" y="12"/>
                      <a:pt x="61" y="12"/>
                      <a:pt x="61" y="12"/>
                    </a:cubicBezTo>
                    <a:cubicBezTo>
                      <a:pt x="63" y="12"/>
                      <a:pt x="63" y="12"/>
                      <a:pt x="63" y="12"/>
                    </a:cubicBezTo>
                    <a:cubicBezTo>
                      <a:pt x="63" y="12"/>
                      <a:pt x="63" y="12"/>
                      <a:pt x="63" y="12"/>
                    </a:cubicBezTo>
                    <a:cubicBezTo>
                      <a:pt x="63" y="14"/>
                      <a:pt x="63" y="14"/>
                      <a:pt x="63" y="14"/>
                    </a:cubicBezTo>
                    <a:cubicBezTo>
                      <a:pt x="63" y="18"/>
                      <a:pt x="63" y="18"/>
                      <a:pt x="63" y="18"/>
                    </a:cubicBezTo>
                    <a:cubicBezTo>
                      <a:pt x="66" y="18"/>
                      <a:pt x="66" y="18"/>
                      <a:pt x="66" y="18"/>
                    </a:cubicBezTo>
                    <a:cubicBezTo>
                      <a:pt x="66" y="12"/>
                      <a:pt x="66" y="12"/>
                      <a:pt x="66" y="12"/>
                    </a:cubicBezTo>
                    <a:cubicBezTo>
                      <a:pt x="67" y="12"/>
                      <a:pt x="67" y="12"/>
                      <a:pt x="67" y="12"/>
                    </a:cubicBezTo>
                    <a:cubicBezTo>
                      <a:pt x="67" y="12"/>
                      <a:pt x="67" y="12"/>
                      <a:pt x="67" y="12"/>
                    </a:cubicBezTo>
                    <a:cubicBezTo>
                      <a:pt x="70" y="12"/>
                      <a:pt x="70" y="12"/>
                      <a:pt x="70" y="12"/>
                    </a:cubicBezTo>
                    <a:cubicBezTo>
                      <a:pt x="70" y="12"/>
                      <a:pt x="70" y="12"/>
                      <a:pt x="70" y="12"/>
                    </a:cubicBezTo>
                    <a:cubicBezTo>
                      <a:pt x="72" y="12"/>
                      <a:pt x="72" y="12"/>
                      <a:pt x="72" y="12"/>
                    </a:cubicBezTo>
                    <a:cubicBezTo>
                      <a:pt x="72" y="12"/>
                      <a:pt x="72" y="12"/>
                      <a:pt x="72" y="12"/>
                    </a:cubicBezTo>
                    <a:cubicBezTo>
                      <a:pt x="72" y="14"/>
                      <a:pt x="72" y="14"/>
                      <a:pt x="72" y="14"/>
                    </a:cubicBezTo>
                    <a:cubicBezTo>
                      <a:pt x="72" y="18"/>
                      <a:pt x="72" y="18"/>
                      <a:pt x="72" y="18"/>
                    </a:cubicBezTo>
                    <a:cubicBezTo>
                      <a:pt x="75" y="18"/>
                      <a:pt x="75" y="18"/>
                      <a:pt x="75" y="18"/>
                    </a:cubicBezTo>
                    <a:cubicBezTo>
                      <a:pt x="75" y="12"/>
                      <a:pt x="75" y="12"/>
                      <a:pt x="75" y="12"/>
                    </a:cubicBezTo>
                    <a:cubicBezTo>
                      <a:pt x="76" y="12"/>
                      <a:pt x="76" y="12"/>
                      <a:pt x="76" y="12"/>
                    </a:cubicBezTo>
                    <a:cubicBezTo>
                      <a:pt x="76" y="12"/>
                      <a:pt x="76" y="12"/>
                      <a:pt x="76" y="12"/>
                    </a:cubicBezTo>
                    <a:cubicBezTo>
                      <a:pt x="79" y="12"/>
                      <a:pt x="79" y="12"/>
                      <a:pt x="79" y="12"/>
                    </a:cubicBezTo>
                    <a:cubicBezTo>
                      <a:pt x="79" y="12"/>
                      <a:pt x="79" y="12"/>
                      <a:pt x="79" y="12"/>
                    </a:cubicBezTo>
                    <a:cubicBezTo>
                      <a:pt x="81" y="12"/>
                      <a:pt x="81" y="12"/>
                      <a:pt x="81" y="12"/>
                    </a:cubicBezTo>
                    <a:cubicBezTo>
                      <a:pt x="81" y="12"/>
                      <a:pt x="81" y="12"/>
                      <a:pt x="81" y="12"/>
                    </a:cubicBezTo>
                    <a:cubicBezTo>
                      <a:pt x="81" y="14"/>
                      <a:pt x="81" y="14"/>
                      <a:pt x="81" y="14"/>
                    </a:cubicBezTo>
                    <a:cubicBezTo>
                      <a:pt x="81" y="35"/>
                      <a:pt x="81" y="35"/>
                      <a:pt x="81" y="35"/>
                    </a:cubicBezTo>
                    <a:cubicBezTo>
                      <a:pt x="81" y="36"/>
                      <a:pt x="81" y="36"/>
                      <a:pt x="81" y="36"/>
                    </a:cubicBezTo>
                    <a:cubicBezTo>
                      <a:pt x="79" y="36"/>
                      <a:pt x="79" y="36"/>
                      <a:pt x="79" y="36"/>
                    </a:cubicBezTo>
                    <a:close/>
                    <a:moveTo>
                      <a:pt x="68" y="36"/>
                    </a:moveTo>
                    <a:cubicBezTo>
                      <a:pt x="61" y="36"/>
                      <a:pt x="61" y="36"/>
                      <a:pt x="61" y="36"/>
                    </a:cubicBezTo>
                    <a:cubicBezTo>
                      <a:pt x="61" y="39"/>
                      <a:pt x="61" y="39"/>
                      <a:pt x="61" y="39"/>
                    </a:cubicBezTo>
                    <a:cubicBezTo>
                      <a:pt x="68" y="39"/>
                      <a:pt x="68" y="39"/>
                      <a:pt x="68" y="39"/>
                    </a:cubicBezTo>
                    <a:cubicBezTo>
                      <a:pt x="68" y="36"/>
                      <a:pt x="68" y="36"/>
                      <a:pt x="68" y="36"/>
                    </a:cubicBezTo>
                    <a:close/>
                    <a:moveTo>
                      <a:pt x="23" y="14"/>
                    </a:moveTo>
                    <a:cubicBezTo>
                      <a:pt x="20" y="14"/>
                      <a:pt x="20" y="14"/>
                      <a:pt x="20" y="14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5" y="19"/>
                      <a:pt x="15" y="19"/>
                      <a:pt x="15" y="19"/>
                    </a:cubicBezTo>
                    <a:cubicBezTo>
                      <a:pt x="15" y="19"/>
                      <a:pt x="15" y="19"/>
                      <a:pt x="15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11" y="14"/>
                      <a:pt x="11" y="14"/>
                      <a:pt x="11" y="14"/>
                    </a:cubicBezTo>
                    <a:cubicBezTo>
                      <a:pt x="11" y="19"/>
                      <a:pt x="11" y="19"/>
                      <a:pt x="11" y="19"/>
                    </a:cubicBezTo>
                    <a:cubicBezTo>
                      <a:pt x="9" y="19"/>
                      <a:pt x="9" y="19"/>
                      <a:pt x="9" y="19"/>
                    </a:cubicBezTo>
                    <a:cubicBezTo>
                      <a:pt x="9" y="19"/>
                      <a:pt x="9" y="19"/>
                      <a:pt x="9" y="19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23" y="14"/>
                      <a:pt x="23" y="14"/>
                      <a:pt x="23" y="14"/>
                    </a:cubicBezTo>
                    <a:close/>
                    <a:moveTo>
                      <a:pt x="26" y="22"/>
                    </a:moveTo>
                    <a:cubicBezTo>
                      <a:pt x="26" y="18"/>
                      <a:pt x="26" y="18"/>
                      <a:pt x="26" y="1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2" y="18"/>
                      <a:pt x="32" y="18"/>
                      <a:pt x="32" y="18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26" y="22"/>
                      <a:pt x="26" y="22"/>
                      <a:pt x="26" y="22"/>
                    </a:cubicBezTo>
                    <a:close/>
                    <a:moveTo>
                      <a:pt x="36" y="22"/>
                    </a:moveTo>
                    <a:cubicBezTo>
                      <a:pt x="36" y="18"/>
                      <a:pt x="36" y="18"/>
                      <a:pt x="36" y="18"/>
                    </a:cubicBezTo>
                    <a:cubicBezTo>
                      <a:pt x="40" y="18"/>
                      <a:pt x="40" y="18"/>
                      <a:pt x="40" y="18"/>
                    </a:cubicBezTo>
                    <a:cubicBezTo>
                      <a:pt x="41" y="18"/>
                      <a:pt x="41" y="18"/>
                      <a:pt x="41" y="18"/>
                    </a:cubicBezTo>
                    <a:cubicBezTo>
                      <a:pt x="45" y="18"/>
                      <a:pt x="45" y="18"/>
                      <a:pt x="45" y="18"/>
                    </a:cubicBezTo>
                    <a:cubicBezTo>
                      <a:pt x="45" y="22"/>
                      <a:pt x="45" y="22"/>
                      <a:pt x="45" y="22"/>
                    </a:cubicBezTo>
                    <a:cubicBezTo>
                      <a:pt x="36" y="22"/>
                      <a:pt x="36" y="22"/>
                      <a:pt x="36" y="22"/>
                    </a:cubicBezTo>
                    <a:close/>
                    <a:moveTo>
                      <a:pt x="46" y="22"/>
                    </a:moveTo>
                    <a:cubicBezTo>
                      <a:pt x="46" y="18"/>
                      <a:pt x="46" y="18"/>
                      <a:pt x="46" y="18"/>
                    </a:cubicBezTo>
                    <a:cubicBezTo>
                      <a:pt x="49" y="18"/>
                      <a:pt x="49" y="18"/>
                      <a:pt x="49" y="18"/>
                    </a:cubicBezTo>
                    <a:cubicBezTo>
                      <a:pt x="51" y="18"/>
                      <a:pt x="51" y="18"/>
                      <a:pt x="51" y="18"/>
                    </a:cubicBezTo>
                    <a:cubicBezTo>
                      <a:pt x="54" y="18"/>
                      <a:pt x="54" y="18"/>
                      <a:pt x="54" y="18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46" y="22"/>
                      <a:pt x="46" y="22"/>
                      <a:pt x="46" y="22"/>
                    </a:cubicBezTo>
                    <a:close/>
                    <a:moveTo>
                      <a:pt x="57" y="59"/>
                    </a:moveTo>
                    <a:cubicBezTo>
                      <a:pt x="64" y="59"/>
                      <a:pt x="64" y="59"/>
                      <a:pt x="64" y="59"/>
                    </a:cubicBezTo>
                    <a:cubicBezTo>
                      <a:pt x="64" y="53"/>
                      <a:pt x="64" y="53"/>
                      <a:pt x="64" y="53"/>
                    </a:cubicBezTo>
                    <a:cubicBezTo>
                      <a:pt x="57" y="53"/>
                      <a:pt x="57" y="53"/>
                      <a:pt x="57" y="53"/>
                    </a:cubicBezTo>
                    <a:cubicBezTo>
                      <a:pt x="57" y="59"/>
                      <a:pt x="57" y="59"/>
                      <a:pt x="57" y="59"/>
                    </a:cubicBezTo>
                    <a:close/>
                    <a:moveTo>
                      <a:pt x="65" y="59"/>
                    </a:moveTo>
                    <a:cubicBezTo>
                      <a:pt x="68" y="59"/>
                      <a:pt x="68" y="59"/>
                      <a:pt x="68" y="59"/>
                    </a:cubicBezTo>
                    <a:cubicBezTo>
                      <a:pt x="68" y="53"/>
                      <a:pt x="68" y="53"/>
                      <a:pt x="68" y="53"/>
                    </a:cubicBezTo>
                    <a:cubicBezTo>
                      <a:pt x="65" y="53"/>
                      <a:pt x="65" y="53"/>
                      <a:pt x="65" y="53"/>
                    </a:cubicBezTo>
                    <a:cubicBezTo>
                      <a:pt x="65" y="59"/>
                      <a:pt x="65" y="59"/>
                      <a:pt x="65" y="59"/>
                    </a:cubicBezTo>
                    <a:close/>
                    <a:moveTo>
                      <a:pt x="57" y="1"/>
                    </a:moveTo>
                    <a:cubicBezTo>
                      <a:pt x="57" y="9"/>
                      <a:pt x="57" y="9"/>
                      <a:pt x="57" y="9"/>
                    </a:cubicBezTo>
                    <a:cubicBezTo>
                      <a:pt x="24" y="9"/>
                      <a:pt x="24" y="9"/>
                      <a:pt x="24" y="9"/>
                    </a:cubicBezTo>
                    <a:cubicBezTo>
                      <a:pt x="24" y="1"/>
                      <a:pt x="24" y="1"/>
                      <a:pt x="24" y="1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1"/>
                      <a:pt x="34" y="1"/>
                      <a:pt x="34" y="1"/>
                    </a:cubicBezTo>
                    <a:cubicBezTo>
                      <a:pt x="37" y="1"/>
                      <a:pt x="37" y="1"/>
                      <a:pt x="37" y="1"/>
                    </a:cubicBezTo>
                    <a:cubicBezTo>
                      <a:pt x="37" y="6"/>
                      <a:pt x="37" y="6"/>
                      <a:pt x="37" y="6"/>
                    </a:cubicBezTo>
                    <a:cubicBezTo>
                      <a:pt x="37" y="7"/>
                      <a:pt x="37" y="7"/>
                      <a:pt x="37" y="7"/>
                    </a:cubicBezTo>
                    <a:cubicBezTo>
                      <a:pt x="37" y="7"/>
                      <a:pt x="37" y="7"/>
                      <a:pt x="37" y="7"/>
                    </a:cubicBezTo>
                    <a:cubicBezTo>
                      <a:pt x="43" y="7"/>
                      <a:pt x="43" y="7"/>
                      <a:pt x="43" y="7"/>
                    </a:cubicBezTo>
                    <a:cubicBezTo>
                      <a:pt x="43" y="7"/>
                      <a:pt x="43" y="7"/>
                      <a:pt x="43" y="7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44" y="1"/>
                      <a:pt x="44" y="1"/>
                      <a:pt x="44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7" y="6"/>
                      <a:pt x="47" y="6"/>
                      <a:pt x="47" y="6"/>
                    </a:cubicBezTo>
                    <a:cubicBezTo>
                      <a:pt x="47" y="7"/>
                      <a:pt x="47" y="7"/>
                      <a:pt x="47" y="7"/>
                    </a:cubicBezTo>
                    <a:cubicBezTo>
                      <a:pt x="47" y="7"/>
                      <a:pt x="47" y="7"/>
                      <a:pt x="47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1"/>
                      <a:pt x="53" y="1"/>
                      <a:pt x="53" y="1"/>
                    </a:cubicBezTo>
                    <a:cubicBezTo>
                      <a:pt x="57" y="1"/>
                      <a:pt x="57" y="1"/>
                      <a:pt x="57" y="1"/>
                    </a:cubicBezTo>
                    <a:close/>
                    <a:moveTo>
                      <a:pt x="24" y="16"/>
                    </a:moveTo>
                    <a:cubicBezTo>
                      <a:pt x="24" y="10"/>
                      <a:pt x="24" y="10"/>
                      <a:pt x="24" y="10"/>
                    </a:cubicBezTo>
                    <a:cubicBezTo>
                      <a:pt x="31" y="10"/>
                      <a:pt x="31" y="10"/>
                      <a:pt x="31" y="10"/>
                    </a:cubicBezTo>
                    <a:cubicBezTo>
                      <a:pt x="31" y="16"/>
                      <a:pt x="31" y="16"/>
                      <a:pt x="31" y="16"/>
                    </a:cubicBezTo>
                    <a:cubicBezTo>
                      <a:pt x="24" y="16"/>
                      <a:pt x="24" y="16"/>
                      <a:pt x="24" y="16"/>
                    </a:cubicBezTo>
                    <a:close/>
                    <a:moveTo>
                      <a:pt x="32" y="16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40" y="10"/>
                      <a:pt x="40" y="10"/>
                      <a:pt x="40" y="10"/>
                    </a:cubicBezTo>
                    <a:cubicBezTo>
                      <a:pt x="40" y="16"/>
                      <a:pt x="40" y="16"/>
                      <a:pt x="40" y="16"/>
                    </a:cubicBezTo>
                    <a:cubicBezTo>
                      <a:pt x="32" y="16"/>
                      <a:pt x="32" y="16"/>
                      <a:pt x="32" y="16"/>
                    </a:cubicBezTo>
                    <a:close/>
                    <a:moveTo>
                      <a:pt x="41" y="16"/>
                    </a:moveTo>
                    <a:cubicBezTo>
                      <a:pt x="41" y="10"/>
                      <a:pt x="41" y="10"/>
                      <a:pt x="41" y="10"/>
                    </a:cubicBezTo>
                    <a:cubicBezTo>
                      <a:pt x="49" y="10"/>
                      <a:pt x="49" y="10"/>
                      <a:pt x="49" y="10"/>
                    </a:cubicBezTo>
                    <a:cubicBezTo>
                      <a:pt x="49" y="16"/>
                      <a:pt x="49" y="16"/>
                      <a:pt x="49" y="16"/>
                    </a:cubicBezTo>
                    <a:cubicBezTo>
                      <a:pt x="41" y="16"/>
                      <a:pt x="41" y="16"/>
                      <a:pt x="41" y="16"/>
                    </a:cubicBezTo>
                    <a:close/>
                    <a:moveTo>
                      <a:pt x="51" y="16"/>
                    </a:moveTo>
                    <a:cubicBezTo>
                      <a:pt x="51" y="10"/>
                      <a:pt x="51" y="10"/>
                      <a:pt x="51" y="10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57" y="16"/>
                      <a:pt x="57" y="16"/>
                      <a:pt x="57" y="16"/>
                    </a:cubicBezTo>
                    <a:cubicBezTo>
                      <a:pt x="51" y="16"/>
                      <a:pt x="51" y="16"/>
                      <a:pt x="51" y="16"/>
                    </a:cubicBezTo>
                    <a:close/>
                    <a:moveTo>
                      <a:pt x="68" y="52"/>
                    </a:moveTo>
                    <a:cubicBezTo>
                      <a:pt x="68" y="46"/>
                      <a:pt x="68" y="46"/>
                      <a:pt x="68" y="46"/>
                    </a:cubicBezTo>
                    <a:cubicBezTo>
                      <a:pt x="62" y="46"/>
                      <a:pt x="62" y="46"/>
                      <a:pt x="62" y="46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8" y="52"/>
                      <a:pt x="68" y="52"/>
                      <a:pt x="68" y="52"/>
                    </a:cubicBezTo>
                    <a:close/>
                    <a:moveTo>
                      <a:pt x="68" y="45"/>
                    </a:moveTo>
                    <a:cubicBezTo>
                      <a:pt x="68" y="41"/>
                      <a:pt x="68" y="41"/>
                      <a:pt x="68" y="41"/>
                    </a:cubicBezTo>
                    <a:cubicBezTo>
                      <a:pt x="65" y="41"/>
                      <a:pt x="65" y="41"/>
                      <a:pt x="65" y="41"/>
                    </a:cubicBezTo>
                    <a:cubicBezTo>
                      <a:pt x="65" y="45"/>
                      <a:pt x="65" y="45"/>
                      <a:pt x="65" y="45"/>
                    </a:cubicBezTo>
                    <a:cubicBezTo>
                      <a:pt x="68" y="45"/>
                      <a:pt x="68" y="45"/>
                      <a:pt x="68" y="45"/>
                    </a:cubicBezTo>
                    <a:close/>
                    <a:moveTo>
                      <a:pt x="61" y="46"/>
                    </a:moveTo>
                    <a:cubicBezTo>
                      <a:pt x="61" y="52"/>
                      <a:pt x="61" y="52"/>
                      <a:pt x="61" y="52"/>
                    </a:cubicBezTo>
                    <a:cubicBezTo>
                      <a:pt x="57" y="52"/>
                      <a:pt x="57" y="52"/>
                      <a:pt x="57" y="52"/>
                    </a:cubicBezTo>
                    <a:cubicBezTo>
                      <a:pt x="57" y="46"/>
                      <a:pt x="57" y="46"/>
                      <a:pt x="57" y="46"/>
                    </a:cubicBezTo>
                    <a:cubicBezTo>
                      <a:pt x="61" y="46"/>
                      <a:pt x="61" y="46"/>
                      <a:pt x="61" y="46"/>
                    </a:cubicBezTo>
                    <a:close/>
                    <a:moveTo>
                      <a:pt x="64" y="41"/>
                    </a:moveTo>
                    <a:cubicBezTo>
                      <a:pt x="64" y="45"/>
                      <a:pt x="64" y="45"/>
                      <a:pt x="64" y="45"/>
                    </a:cubicBezTo>
                    <a:cubicBezTo>
                      <a:pt x="57" y="45"/>
                      <a:pt x="57" y="45"/>
                      <a:pt x="57" y="45"/>
                    </a:cubicBezTo>
                    <a:cubicBezTo>
                      <a:pt x="57" y="41"/>
                      <a:pt x="57" y="41"/>
                      <a:pt x="57" y="41"/>
                    </a:cubicBezTo>
                    <a:cubicBezTo>
                      <a:pt x="64" y="41"/>
                      <a:pt x="64" y="41"/>
                      <a:pt x="64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2" name="Freeform 20"/>
              <p:cNvSpPr>
                <a:spLocks noEditPoints="1"/>
              </p:cNvSpPr>
              <p:nvPr/>
            </p:nvSpPr>
            <p:spPr bwMode="auto">
              <a:xfrm>
                <a:off x="4348163" y="1792288"/>
                <a:ext cx="441325" cy="260350"/>
              </a:xfrm>
              <a:custGeom>
                <a:avLst/>
                <a:gdLst>
                  <a:gd name="T0" fmla="*/ 97 w 278"/>
                  <a:gd name="T1" fmla="*/ 0 h 164"/>
                  <a:gd name="T2" fmla="*/ 0 w 278"/>
                  <a:gd name="T3" fmla="*/ 7 h 164"/>
                  <a:gd name="T4" fmla="*/ 0 w 278"/>
                  <a:gd name="T5" fmla="*/ 0 h 164"/>
                  <a:gd name="T6" fmla="*/ 278 w 278"/>
                  <a:gd name="T7" fmla="*/ 0 h 164"/>
                  <a:gd name="T8" fmla="*/ 180 w 278"/>
                  <a:gd name="T9" fmla="*/ 7 h 164"/>
                  <a:gd name="T10" fmla="*/ 180 w 278"/>
                  <a:gd name="T11" fmla="*/ 0 h 164"/>
                  <a:gd name="T12" fmla="*/ 45 w 278"/>
                  <a:gd name="T13" fmla="*/ 59 h 164"/>
                  <a:gd name="T14" fmla="*/ 2 w 278"/>
                  <a:gd name="T15" fmla="*/ 64 h 164"/>
                  <a:gd name="T16" fmla="*/ 2 w 278"/>
                  <a:gd name="T17" fmla="*/ 59 h 164"/>
                  <a:gd name="T18" fmla="*/ 275 w 278"/>
                  <a:gd name="T19" fmla="*/ 59 h 164"/>
                  <a:gd name="T20" fmla="*/ 232 w 278"/>
                  <a:gd name="T21" fmla="*/ 64 h 164"/>
                  <a:gd name="T22" fmla="*/ 232 w 278"/>
                  <a:gd name="T23" fmla="*/ 59 h 164"/>
                  <a:gd name="T24" fmla="*/ 69 w 278"/>
                  <a:gd name="T25" fmla="*/ 102 h 164"/>
                  <a:gd name="T26" fmla="*/ 7 w 278"/>
                  <a:gd name="T27" fmla="*/ 109 h 164"/>
                  <a:gd name="T28" fmla="*/ 7 w 278"/>
                  <a:gd name="T29" fmla="*/ 102 h 164"/>
                  <a:gd name="T30" fmla="*/ 164 w 278"/>
                  <a:gd name="T31" fmla="*/ 102 h 164"/>
                  <a:gd name="T32" fmla="*/ 114 w 278"/>
                  <a:gd name="T33" fmla="*/ 109 h 164"/>
                  <a:gd name="T34" fmla="*/ 114 w 278"/>
                  <a:gd name="T35" fmla="*/ 102 h 164"/>
                  <a:gd name="T36" fmla="*/ 270 w 278"/>
                  <a:gd name="T37" fmla="*/ 102 h 164"/>
                  <a:gd name="T38" fmla="*/ 206 w 278"/>
                  <a:gd name="T39" fmla="*/ 109 h 164"/>
                  <a:gd name="T40" fmla="*/ 206 w 278"/>
                  <a:gd name="T41" fmla="*/ 102 h 164"/>
                  <a:gd name="T42" fmla="*/ 81 w 278"/>
                  <a:gd name="T43" fmla="*/ 159 h 164"/>
                  <a:gd name="T44" fmla="*/ 111 w 278"/>
                  <a:gd name="T45" fmla="*/ 133 h 164"/>
                  <a:gd name="T46" fmla="*/ 114 w 278"/>
                  <a:gd name="T47" fmla="*/ 133 h 164"/>
                  <a:gd name="T48" fmla="*/ 185 w 278"/>
                  <a:gd name="T49" fmla="*/ 159 h 164"/>
                  <a:gd name="T50" fmla="*/ 164 w 278"/>
                  <a:gd name="T51" fmla="*/ 131 h 164"/>
                  <a:gd name="T52" fmla="*/ 164 w 278"/>
                  <a:gd name="T53" fmla="*/ 133 h 164"/>
                  <a:gd name="T54" fmla="*/ 166 w 278"/>
                  <a:gd name="T55" fmla="*/ 133 h 164"/>
                  <a:gd name="T56" fmla="*/ 194 w 278"/>
                  <a:gd name="T57" fmla="*/ 159 h 164"/>
                  <a:gd name="T58" fmla="*/ 261 w 278"/>
                  <a:gd name="T59" fmla="*/ 164 h 164"/>
                  <a:gd name="T60" fmla="*/ 16 w 278"/>
                  <a:gd name="T61" fmla="*/ 159 h 164"/>
                  <a:gd name="T62" fmla="*/ 114 w 278"/>
                  <a:gd name="T63" fmla="*/ 131 h 164"/>
                  <a:gd name="T64" fmla="*/ 114 w 278"/>
                  <a:gd name="T65" fmla="*/ 133 h 164"/>
                  <a:gd name="T66" fmla="*/ 114 w 278"/>
                  <a:gd name="T67" fmla="*/ 131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78" h="164">
                    <a:moveTo>
                      <a:pt x="0" y="0"/>
                    </a:moveTo>
                    <a:lnTo>
                      <a:pt x="97" y="0"/>
                    </a:lnTo>
                    <a:lnTo>
                      <a:pt x="97" y="7"/>
                    </a:lnTo>
                    <a:lnTo>
                      <a:pt x="0" y="7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180" y="0"/>
                    </a:moveTo>
                    <a:lnTo>
                      <a:pt x="278" y="0"/>
                    </a:lnTo>
                    <a:lnTo>
                      <a:pt x="278" y="7"/>
                    </a:lnTo>
                    <a:lnTo>
                      <a:pt x="180" y="7"/>
                    </a:lnTo>
                    <a:lnTo>
                      <a:pt x="180" y="0"/>
                    </a:lnTo>
                    <a:lnTo>
                      <a:pt x="180" y="0"/>
                    </a:lnTo>
                    <a:close/>
                    <a:moveTo>
                      <a:pt x="2" y="59"/>
                    </a:moveTo>
                    <a:lnTo>
                      <a:pt x="45" y="59"/>
                    </a:lnTo>
                    <a:lnTo>
                      <a:pt x="45" y="64"/>
                    </a:lnTo>
                    <a:lnTo>
                      <a:pt x="2" y="64"/>
                    </a:lnTo>
                    <a:lnTo>
                      <a:pt x="2" y="59"/>
                    </a:lnTo>
                    <a:lnTo>
                      <a:pt x="2" y="59"/>
                    </a:lnTo>
                    <a:close/>
                    <a:moveTo>
                      <a:pt x="232" y="59"/>
                    </a:moveTo>
                    <a:lnTo>
                      <a:pt x="275" y="59"/>
                    </a:lnTo>
                    <a:lnTo>
                      <a:pt x="275" y="64"/>
                    </a:lnTo>
                    <a:lnTo>
                      <a:pt x="232" y="64"/>
                    </a:lnTo>
                    <a:lnTo>
                      <a:pt x="232" y="59"/>
                    </a:lnTo>
                    <a:lnTo>
                      <a:pt x="232" y="59"/>
                    </a:lnTo>
                    <a:close/>
                    <a:moveTo>
                      <a:pt x="7" y="102"/>
                    </a:moveTo>
                    <a:lnTo>
                      <a:pt x="69" y="102"/>
                    </a:lnTo>
                    <a:lnTo>
                      <a:pt x="69" y="109"/>
                    </a:lnTo>
                    <a:lnTo>
                      <a:pt x="7" y="109"/>
                    </a:lnTo>
                    <a:lnTo>
                      <a:pt x="7" y="102"/>
                    </a:lnTo>
                    <a:lnTo>
                      <a:pt x="7" y="102"/>
                    </a:lnTo>
                    <a:close/>
                    <a:moveTo>
                      <a:pt x="114" y="102"/>
                    </a:moveTo>
                    <a:lnTo>
                      <a:pt x="164" y="102"/>
                    </a:lnTo>
                    <a:lnTo>
                      <a:pt x="164" y="109"/>
                    </a:lnTo>
                    <a:lnTo>
                      <a:pt x="114" y="109"/>
                    </a:lnTo>
                    <a:lnTo>
                      <a:pt x="114" y="102"/>
                    </a:lnTo>
                    <a:lnTo>
                      <a:pt x="114" y="102"/>
                    </a:lnTo>
                    <a:close/>
                    <a:moveTo>
                      <a:pt x="206" y="102"/>
                    </a:moveTo>
                    <a:lnTo>
                      <a:pt x="270" y="102"/>
                    </a:lnTo>
                    <a:lnTo>
                      <a:pt x="270" y="109"/>
                    </a:lnTo>
                    <a:lnTo>
                      <a:pt x="206" y="109"/>
                    </a:lnTo>
                    <a:lnTo>
                      <a:pt x="206" y="102"/>
                    </a:lnTo>
                    <a:lnTo>
                      <a:pt x="206" y="102"/>
                    </a:lnTo>
                    <a:close/>
                    <a:moveTo>
                      <a:pt x="16" y="159"/>
                    </a:moveTo>
                    <a:lnTo>
                      <a:pt x="81" y="159"/>
                    </a:lnTo>
                    <a:lnTo>
                      <a:pt x="107" y="133"/>
                    </a:lnTo>
                    <a:lnTo>
                      <a:pt x="111" y="133"/>
                    </a:lnTo>
                    <a:lnTo>
                      <a:pt x="111" y="133"/>
                    </a:lnTo>
                    <a:lnTo>
                      <a:pt x="114" y="133"/>
                    </a:lnTo>
                    <a:lnTo>
                      <a:pt x="88" y="159"/>
                    </a:lnTo>
                    <a:lnTo>
                      <a:pt x="185" y="159"/>
                    </a:lnTo>
                    <a:lnTo>
                      <a:pt x="159" y="131"/>
                    </a:lnTo>
                    <a:lnTo>
                      <a:pt x="164" y="131"/>
                    </a:lnTo>
                    <a:lnTo>
                      <a:pt x="164" y="133"/>
                    </a:lnTo>
                    <a:lnTo>
                      <a:pt x="164" y="133"/>
                    </a:lnTo>
                    <a:lnTo>
                      <a:pt x="166" y="133"/>
                    </a:lnTo>
                    <a:lnTo>
                      <a:pt x="166" y="133"/>
                    </a:lnTo>
                    <a:lnTo>
                      <a:pt x="168" y="133"/>
                    </a:lnTo>
                    <a:lnTo>
                      <a:pt x="194" y="159"/>
                    </a:lnTo>
                    <a:lnTo>
                      <a:pt x="261" y="159"/>
                    </a:lnTo>
                    <a:lnTo>
                      <a:pt x="261" y="164"/>
                    </a:lnTo>
                    <a:lnTo>
                      <a:pt x="16" y="164"/>
                    </a:lnTo>
                    <a:lnTo>
                      <a:pt x="16" y="159"/>
                    </a:lnTo>
                    <a:lnTo>
                      <a:pt x="16" y="159"/>
                    </a:lnTo>
                    <a:close/>
                    <a:moveTo>
                      <a:pt x="114" y="131"/>
                    </a:moveTo>
                    <a:lnTo>
                      <a:pt x="116" y="131"/>
                    </a:lnTo>
                    <a:lnTo>
                      <a:pt x="114" y="133"/>
                    </a:lnTo>
                    <a:lnTo>
                      <a:pt x="114" y="131"/>
                    </a:lnTo>
                    <a:lnTo>
                      <a:pt x="114" y="1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3" name="Freeform 21"/>
              <p:cNvSpPr>
                <a:spLocks noEditPoints="1"/>
              </p:cNvSpPr>
              <p:nvPr/>
            </p:nvSpPr>
            <p:spPr bwMode="auto">
              <a:xfrm>
                <a:off x="4295776" y="1660525"/>
                <a:ext cx="546100" cy="508000"/>
              </a:xfrm>
              <a:custGeom>
                <a:avLst/>
                <a:gdLst>
                  <a:gd name="T0" fmla="*/ 31 w 145"/>
                  <a:gd name="T1" fmla="*/ 0 h 135"/>
                  <a:gd name="T2" fmla="*/ 0 w 145"/>
                  <a:gd name="T3" fmla="*/ 27 h 135"/>
                  <a:gd name="T4" fmla="*/ 14 w 145"/>
                  <a:gd name="T5" fmla="*/ 45 h 135"/>
                  <a:gd name="T6" fmla="*/ 14 w 145"/>
                  <a:gd name="T7" fmla="*/ 63 h 135"/>
                  <a:gd name="T8" fmla="*/ 33 w 145"/>
                  <a:gd name="T9" fmla="*/ 116 h 135"/>
                  <a:gd name="T10" fmla="*/ 61 w 145"/>
                  <a:gd name="T11" fmla="*/ 125 h 135"/>
                  <a:gd name="T12" fmla="*/ 73 w 145"/>
                  <a:gd name="T13" fmla="*/ 135 h 135"/>
                  <a:gd name="T14" fmla="*/ 83 w 145"/>
                  <a:gd name="T15" fmla="*/ 126 h 135"/>
                  <a:gd name="T16" fmla="*/ 112 w 145"/>
                  <a:gd name="T17" fmla="*/ 116 h 135"/>
                  <a:gd name="T18" fmla="*/ 131 w 145"/>
                  <a:gd name="T19" fmla="*/ 63 h 135"/>
                  <a:gd name="T20" fmla="*/ 131 w 145"/>
                  <a:gd name="T21" fmla="*/ 46 h 135"/>
                  <a:gd name="T22" fmla="*/ 145 w 145"/>
                  <a:gd name="T23" fmla="*/ 27 h 135"/>
                  <a:gd name="T24" fmla="*/ 115 w 145"/>
                  <a:gd name="T25" fmla="*/ 0 h 135"/>
                  <a:gd name="T26" fmla="*/ 73 w 145"/>
                  <a:gd name="T27" fmla="*/ 14 h 135"/>
                  <a:gd name="T28" fmla="*/ 31 w 145"/>
                  <a:gd name="T29" fmla="*/ 0 h 135"/>
                  <a:gd name="T30" fmla="*/ 31 w 145"/>
                  <a:gd name="T31" fmla="*/ 4 h 135"/>
                  <a:gd name="T32" fmla="*/ 6 w 145"/>
                  <a:gd name="T33" fmla="*/ 26 h 135"/>
                  <a:gd name="T34" fmla="*/ 16 w 145"/>
                  <a:gd name="T35" fmla="*/ 38 h 135"/>
                  <a:gd name="T36" fmla="*/ 17 w 145"/>
                  <a:gd name="T37" fmla="*/ 51 h 135"/>
                  <a:gd name="T38" fmla="*/ 17 w 145"/>
                  <a:gd name="T39" fmla="*/ 64 h 135"/>
                  <a:gd name="T40" fmla="*/ 34 w 145"/>
                  <a:gd name="T41" fmla="*/ 113 h 135"/>
                  <a:gd name="T42" fmla="*/ 60 w 145"/>
                  <a:gd name="T43" fmla="*/ 122 h 135"/>
                  <a:gd name="T44" fmla="*/ 73 w 145"/>
                  <a:gd name="T45" fmla="*/ 130 h 135"/>
                  <a:gd name="T46" fmla="*/ 83 w 145"/>
                  <a:gd name="T47" fmla="*/ 123 h 135"/>
                  <a:gd name="T48" fmla="*/ 111 w 145"/>
                  <a:gd name="T49" fmla="*/ 113 h 135"/>
                  <a:gd name="T50" fmla="*/ 128 w 145"/>
                  <a:gd name="T51" fmla="*/ 63 h 135"/>
                  <a:gd name="T52" fmla="*/ 128 w 145"/>
                  <a:gd name="T53" fmla="*/ 52 h 135"/>
                  <a:gd name="T54" fmla="*/ 129 w 145"/>
                  <a:gd name="T55" fmla="*/ 38 h 135"/>
                  <a:gd name="T56" fmla="*/ 139 w 145"/>
                  <a:gd name="T57" fmla="*/ 26 h 135"/>
                  <a:gd name="T58" fmla="*/ 114 w 145"/>
                  <a:gd name="T59" fmla="*/ 4 h 135"/>
                  <a:gd name="T60" fmla="*/ 73 w 145"/>
                  <a:gd name="T61" fmla="*/ 16 h 135"/>
                  <a:gd name="T62" fmla="*/ 31 w 145"/>
                  <a:gd name="T63" fmla="*/ 4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5">
                    <a:moveTo>
                      <a:pt x="31" y="0"/>
                    </a:moveTo>
                    <a:cubicBezTo>
                      <a:pt x="0" y="27"/>
                      <a:pt x="0" y="27"/>
                      <a:pt x="0" y="27"/>
                    </a:cubicBezTo>
                    <a:cubicBezTo>
                      <a:pt x="9" y="28"/>
                      <a:pt x="14" y="37"/>
                      <a:pt x="14" y="45"/>
                    </a:cubicBezTo>
                    <a:cubicBezTo>
                      <a:pt x="14" y="63"/>
                      <a:pt x="14" y="63"/>
                      <a:pt x="14" y="63"/>
                    </a:cubicBezTo>
                    <a:cubicBezTo>
                      <a:pt x="14" y="80"/>
                      <a:pt x="15" y="109"/>
                      <a:pt x="33" y="116"/>
                    </a:cubicBezTo>
                    <a:cubicBezTo>
                      <a:pt x="36" y="117"/>
                      <a:pt x="53" y="121"/>
                      <a:pt x="61" y="125"/>
                    </a:cubicBezTo>
                    <a:cubicBezTo>
                      <a:pt x="70" y="130"/>
                      <a:pt x="71" y="135"/>
                      <a:pt x="73" y="135"/>
                    </a:cubicBezTo>
                    <a:cubicBezTo>
                      <a:pt x="74" y="134"/>
                      <a:pt x="76" y="130"/>
                      <a:pt x="83" y="126"/>
                    </a:cubicBezTo>
                    <a:cubicBezTo>
                      <a:pt x="92" y="122"/>
                      <a:pt x="107" y="118"/>
                      <a:pt x="112" y="116"/>
                    </a:cubicBezTo>
                    <a:cubicBezTo>
                      <a:pt x="130" y="109"/>
                      <a:pt x="131" y="80"/>
                      <a:pt x="131" y="63"/>
                    </a:cubicBezTo>
                    <a:cubicBezTo>
                      <a:pt x="131" y="46"/>
                      <a:pt x="131" y="46"/>
                      <a:pt x="131" y="46"/>
                    </a:cubicBezTo>
                    <a:cubicBezTo>
                      <a:pt x="131" y="38"/>
                      <a:pt x="136" y="28"/>
                      <a:pt x="145" y="27"/>
                    </a:cubicBezTo>
                    <a:cubicBezTo>
                      <a:pt x="115" y="0"/>
                      <a:pt x="115" y="0"/>
                      <a:pt x="115" y="0"/>
                    </a:cubicBezTo>
                    <a:cubicBezTo>
                      <a:pt x="100" y="9"/>
                      <a:pt x="90" y="13"/>
                      <a:pt x="73" y="14"/>
                    </a:cubicBezTo>
                    <a:cubicBezTo>
                      <a:pt x="55" y="14"/>
                      <a:pt x="45" y="10"/>
                      <a:pt x="31" y="0"/>
                    </a:cubicBezTo>
                    <a:close/>
                    <a:moveTo>
                      <a:pt x="31" y="4"/>
                    </a:moveTo>
                    <a:cubicBezTo>
                      <a:pt x="6" y="26"/>
                      <a:pt x="6" y="26"/>
                      <a:pt x="6" y="26"/>
                    </a:cubicBezTo>
                    <a:cubicBezTo>
                      <a:pt x="7" y="26"/>
                      <a:pt x="13" y="29"/>
                      <a:pt x="16" y="38"/>
                    </a:cubicBezTo>
                    <a:cubicBezTo>
                      <a:pt x="17" y="42"/>
                      <a:pt x="17" y="47"/>
                      <a:pt x="17" y="51"/>
                    </a:cubicBezTo>
                    <a:cubicBezTo>
                      <a:pt x="17" y="56"/>
                      <a:pt x="17" y="60"/>
                      <a:pt x="17" y="64"/>
                    </a:cubicBezTo>
                    <a:cubicBezTo>
                      <a:pt x="17" y="79"/>
                      <a:pt x="18" y="106"/>
                      <a:pt x="34" y="113"/>
                    </a:cubicBezTo>
                    <a:cubicBezTo>
                      <a:pt x="37" y="115"/>
                      <a:pt x="53" y="118"/>
                      <a:pt x="60" y="122"/>
                    </a:cubicBezTo>
                    <a:cubicBezTo>
                      <a:pt x="70" y="126"/>
                      <a:pt x="72" y="130"/>
                      <a:pt x="73" y="130"/>
                    </a:cubicBezTo>
                    <a:cubicBezTo>
                      <a:pt x="74" y="129"/>
                      <a:pt x="76" y="126"/>
                      <a:pt x="83" y="123"/>
                    </a:cubicBezTo>
                    <a:cubicBezTo>
                      <a:pt x="91" y="119"/>
                      <a:pt x="106" y="115"/>
                      <a:pt x="111" y="113"/>
                    </a:cubicBezTo>
                    <a:cubicBezTo>
                      <a:pt x="127" y="107"/>
                      <a:pt x="127" y="79"/>
                      <a:pt x="128" y="63"/>
                    </a:cubicBezTo>
                    <a:cubicBezTo>
                      <a:pt x="128" y="52"/>
                      <a:pt x="128" y="52"/>
                      <a:pt x="128" y="52"/>
                    </a:cubicBezTo>
                    <a:cubicBezTo>
                      <a:pt x="128" y="47"/>
                      <a:pt x="127" y="43"/>
                      <a:pt x="129" y="38"/>
                    </a:cubicBezTo>
                    <a:cubicBezTo>
                      <a:pt x="131" y="33"/>
                      <a:pt x="134" y="28"/>
                      <a:pt x="139" y="26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00" y="13"/>
                      <a:pt x="90" y="16"/>
                      <a:pt x="73" y="16"/>
                    </a:cubicBezTo>
                    <a:cubicBezTo>
                      <a:pt x="56" y="16"/>
                      <a:pt x="45" y="13"/>
                      <a:pt x="31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4" name="Freeform 22"/>
              <p:cNvSpPr>
                <a:spLocks noEditPoints="1"/>
              </p:cNvSpPr>
              <p:nvPr/>
            </p:nvSpPr>
            <p:spPr bwMode="auto">
              <a:xfrm>
                <a:off x="4373563" y="1701800"/>
                <a:ext cx="388938" cy="430213"/>
              </a:xfrm>
              <a:custGeom>
                <a:avLst/>
                <a:gdLst>
                  <a:gd name="T0" fmla="*/ 226 w 245"/>
                  <a:gd name="T1" fmla="*/ 17 h 271"/>
                  <a:gd name="T2" fmla="*/ 233 w 245"/>
                  <a:gd name="T3" fmla="*/ 31 h 271"/>
                  <a:gd name="T4" fmla="*/ 219 w 245"/>
                  <a:gd name="T5" fmla="*/ 40 h 271"/>
                  <a:gd name="T6" fmla="*/ 207 w 245"/>
                  <a:gd name="T7" fmla="*/ 31 h 271"/>
                  <a:gd name="T8" fmla="*/ 212 w 245"/>
                  <a:gd name="T9" fmla="*/ 17 h 271"/>
                  <a:gd name="T10" fmla="*/ 219 w 245"/>
                  <a:gd name="T11" fmla="*/ 0 h 271"/>
                  <a:gd name="T12" fmla="*/ 131 w 245"/>
                  <a:gd name="T13" fmla="*/ 240 h 271"/>
                  <a:gd name="T14" fmla="*/ 136 w 245"/>
                  <a:gd name="T15" fmla="*/ 254 h 271"/>
                  <a:gd name="T16" fmla="*/ 121 w 245"/>
                  <a:gd name="T17" fmla="*/ 263 h 271"/>
                  <a:gd name="T18" fmla="*/ 110 w 245"/>
                  <a:gd name="T19" fmla="*/ 254 h 271"/>
                  <a:gd name="T20" fmla="*/ 114 w 245"/>
                  <a:gd name="T21" fmla="*/ 240 h 271"/>
                  <a:gd name="T22" fmla="*/ 121 w 245"/>
                  <a:gd name="T23" fmla="*/ 223 h 271"/>
                  <a:gd name="T24" fmla="*/ 126 w 245"/>
                  <a:gd name="T25" fmla="*/ 242 h 271"/>
                  <a:gd name="T26" fmla="*/ 129 w 245"/>
                  <a:gd name="T27" fmla="*/ 252 h 271"/>
                  <a:gd name="T28" fmla="*/ 121 w 245"/>
                  <a:gd name="T29" fmla="*/ 256 h 271"/>
                  <a:gd name="T30" fmla="*/ 114 w 245"/>
                  <a:gd name="T31" fmla="*/ 252 h 271"/>
                  <a:gd name="T32" fmla="*/ 117 w 245"/>
                  <a:gd name="T33" fmla="*/ 242 h 271"/>
                  <a:gd name="T34" fmla="*/ 121 w 245"/>
                  <a:gd name="T35" fmla="*/ 235 h 271"/>
                  <a:gd name="T36" fmla="*/ 34 w 245"/>
                  <a:gd name="T37" fmla="*/ 17 h 271"/>
                  <a:gd name="T38" fmla="*/ 38 w 245"/>
                  <a:gd name="T39" fmla="*/ 31 h 271"/>
                  <a:gd name="T40" fmla="*/ 27 w 245"/>
                  <a:gd name="T41" fmla="*/ 40 h 271"/>
                  <a:gd name="T42" fmla="*/ 15 w 245"/>
                  <a:gd name="T43" fmla="*/ 31 h 271"/>
                  <a:gd name="T44" fmla="*/ 19 w 245"/>
                  <a:gd name="T45" fmla="*/ 17 h 271"/>
                  <a:gd name="T46" fmla="*/ 27 w 245"/>
                  <a:gd name="T47" fmla="*/ 0 h 271"/>
                  <a:gd name="T48" fmla="*/ 31 w 245"/>
                  <a:gd name="T49" fmla="*/ 22 h 271"/>
                  <a:gd name="T50" fmla="*/ 34 w 245"/>
                  <a:gd name="T51" fmla="*/ 29 h 271"/>
                  <a:gd name="T52" fmla="*/ 27 w 245"/>
                  <a:gd name="T53" fmla="*/ 33 h 271"/>
                  <a:gd name="T54" fmla="*/ 19 w 245"/>
                  <a:gd name="T55" fmla="*/ 29 h 271"/>
                  <a:gd name="T56" fmla="*/ 22 w 245"/>
                  <a:gd name="T57" fmla="*/ 22 h 271"/>
                  <a:gd name="T58" fmla="*/ 27 w 245"/>
                  <a:gd name="T59" fmla="*/ 12 h 271"/>
                  <a:gd name="T60" fmla="*/ 224 w 245"/>
                  <a:gd name="T61" fmla="*/ 22 h 271"/>
                  <a:gd name="T62" fmla="*/ 226 w 245"/>
                  <a:gd name="T63" fmla="*/ 29 h 271"/>
                  <a:gd name="T64" fmla="*/ 219 w 245"/>
                  <a:gd name="T65" fmla="*/ 33 h 271"/>
                  <a:gd name="T66" fmla="*/ 212 w 245"/>
                  <a:gd name="T67" fmla="*/ 29 h 271"/>
                  <a:gd name="T68" fmla="*/ 214 w 245"/>
                  <a:gd name="T69" fmla="*/ 22 h 271"/>
                  <a:gd name="T70" fmla="*/ 219 w 245"/>
                  <a:gd name="T71" fmla="*/ 12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5" h="271">
                    <a:moveTo>
                      <a:pt x="219" y="0"/>
                    </a:moveTo>
                    <a:lnTo>
                      <a:pt x="226" y="17"/>
                    </a:lnTo>
                    <a:lnTo>
                      <a:pt x="245" y="19"/>
                    </a:lnTo>
                    <a:lnTo>
                      <a:pt x="233" y="31"/>
                    </a:lnTo>
                    <a:lnTo>
                      <a:pt x="235" y="48"/>
                    </a:lnTo>
                    <a:lnTo>
                      <a:pt x="219" y="40"/>
                    </a:lnTo>
                    <a:lnTo>
                      <a:pt x="205" y="48"/>
                    </a:lnTo>
                    <a:lnTo>
                      <a:pt x="207" y="31"/>
                    </a:lnTo>
                    <a:lnTo>
                      <a:pt x="193" y="19"/>
                    </a:lnTo>
                    <a:lnTo>
                      <a:pt x="212" y="17"/>
                    </a:lnTo>
                    <a:lnTo>
                      <a:pt x="219" y="0"/>
                    </a:lnTo>
                    <a:lnTo>
                      <a:pt x="219" y="0"/>
                    </a:lnTo>
                    <a:close/>
                    <a:moveTo>
                      <a:pt x="121" y="223"/>
                    </a:moveTo>
                    <a:lnTo>
                      <a:pt x="131" y="240"/>
                    </a:lnTo>
                    <a:lnTo>
                      <a:pt x="148" y="242"/>
                    </a:lnTo>
                    <a:lnTo>
                      <a:pt x="136" y="254"/>
                    </a:lnTo>
                    <a:lnTo>
                      <a:pt x="138" y="271"/>
                    </a:lnTo>
                    <a:lnTo>
                      <a:pt x="121" y="263"/>
                    </a:lnTo>
                    <a:lnTo>
                      <a:pt x="107" y="271"/>
                    </a:lnTo>
                    <a:lnTo>
                      <a:pt x="110" y="254"/>
                    </a:lnTo>
                    <a:lnTo>
                      <a:pt x="98" y="242"/>
                    </a:lnTo>
                    <a:lnTo>
                      <a:pt x="114" y="240"/>
                    </a:lnTo>
                    <a:lnTo>
                      <a:pt x="121" y="223"/>
                    </a:lnTo>
                    <a:lnTo>
                      <a:pt x="121" y="223"/>
                    </a:lnTo>
                    <a:close/>
                    <a:moveTo>
                      <a:pt x="121" y="235"/>
                    </a:moveTo>
                    <a:lnTo>
                      <a:pt x="126" y="242"/>
                    </a:lnTo>
                    <a:lnTo>
                      <a:pt x="136" y="244"/>
                    </a:lnTo>
                    <a:lnTo>
                      <a:pt x="129" y="252"/>
                    </a:lnTo>
                    <a:lnTo>
                      <a:pt x="131" y="261"/>
                    </a:lnTo>
                    <a:lnTo>
                      <a:pt x="121" y="256"/>
                    </a:lnTo>
                    <a:lnTo>
                      <a:pt x="112" y="261"/>
                    </a:lnTo>
                    <a:lnTo>
                      <a:pt x="114" y="252"/>
                    </a:lnTo>
                    <a:lnTo>
                      <a:pt x="107" y="244"/>
                    </a:lnTo>
                    <a:lnTo>
                      <a:pt x="117" y="242"/>
                    </a:lnTo>
                    <a:lnTo>
                      <a:pt x="121" y="235"/>
                    </a:lnTo>
                    <a:lnTo>
                      <a:pt x="121" y="235"/>
                    </a:lnTo>
                    <a:close/>
                    <a:moveTo>
                      <a:pt x="27" y="0"/>
                    </a:moveTo>
                    <a:lnTo>
                      <a:pt x="34" y="17"/>
                    </a:lnTo>
                    <a:lnTo>
                      <a:pt x="53" y="19"/>
                    </a:lnTo>
                    <a:lnTo>
                      <a:pt x="38" y="31"/>
                    </a:lnTo>
                    <a:lnTo>
                      <a:pt x="41" y="48"/>
                    </a:lnTo>
                    <a:lnTo>
                      <a:pt x="27" y="40"/>
                    </a:lnTo>
                    <a:lnTo>
                      <a:pt x="10" y="48"/>
                    </a:lnTo>
                    <a:lnTo>
                      <a:pt x="15" y="31"/>
                    </a:lnTo>
                    <a:lnTo>
                      <a:pt x="0" y="19"/>
                    </a:lnTo>
                    <a:lnTo>
                      <a:pt x="19" y="17"/>
                    </a:lnTo>
                    <a:lnTo>
                      <a:pt x="27" y="0"/>
                    </a:lnTo>
                    <a:lnTo>
                      <a:pt x="27" y="0"/>
                    </a:lnTo>
                    <a:close/>
                    <a:moveTo>
                      <a:pt x="27" y="12"/>
                    </a:moveTo>
                    <a:lnTo>
                      <a:pt x="31" y="22"/>
                    </a:lnTo>
                    <a:lnTo>
                      <a:pt x="41" y="22"/>
                    </a:lnTo>
                    <a:lnTo>
                      <a:pt x="34" y="29"/>
                    </a:lnTo>
                    <a:lnTo>
                      <a:pt x="36" y="38"/>
                    </a:lnTo>
                    <a:lnTo>
                      <a:pt x="27" y="33"/>
                    </a:lnTo>
                    <a:lnTo>
                      <a:pt x="17" y="38"/>
                    </a:lnTo>
                    <a:lnTo>
                      <a:pt x="19" y="29"/>
                    </a:lnTo>
                    <a:lnTo>
                      <a:pt x="12" y="22"/>
                    </a:lnTo>
                    <a:lnTo>
                      <a:pt x="22" y="22"/>
                    </a:lnTo>
                    <a:lnTo>
                      <a:pt x="27" y="12"/>
                    </a:lnTo>
                    <a:lnTo>
                      <a:pt x="27" y="12"/>
                    </a:lnTo>
                    <a:close/>
                    <a:moveTo>
                      <a:pt x="219" y="12"/>
                    </a:moveTo>
                    <a:lnTo>
                      <a:pt x="224" y="22"/>
                    </a:lnTo>
                    <a:lnTo>
                      <a:pt x="233" y="22"/>
                    </a:lnTo>
                    <a:lnTo>
                      <a:pt x="226" y="29"/>
                    </a:lnTo>
                    <a:lnTo>
                      <a:pt x="228" y="38"/>
                    </a:lnTo>
                    <a:lnTo>
                      <a:pt x="219" y="33"/>
                    </a:lnTo>
                    <a:lnTo>
                      <a:pt x="209" y="38"/>
                    </a:lnTo>
                    <a:lnTo>
                      <a:pt x="212" y="29"/>
                    </a:lnTo>
                    <a:lnTo>
                      <a:pt x="205" y="22"/>
                    </a:lnTo>
                    <a:lnTo>
                      <a:pt x="214" y="22"/>
                    </a:lnTo>
                    <a:lnTo>
                      <a:pt x="219" y="12"/>
                    </a:lnTo>
                    <a:lnTo>
                      <a:pt x="219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5" name="Freeform 23"/>
              <p:cNvSpPr>
                <a:spLocks noEditPoints="1"/>
              </p:cNvSpPr>
              <p:nvPr/>
            </p:nvSpPr>
            <p:spPr bwMode="auto">
              <a:xfrm>
                <a:off x="4392613" y="2220913"/>
                <a:ext cx="350838" cy="79375"/>
              </a:xfrm>
              <a:custGeom>
                <a:avLst/>
                <a:gdLst>
                  <a:gd name="T0" fmla="*/ 11 w 93"/>
                  <a:gd name="T1" fmla="*/ 4 h 21"/>
                  <a:gd name="T2" fmla="*/ 11 w 93"/>
                  <a:gd name="T3" fmla="*/ 4 h 21"/>
                  <a:gd name="T4" fmla="*/ 11 w 93"/>
                  <a:gd name="T5" fmla="*/ 2 h 21"/>
                  <a:gd name="T6" fmla="*/ 29 w 93"/>
                  <a:gd name="T7" fmla="*/ 3 h 21"/>
                  <a:gd name="T8" fmla="*/ 28 w 93"/>
                  <a:gd name="T9" fmla="*/ 8 h 21"/>
                  <a:gd name="T10" fmla="*/ 38 w 93"/>
                  <a:gd name="T11" fmla="*/ 7 h 21"/>
                  <a:gd name="T12" fmla="*/ 37 w 93"/>
                  <a:gd name="T13" fmla="*/ 5 h 21"/>
                  <a:gd name="T14" fmla="*/ 33 w 93"/>
                  <a:gd name="T15" fmla="*/ 4 h 21"/>
                  <a:gd name="T16" fmla="*/ 39 w 93"/>
                  <a:gd name="T17" fmla="*/ 1 h 21"/>
                  <a:gd name="T18" fmla="*/ 63 w 93"/>
                  <a:gd name="T19" fmla="*/ 3 h 21"/>
                  <a:gd name="T20" fmla="*/ 65 w 93"/>
                  <a:gd name="T21" fmla="*/ 8 h 21"/>
                  <a:gd name="T22" fmla="*/ 71 w 93"/>
                  <a:gd name="T23" fmla="*/ 10 h 21"/>
                  <a:gd name="T24" fmla="*/ 65 w 93"/>
                  <a:gd name="T25" fmla="*/ 2 h 21"/>
                  <a:gd name="T26" fmla="*/ 88 w 93"/>
                  <a:gd name="T27" fmla="*/ 12 h 21"/>
                  <a:gd name="T28" fmla="*/ 87 w 93"/>
                  <a:gd name="T29" fmla="*/ 11 h 21"/>
                  <a:gd name="T30" fmla="*/ 87 w 93"/>
                  <a:gd name="T31" fmla="*/ 5 h 21"/>
                  <a:gd name="T32" fmla="*/ 83 w 93"/>
                  <a:gd name="T33" fmla="*/ 18 h 21"/>
                  <a:gd name="T34" fmla="*/ 80 w 93"/>
                  <a:gd name="T35" fmla="*/ 11 h 21"/>
                  <a:gd name="T36" fmla="*/ 78 w 93"/>
                  <a:gd name="T37" fmla="*/ 11 h 21"/>
                  <a:gd name="T38" fmla="*/ 75 w 93"/>
                  <a:gd name="T39" fmla="*/ 19 h 21"/>
                  <a:gd name="T40" fmla="*/ 93 w 93"/>
                  <a:gd name="T41" fmla="*/ 20 h 21"/>
                  <a:gd name="T42" fmla="*/ 85 w 93"/>
                  <a:gd name="T43" fmla="*/ 12 h 21"/>
                  <a:gd name="T44" fmla="*/ 55 w 93"/>
                  <a:gd name="T45" fmla="*/ 2 h 21"/>
                  <a:gd name="T46" fmla="*/ 50 w 93"/>
                  <a:gd name="T47" fmla="*/ 7 h 21"/>
                  <a:gd name="T48" fmla="*/ 50 w 93"/>
                  <a:gd name="T49" fmla="*/ 15 h 21"/>
                  <a:gd name="T50" fmla="*/ 57 w 93"/>
                  <a:gd name="T51" fmla="*/ 10 h 21"/>
                  <a:gd name="T52" fmla="*/ 53 w 93"/>
                  <a:gd name="T53" fmla="*/ 14 h 21"/>
                  <a:gd name="T54" fmla="*/ 57 w 93"/>
                  <a:gd name="T55" fmla="*/ 14 h 21"/>
                  <a:gd name="T56" fmla="*/ 57 w 93"/>
                  <a:gd name="T57" fmla="*/ 9 h 21"/>
                  <a:gd name="T58" fmla="*/ 55 w 93"/>
                  <a:gd name="T59" fmla="*/ 7 h 21"/>
                  <a:gd name="T60" fmla="*/ 62 w 93"/>
                  <a:gd name="T61" fmla="*/ 11 h 21"/>
                  <a:gd name="T62" fmla="*/ 62 w 93"/>
                  <a:gd name="T63" fmla="*/ 11 h 21"/>
                  <a:gd name="T64" fmla="*/ 62 w 93"/>
                  <a:gd name="T65" fmla="*/ 14 h 21"/>
                  <a:gd name="T66" fmla="*/ 39 w 93"/>
                  <a:gd name="T67" fmla="*/ 11 h 21"/>
                  <a:gd name="T68" fmla="*/ 36 w 93"/>
                  <a:gd name="T69" fmla="*/ 10 h 21"/>
                  <a:gd name="T70" fmla="*/ 34 w 93"/>
                  <a:gd name="T71" fmla="*/ 12 h 21"/>
                  <a:gd name="T72" fmla="*/ 34 w 93"/>
                  <a:gd name="T73" fmla="*/ 13 h 21"/>
                  <a:gd name="T74" fmla="*/ 26 w 93"/>
                  <a:gd name="T75" fmla="*/ 17 h 21"/>
                  <a:gd name="T76" fmla="*/ 44 w 93"/>
                  <a:gd name="T77" fmla="*/ 15 h 21"/>
                  <a:gd name="T78" fmla="*/ 35 w 93"/>
                  <a:gd name="T79" fmla="*/ 12 h 21"/>
                  <a:gd name="T80" fmla="*/ 7 w 93"/>
                  <a:gd name="T81" fmla="*/ 6 h 21"/>
                  <a:gd name="T82" fmla="*/ 12 w 93"/>
                  <a:gd name="T83" fmla="*/ 8 h 21"/>
                  <a:gd name="T84" fmla="*/ 10 w 93"/>
                  <a:gd name="T85" fmla="*/ 8 h 21"/>
                  <a:gd name="T86" fmla="*/ 13 w 93"/>
                  <a:gd name="T87" fmla="*/ 5 h 21"/>
                  <a:gd name="T88" fmla="*/ 5 w 93"/>
                  <a:gd name="T89" fmla="*/ 7 h 21"/>
                  <a:gd name="T90" fmla="*/ 6 w 93"/>
                  <a:gd name="T91" fmla="*/ 9 h 21"/>
                  <a:gd name="T92" fmla="*/ 4 w 93"/>
                  <a:gd name="T93" fmla="*/ 11 h 21"/>
                  <a:gd name="T94" fmla="*/ 8 w 93"/>
                  <a:gd name="T95" fmla="*/ 11 h 21"/>
                  <a:gd name="T96" fmla="*/ 0 w 93"/>
                  <a:gd name="T97" fmla="*/ 16 h 21"/>
                  <a:gd name="T98" fmla="*/ 18 w 93"/>
                  <a:gd name="T99" fmla="*/ 14 h 21"/>
                  <a:gd name="T100" fmla="*/ 14 w 93"/>
                  <a:gd name="T101" fmla="*/ 13 h 21"/>
                  <a:gd name="T102" fmla="*/ 12 w 93"/>
                  <a:gd name="T103" fmla="*/ 11 h 21"/>
                  <a:gd name="T104" fmla="*/ 10 w 93"/>
                  <a:gd name="T105" fmla="*/ 14 h 21"/>
                  <a:gd name="T106" fmla="*/ 14 w 93"/>
                  <a:gd name="T107" fmla="*/ 10 h 21"/>
                  <a:gd name="T108" fmla="*/ 10 w 93"/>
                  <a:gd name="T109" fmla="*/ 9 h 21"/>
                  <a:gd name="T110" fmla="*/ 6 w 93"/>
                  <a:gd name="T111" fmla="*/ 14 h 21"/>
                  <a:gd name="T112" fmla="*/ 7 w 93"/>
                  <a:gd name="T113" fmla="*/ 17 h 21"/>
                  <a:gd name="T114" fmla="*/ 7 w 93"/>
                  <a:gd name="T115" fmla="*/ 21 h 21"/>
                  <a:gd name="T116" fmla="*/ 14 w 93"/>
                  <a:gd name="T117" fmla="*/ 20 h 21"/>
                  <a:gd name="T118" fmla="*/ 15 w 93"/>
                  <a:gd name="T119" fmla="*/ 16 h 21"/>
                  <a:gd name="T120" fmla="*/ 12 w 93"/>
                  <a:gd name="T121" fmla="*/ 17 h 21"/>
                  <a:gd name="T122" fmla="*/ 7 w 93"/>
                  <a:gd name="T123" fmla="*/ 1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3" h="21">
                    <a:moveTo>
                      <a:pt x="11" y="2"/>
                    </a:moveTo>
                    <a:cubicBezTo>
                      <a:pt x="11" y="2"/>
                      <a:pt x="11" y="2"/>
                      <a:pt x="11" y="3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3"/>
                      <a:pt x="11" y="4"/>
                      <a:pt x="11" y="4"/>
                    </a:cubicBezTo>
                    <a:cubicBezTo>
                      <a:pt x="10" y="4"/>
                      <a:pt x="10" y="5"/>
                      <a:pt x="10" y="5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9" y="5"/>
                      <a:pt x="10" y="5"/>
                      <a:pt x="10" y="5"/>
                    </a:cubicBezTo>
                    <a:cubicBezTo>
                      <a:pt x="10" y="5"/>
                      <a:pt x="11" y="5"/>
                      <a:pt x="11" y="4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4"/>
                      <a:pt x="13" y="4"/>
                      <a:pt x="13" y="3"/>
                    </a:cubicBezTo>
                    <a:cubicBezTo>
                      <a:pt x="13" y="3"/>
                      <a:pt x="14" y="3"/>
                      <a:pt x="13" y="3"/>
                    </a:cubicBezTo>
                    <a:cubicBezTo>
                      <a:pt x="13" y="2"/>
                      <a:pt x="12" y="2"/>
                      <a:pt x="11" y="2"/>
                    </a:cubicBezTo>
                    <a:close/>
                    <a:moveTo>
                      <a:pt x="38" y="1"/>
                    </a:moveTo>
                    <a:cubicBezTo>
                      <a:pt x="38" y="1"/>
                      <a:pt x="38" y="1"/>
                      <a:pt x="37" y="1"/>
                    </a:cubicBezTo>
                    <a:cubicBezTo>
                      <a:pt x="36" y="1"/>
                      <a:pt x="33" y="2"/>
                      <a:pt x="29" y="2"/>
                    </a:cubicBezTo>
                    <a:cubicBezTo>
                      <a:pt x="28" y="2"/>
                      <a:pt x="28" y="3"/>
                      <a:pt x="29" y="3"/>
                    </a:cubicBezTo>
                    <a:cubicBezTo>
                      <a:pt x="30" y="3"/>
                      <a:pt x="31" y="3"/>
                      <a:pt x="32" y="3"/>
                    </a:cubicBezTo>
                    <a:cubicBezTo>
                      <a:pt x="32" y="3"/>
                      <a:pt x="32" y="4"/>
                      <a:pt x="32" y="5"/>
                    </a:cubicBezTo>
                    <a:cubicBezTo>
                      <a:pt x="31" y="6"/>
                      <a:pt x="30" y="7"/>
                      <a:pt x="29" y="8"/>
                    </a:cubicBezTo>
                    <a:cubicBezTo>
                      <a:pt x="29" y="8"/>
                      <a:pt x="29" y="8"/>
                      <a:pt x="28" y="8"/>
                    </a:cubicBezTo>
                    <a:cubicBezTo>
                      <a:pt x="28" y="8"/>
                      <a:pt x="28" y="9"/>
                      <a:pt x="28" y="9"/>
                    </a:cubicBezTo>
                    <a:cubicBezTo>
                      <a:pt x="28" y="9"/>
                      <a:pt x="29" y="10"/>
                      <a:pt x="29" y="10"/>
                    </a:cubicBezTo>
                    <a:cubicBezTo>
                      <a:pt x="29" y="10"/>
                      <a:pt x="29" y="10"/>
                      <a:pt x="30" y="9"/>
                    </a:cubicBezTo>
                    <a:cubicBezTo>
                      <a:pt x="30" y="9"/>
                      <a:pt x="33" y="8"/>
                      <a:pt x="38" y="7"/>
                    </a:cubicBezTo>
                    <a:cubicBezTo>
                      <a:pt x="38" y="7"/>
                      <a:pt x="38" y="7"/>
                      <a:pt x="38" y="7"/>
                    </a:cubicBezTo>
                    <a:cubicBezTo>
                      <a:pt x="38" y="8"/>
                      <a:pt x="39" y="8"/>
                      <a:pt x="39" y="8"/>
                    </a:cubicBezTo>
                    <a:cubicBezTo>
                      <a:pt x="40" y="8"/>
                      <a:pt x="40" y="7"/>
                      <a:pt x="39" y="6"/>
                    </a:cubicBezTo>
                    <a:cubicBezTo>
                      <a:pt x="39" y="5"/>
                      <a:pt x="38" y="5"/>
                      <a:pt x="37" y="5"/>
                    </a:cubicBezTo>
                    <a:cubicBezTo>
                      <a:pt x="35" y="4"/>
                      <a:pt x="35" y="4"/>
                      <a:pt x="36" y="5"/>
                    </a:cubicBezTo>
                    <a:cubicBezTo>
                      <a:pt x="36" y="5"/>
                      <a:pt x="36" y="6"/>
                      <a:pt x="37" y="7"/>
                    </a:cubicBezTo>
                    <a:cubicBezTo>
                      <a:pt x="34" y="7"/>
                      <a:pt x="32" y="8"/>
                      <a:pt x="30" y="8"/>
                    </a:cubicBezTo>
                    <a:cubicBezTo>
                      <a:pt x="31" y="7"/>
                      <a:pt x="32" y="6"/>
                      <a:pt x="33" y="4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35" y="4"/>
                      <a:pt x="35" y="3"/>
                      <a:pt x="33" y="3"/>
                    </a:cubicBezTo>
                    <a:cubicBezTo>
                      <a:pt x="36" y="2"/>
                      <a:pt x="38" y="2"/>
                      <a:pt x="39" y="2"/>
                    </a:cubicBezTo>
                    <a:cubicBezTo>
                      <a:pt x="39" y="2"/>
                      <a:pt x="39" y="1"/>
                      <a:pt x="39" y="1"/>
                    </a:cubicBezTo>
                    <a:cubicBezTo>
                      <a:pt x="39" y="1"/>
                      <a:pt x="38" y="1"/>
                      <a:pt x="38" y="1"/>
                    </a:cubicBezTo>
                    <a:close/>
                    <a:moveTo>
                      <a:pt x="63" y="0"/>
                    </a:moveTo>
                    <a:cubicBezTo>
                      <a:pt x="63" y="0"/>
                      <a:pt x="63" y="1"/>
                      <a:pt x="63" y="1"/>
                    </a:cubicBezTo>
                    <a:cubicBezTo>
                      <a:pt x="63" y="1"/>
                      <a:pt x="63" y="2"/>
                      <a:pt x="63" y="3"/>
                    </a:cubicBezTo>
                    <a:cubicBezTo>
                      <a:pt x="62" y="7"/>
                      <a:pt x="61" y="9"/>
                      <a:pt x="59" y="11"/>
                    </a:cubicBezTo>
                    <a:cubicBezTo>
                      <a:pt x="59" y="11"/>
                      <a:pt x="59" y="11"/>
                      <a:pt x="59" y="11"/>
                    </a:cubicBezTo>
                    <a:cubicBezTo>
                      <a:pt x="61" y="10"/>
                      <a:pt x="62" y="8"/>
                      <a:pt x="63" y="5"/>
                    </a:cubicBezTo>
                    <a:cubicBezTo>
                      <a:pt x="64" y="5"/>
                      <a:pt x="64" y="6"/>
                      <a:pt x="65" y="8"/>
                    </a:cubicBezTo>
                    <a:cubicBezTo>
                      <a:pt x="66" y="9"/>
                      <a:pt x="66" y="9"/>
                      <a:pt x="66" y="10"/>
                    </a:cubicBezTo>
                    <a:cubicBezTo>
                      <a:pt x="66" y="10"/>
                      <a:pt x="67" y="11"/>
                      <a:pt x="69" y="11"/>
                    </a:cubicBezTo>
                    <a:cubicBezTo>
                      <a:pt x="69" y="11"/>
                      <a:pt x="69" y="11"/>
                      <a:pt x="70" y="11"/>
                    </a:cubicBezTo>
                    <a:cubicBezTo>
                      <a:pt x="70" y="11"/>
                      <a:pt x="71" y="11"/>
                      <a:pt x="71" y="10"/>
                    </a:cubicBezTo>
                    <a:cubicBezTo>
                      <a:pt x="71" y="10"/>
                      <a:pt x="71" y="10"/>
                      <a:pt x="71" y="10"/>
                    </a:cubicBezTo>
                    <a:cubicBezTo>
                      <a:pt x="68" y="8"/>
                      <a:pt x="66" y="7"/>
                      <a:pt x="65" y="5"/>
                    </a:cubicBezTo>
                    <a:cubicBezTo>
                      <a:pt x="64" y="5"/>
                      <a:pt x="64" y="4"/>
                      <a:pt x="64" y="4"/>
                    </a:cubicBezTo>
                    <a:cubicBezTo>
                      <a:pt x="64" y="3"/>
                      <a:pt x="64" y="2"/>
                      <a:pt x="65" y="2"/>
                    </a:cubicBezTo>
                    <a:cubicBezTo>
                      <a:pt x="65" y="2"/>
                      <a:pt x="65" y="2"/>
                      <a:pt x="65" y="1"/>
                    </a:cubicBezTo>
                    <a:cubicBezTo>
                      <a:pt x="64" y="1"/>
                      <a:pt x="64" y="1"/>
                      <a:pt x="63" y="0"/>
                    </a:cubicBezTo>
                    <a:close/>
                    <a:moveTo>
                      <a:pt x="85" y="12"/>
                    </a:moveTo>
                    <a:cubicBezTo>
                      <a:pt x="86" y="12"/>
                      <a:pt x="87" y="12"/>
                      <a:pt x="88" y="12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90" y="12"/>
                      <a:pt x="90" y="12"/>
                      <a:pt x="91" y="11"/>
                    </a:cubicBezTo>
                    <a:cubicBezTo>
                      <a:pt x="91" y="11"/>
                      <a:pt x="90" y="11"/>
                      <a:pt x="90" y="11"/>
                    </a:cubicBezTo>
                    <a:cubicBezTo>
                      <a:pt x="89" y="10"/>
                      <a:pt x="88" y="11"/>
                      <a:pt x="87" y="11"/>
                    </a:cubicBezTo>
                    <a:cubicBezTo>
                      <a:pt x="86" y="11"/>
                      <a:pt x="86" y="11"/>
                      <a:pt x="85" y="11"/>
                    </a:cubicBezTo>
                    <a:cubicBezTo>
                      <a:pt x="86" y="9"/>
                      <a:pt x="86" y="7"/>
                      <a:pt x="86" y="7"/>
                    </a:cubicBezTo>
                    <a:cubicBezTo>
                      <a:pt x="86" y="6"/>
                      <a:pt x="86" y="6"/>
                      <a:pt x="86" y="6"/>
                    </a:cubicBezTo>
                    <a:cubicBezTo>
                      <a:pt x="86" y="5"/>
                      <a:pt x="87" y="5"/>
                      <a:pt x="87" y="5"/>
                    </a:cubicBezTo>
                    <a:cubicBezTo>
                      <a:pt x="86" y="5"/>
                      <a:pt x="85" y="4"/>
                      <a:pt x="84" y="4"/>
                    </a:cubicBezTo>
                    <a:cubicBezTo>
                      <a:pt x="84" y="4"/>
                      <a:pt x="84" y="4"/>
                      <a:pt x="84" y="5"/>
                    </a:cubicBezTo>
                    <a:cubicBezTo>
                      <a:pt x="84" y="5"/>
                      <a:pt x="84" y="6"/>
                      <a:pt x="84" y="6"/>
                    </a:cubicBezTo>
                    <a:cubicBezTo>
                      <a:pt x="84" y="8"/>
                      <a:pt x="84" y="12"/>
                      <a:pt x="83" y="18"/>
                    </a:cubicBezTo>
                    <a:cubicBezTo>
                      <a:pt x="80" y="18"/>
                      <a:pt x="80" y="18"/>
                      <a:pt x="80" y="18"/>
                    </a:cubicBezTo>
                    <a:cubicBezTo>
                      <a:pt x="80" y="18"/>
                      <a:pt x="80" y="17"/>
                      <a:pt x="80" y="16"/>
                    </a:cubicBezTo>
                    <a:cubicBezTo>
                      <a:pt x="80" y="14"/>
                      <a:pt x="80" y="12"/>
                      <a:pt x="80" y="12"/>
                    </a:cubicBezTo>
                    <a:cubicBezTo>
                      <a:pt x="80" y="12"/>
                      <a:pt x="80" y="11"/>
                      <a:pt x="80" y="11"/>
                    </a:cubicBezTo>
                    <a:cubicBezTo>
                      <a:pt x="80" y="11"/>
                      <a:pt x="80" y="11"/>
                      <a:pt x="80" y="11"/>
                    </a:cubicBezTo>
                    <a:cubicBezTo>
                      <a:pt x="80" y="10"/>
                      <a:pt x="79" y="10"/>
                      <a:pt x="78" y="9"/>
                    </a:cubicBezTo>
                    <a:cubicBezTo>
                      <a:pt x="78" y="9"/>
                      <a:pt x="78" y="10"/>
                      <a:pt x="78" y="10"/>
                    </a:cubicBezTo>
                    <a:cubicBezTo>
                      <a:pt x="78" y="11"/>
                      <a:pt x="78" y="11"/>
                      <a:pt x="78" y="11"/>
                    </a:cubicBezTo>
                    <a:cubicBezTo>
                      <a:pt x="79" y="12"/>
                      <a:pt x="79" y="15"/>
                      <a:pt x="78" y="18"/>
                    </a:cubicBezTo>
                    <a:cubicBezTo>
                      <a:pt x="77" y="18"/>
                      <a:pt x="76" y="18"/>
                      <a:pt x="74" y="18"/>
                    </a:cubicBezTo>
                    <a:cubicBezTo>
                      <a:pt x="74" y="18"/>
                      <a:pt x="73" y="18"/>
                      <a:pt x="74" y="18"/>
                    </a:cubicBezTo>
                    <a:cubicBezTo>
                      <a:pt x="74" y="19"/>
                      <a:pt x="74" y="19"/>
                      <a:pt x="75" y="19"/>
                    </a:cubicBezTo>
                    <a:cubicBezTo>
                      <a:pt x="78" y="19"/>
                      <a:pt x="81" y="19"/>
                      <a:pt x="84" y="19"/>
                    </a:cubicBezTo>
                    <a:cubicBezTo>
                      <a:pt x="85" y="19"/>
                      <a:pt x="87" y="19"/>
                      <a:pt x="88" y="20"/>
                    </a:cubicBezTo>
                    <a:cubicBezTo>
                      <a:pt x="89" y="20"/>
                      <a:pt x="91" y="20"/>
                      <a:pt x="92" y="20"/>
                    </a:cubicBezTo>
                    <a:cubicBezTo>
                      <a:pt x="93" y="20"/>
                      <a:pt x="93" y="20"/>
                      <a:pt x="93" y="20"/>
                    </a:cubicBezTo>
                    <a:cubicBezTo>
                      <a:pt x="93" y="19"/>
                      <a:pt x="92" y="18"/>
                      <a:pt x="91" y="18"/>
                    </a:cubicBezTo>
                    <a:cubicBezTo>
                      <a:pt x="91" y="18"/>
                      <a:pt x="90" y="18"/>
                      <a:pt x="89" y="18"/>
                    </a:cubicBezTo>
                    <a:cubicBezTo>
                      <a:pt x="87" y="18"/>
                      <a:pt x="85" y="18"/>
                      <a:pt x="84" y="18"/>
                    </a:cubicBezTo>
                    <a:cubicBezTo>
                      <a:pt x="85" y="12"/>
                      <a:pt x="85" y="12"/>
                      <a:pt x="85" y="12"/>
                    </a:cubicBezTo>
                    <a:close/>
                    <a:moveTo>
                      <a:pt x="55" y="2"/>
                    </a:moveTo>
                    <a:cubicBezTo>
                      <a:pt x="56" y="3"/>
                      <a:pt x="57" y="4"/>
                      <a:pt x="58" y="4"/>
                    </a:cubicBezTo>
                    <a:cubicBezTo>
                      <a:pt x="59" y="3"/>
                      <a:pt x="59" y="3"/>
                      <a:pt x="58" y="2"/>
                    </a:cubicBezTo>
                    <a:cubicBezTo>
                      <a:pt x="56" y="1"/>
                      <a:pt x="55" y="1"/>
                      <a:pt x="55" y="2"/>
                    </a:cubicBezTo>
                    <a:close/>
                    <a:moveTo>
                      <a:pt x="59" y="5"/>
                    </a:moveTo>
                    <a:cubicBezTo>
                      <a:pt x="59" y="5"/>
                      <a:pt x="58" y="5"/>
                      <a:pt x="57" y="5"/>
                    </a:cubicBezTo>
                    <a:cubicBezTo>
                      <a:pt x="55" y="6"/>
                      <a:pt x="52" y="6"/>
                      <a:pt x="50" y="6"/>
                    </a:cubicBezTo>
                    <a:cubicBezTo>
                      <a:pt x="50" y="6"/>
                      <a:pt x="50" y="6"/>
                      <a:pt x="50" y="7"/>
                    </a:cubicBezTo>
                    <a:cubicBezTo>
                      <a:pt x="51" y="7"/>
                      <a:pt x="51" y="7"/>
                      <a:pt x="52" y="8"/>
                    </a:cubicBezTo>
                    <a:cubicBezTo>
                      <a:pt x="52" y="8"/>
                      <a:pt x="53" y="7"/>
                      <a:pt x="55" y="7"/>
                    </a:cubicBezTo>
                    <a:cubicBezTo>
                      <a:pt x="55" y="9"/>
                      <a:pt x="53" y="12"/>
                      <a:pt x="50" y="15"/>
                    </a:cubicBezTo>
                    <a:cubicBezTo>
                      <a:pt x="49" y="15"/>
                      <a:pt x="49" y="15"/>
                      <a:pt x="50" y="15"/>
                    </a:cubicBezTo>
                    <a:cubicBezTo>
                      <a:pt x="50" y="15"/>
                      <a:pt x="51" y="15"/>
                      <a:pt x="51" y="15"/>
                    </a:cubicBezTo>
                    <a:cubicBezTo>
                      <a:pt x="53" y="13"/>
                      <a:pt x="55" y="12"/>
                      <a:pt x="55" y="10"/>
                    </a:cubicBezTo>
                    <a:cubicBezTo>
                      <a:pt x="55" y="10"/>
                      <a:pt x="55" y="10"/>
                      <a:pt x="56" y="10"/>
                    </a:cubicBezTo>
                    <a:cubicBezTo>
                      <a:pt x="56" y="10"/>
                      <a:pt x="57" y="10"/>
                      <a:pt x="57" y="10"/>
                    </a:cubicBezTo>
                    <a:cubicBezTo>
                      <a:pt x="57" y="11"/>
                      <a:pt x="57" y="12"/>
                      <a:pt x="56" y="13"/>
                    </a:cubicBezTo>
                    <a:cubicBezTo>
                      <a:pt x="56" y="14"/>
                      <a:pt x="55" y="15"/>
                      <a:pt x="55" y="15"/>
                    </a:cubicBezTo>
                    <a:cubicBezTo>
                      <a:pt x="55" y="15"/>
                      <a:pt x="55" y="15"/>
                      <a:pt x="54" y="15"/>
                    </a:cubicBezTo>
                    <a:cubicBezTo>
                      <a:pt x="54" y="14"/>
                      <a:pt x="53" y="14"/>
                      <a:pt x="53" y="14"/>
                    </a:cubicBezTo>
                    <a:cubicBezTo>
                      <a:pt x="54" y="15"/>
                      <a:pt x="54" y="16"/>
                      <a:pt x="54" y="16"/>
                    </a:cubicBezTo>
                    <a:cubicBezTo>
                      <a:pt x="54" y="16"/>
                      <a:pt x="54" y="17"/>
                      <a:pt x="54" y="17"/>
                    </a:cubicBezTo>
                    <a:cubicBezTo>
                      <a:pt x="55" y="17"/>
                      <a:pt x="55" y="17"/>
                      <a:pt x="56" y="16"/>
                    </a:cubicBezTo>
                    <a:cubicBezTo>
                      <a:pt x="57" y="15"/>
                      <a:pt x="57" y="15"/>
                      <a:pt x="57" y="14"/>
                    </a:cubicBezTo>
                    <a:cubicBezTo>
                      <a:pt x="58" y="12"/>
                      <a:pt x="58" y="11"/>
                      <a:pt x="58" y="11"/>
                    </a:cubicBezTo>
                    <a:cubicBezTo>
                      <a:pt x="59" y="10"/>
                      <a:pt x="59" y="10"/>
                      <a:pt x="59" y="10"/>
                    </a:cubicBezTo>
                    <a:cubicBezTo>
                      <a:pt x="58" y="10"/>
                      <a:pt x="58" y="9"/>
                      <a:pt x="58" y="9"/>
                    </a:cubicBezTo>
                    <a:cubicBezTo>
                      <a:pt x="57" y="9"/>
                      <a:pt x="57" y="9"/>
                      <a:pt x="57" y="9"/>
                    </a:cubicBezTo>
                    <a:cubicBezTo>
                      <a:pt x="57" y="9"/>
                      <a:pt x="56" y="9"/>
                      <a:pt x="56" y="9"/>
                    </a:cubicBezTo>
                    <a:cubicBezTo>
                      <a:pt x="56" y="9"/>
                      <a:pt x="56" y="8"/>
                      <a:pt x="56" y="8"/>
                    </a:cubicBezTo>
                    <a:cubicBezTo>
                      <a:pt x="56" y="8"/>
                      <a:pt x="56" y="8"/>
                      <a:pt x="56" y="8"/>
                    </a:cubicBezTo>
                    <a:cubicBezTo>
                      <a:pt x="56" y="8"/>
                      <a:pt x="56" y="7"/>
                      <a:pt x="55" y="7"/>
                    </a:cubicBezTo>
                    <a:cubicBezTo>
                      <a:pt x="57" y="6"/>
                      <a:pt x="58" y="6"/>
                      <a:pt x="59" y="6"/>
                    </a:cubicBezTo>
                    <a:cubicBezTo>
                      <a:pt x="60" y="6"/>
                      <a:pt x="60" y="6"/>
                      <a:pt x="60" y="6"/>
                    </a:cubicBezTo>
                    <a:cubicBezTo>
                      <a:pt x="60" y="5"/>
                      <a:pt x="59" y="5"/>
                      <a:pt x="59" y="5"/>
                    </a:cubicBezTo>
                    <a:close/>
                    <a:moveTo>
                      <a:pt x="62" y="11"/>
                    </a:moveTo>
                    <a:cubicBezTo>
                      <a:pt x="62" y="11"/>
                      <a:pt x="62" y="11"/>
                      <a:pt x="62" y="11"/>
                    </a:cubicBezTo>
                    <a:cubicBezTo>
                      <a:pt x="63" y="12"/>
                      <a:pt x="64" y="13"/>
                      <a:pt x="64" y="13"/>
                    </a:cubicBezTo>
                    <a:cubicBezTo>
                      <a:pt x="65" y="13"/>
                      <a:pt x="65" y="12"/>
                      <a:pt x="64" y="11"/>
                    </a:cubicBezTo>
                    <a:cubicBezTo>
                      <a:pt x="63" y="11"/>
                      <a:pt x="62" y="10"/>
                      <a:pt x="62" y="11"/>
                    </a:cubicBezTo>
                    <a:close/>
                    <a:moveTo>
                      <a:pt x="61" y="15"/>
                    </a:moveTo>
                    <a:cubicBezTo>
                      <a:pt x="62" y="16"/>
                      <a:pt x="63" y="17"/>
                      <a:pt x="64" y="18"/>
                    </a:cubicBezTo>
                    <a:cubicBezTo>
                      <a:pt x="65" y="17"/>
                      <a:pt x="65" y="17"/>
                      <a:pt x="65" y="16"/>
                    </a:cubicBezTo>
                    <a:cubicBezTo>
                      <a:pt x="64" y="15"/>
                      <a:pt x="63" y="15"/>
                      <a:pt x="62" y="14"/>
                    </a:cubicBezTo>
                    <a:cubicBezTo>
                      <a:pt x="61" y="14"/>
                      <a:pt x="61" y="14"/>
                      <a:pt x="61" y="15"/>
                    </a:cubicBezTo>
                    <a:close/>
                    <a:moveTo>
                      <a:pt x="35" y="12"/>
                    </a:moveTo>
                    <a:cubicBezTo>
                      <a:pt x="36" y="12"/>
                      <a:pt x="37" y="12"/>
                      <a:pt x="38" y="12"/>
                    </a:cubicBezTo>
                    <a:cubicBezTo>
                      <a:pt x="39" y="12"/>
                      <a:pt x="39" y="12"/>
                      <a:pt x="39" y="11"/>
                    </a:cubicBezTo>
                    <a:cubicBezTo>
                      <a:pt x="39" y="11"/>
                      <a:pt x="39" y="11"/>
                      <a:pt x="38" y="11"/>
                    </a:cubicBezTo>
                    <a:cubicBezTo>
                      <a:pt x="38" y="11"/>
                      <a:pt x="38" y="11"/>
                      <a:pt x="37" y="11"/>
                    </a:cubicBezTo>
                    <a:cubicBezTo>
                      <a:pt x="37" y="11"/>
                      <a:pt x="36" y="11"/>
                      <a:pt x="35" y="11"/>
                    </a:cubicBezTo>
                    <a:cubicBezTo>
                      <a:pt x="35" y="11"/>
                      <a:pt x="35" y="10"/>
                      <a:pt x="36" y="10"/>
                    </a:cubicBezTo>
                    <a:cubicBezTo>
                      <a:pt x="36" y="10"/>
                      <a:pt x="36" y="10"/>
                      <a:pt x="35" y="10"/>
                    </a:cubicBezTo>
                    <a:cubicBezTo>
                      <a:pt x="34" y="9"/>
                      <a:pt x="34" y="9"/>
                      <a:pt x="33" y="9"/>
                    </a:cubicBezTo>
                    <a:cubicBezTo>
                      <a:pt x="33" y="9"/>
                      <a:pt x="33" y="9"/>
                      <a:pt x="33" y="9"/>
                    </a:cubicBezTo>
                    <a:cubicBezTo>
                      <a:pt x="34" y="10"/>
                      <a:pt x="34" y="11"/>
                      <a:pt x="34" y="12"/>
                    </a:cubicBezTo>
                    <a:cubicBezTo>
                      <a:pt x="33" y="12"/>
                      <a:pt x="33" y="12"/>
                      <a:pt x="32" y="12"/>
                    </a:cubicBezTo>
                    <a:cubicBezTo>
                      <a:pt x="31" y="12"/>
                      <a:pt x="30" y="12"/>
                      <a:pt x="30" y="12"/>
                    </a:cubicBezTo>
                    <a:cubicBezTo>
                      <a:pt x="29" y="13"/>
                      <a:pt x="30" y="13"/>
                      <a:pt x="31" y="13"/>
                    </a:cubicBezTo>
                    <a:cubicBezTo>
                      <a:pt x="32" y="13"/>
                      <a:pt x="33" y="13"/>
                      <a:pt x="34" y="13"/>
                    </a:cubicBezTo>
                    <a:cubicBezTo>
                      <a:pt x="34" y="16"/>
                      <a:pt x="34" y="16"/>
                      <a:pt x="34" y="16"/>
                    </a:cubicBezTo>
                    <a:cubicBezTo>
                      <a:pt x="32" y="16"/>
                      <a:pt x="30" y="16"/>
                      <a:pt x="27" y="16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6" y="17"/>
                      <a:pt x="27" y="17"/>
                      <a:pt x="28" y="17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33" y="16"/>
                      <a:pt x="38" y="16"/>
                      <a:pt x="43" y="16"/>
                    </a:cubicBezTo>
                    <a:cubicBezTo>
                      <a:pt x="44" y="16"/>
                      <a:pt x="44" y="16"/>
                      <a:pt x="44" y="15"/>
                    </a:cubicBezTo>
                    <a:cubicBezTo>
                      <a:pt x="44" y="15"/>
                      <a:pt x="43" y="14"/>
                      <a:pt x="42" y="14"/>
                    </a:cubicBezTo>
                    <a:cubicBezTo>
                      <a:pt x="42" y="14"/>
                      <a:pt x="41" y="14"/>
                      <a:pt x="41" y="14"/>
                    </a:cubicBezTo>
                    <a:cubicBezTo>
                      <a:pt x="39" y="15"/>
                      <a:pt x="38" y="15"/>
                      <a:pt x="35" y="15"/>
                    </a:cubicBezTo>
                    <a:cubicBezTo>
                      <a:pt x="35" y="12"/>
                      <a:pt x="35" y="12"/>
                      <a:pt x="35" y="12"/>
                    </a:cubicBezTo>
                    <a:close/>
                    <a:moveTo>
                      <a:pt x="5" y="4"/>
                    </a:moveTo>
                    <a:cubicBezTo>
                      <a:pt x="5" y="4"/>
                      <a:pt x="5" y="4"/>
                      <a:pt x="5" y="4"/>
                    </a:cubicBezTo>
                    <a:cubicBezTo>
                      <a:pt x="5" y="4"/>
                      <a:pt x="5" y="5"/>
                      <a:pt x="6" y="5"/>
                    </a:cubicBezTo>
                    <a:cubicBezTo>
                      <a:pt x="6" y="6"/>
                      <a:pt x="6" y="6"/>
                      <a:pt x="7" y="6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4"/>
                      <a:pt x="6" y="4"/>
                      <a:pt x="5" y="4"/>
                    </a:cubicBezTo>
                    <a:close/>
                    <a:moveTo>
                      <a:pt x="10" y="9"/>
                    </a:moveTo>
                    <a:cubicBezTo>
                      <a:pt x="11" y="9"/>
                      <a:pt x="12" y="9"/>
                      <a:pt x="12" y="8"/>
                    </a:cubicBezTo>
                    <a:cubicBezTo>
                      <a:pt x="13" y="8"/>
                      <a:pt x="13" y="8"/>
                      <a:pt x="12" y="8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0" y="8"/>
                      <a:pt x="10" y="8"/>
                      <a:pt x="10" y="8"/>
                    </a:cubicBezTo>
                    <a:cubicBezTo>
                      <a:pt x="10" y="8"/>
                      <a:pt x="10" y="8"/>
                      <a:pt x="10" y="8"/>
                    </a:cubicBezTo>
                    <a:cubicBezTo>
                      <a:pt x="10" y="8"/>
                      <a:pt x="10" y="7"/>
                      <a:pt x="10" y="7"/>
                    </a:cubicBezTo>
                    <a:cubicBezTo>
                      <a:pt x="10" y="7"/>
                      <a:pt x="10" y="7"/>
                      <a:pt x="9" y="7"/>
                    </a:cubicBezTo>
                    <a:cubicBezTo>
                      <a:pt x="11" y="6"/>
                      <a:pt x="13" y="6"/>
                      <a:pt x="13" y="6"/>
                    </a:cubicBezTo>
                    <a:cubicBezTo>
                      <a:pt x="14" y="6"/>
                      <a:pt x="14" y="6"/>
                      <a:pt x="13" y="5"/>
                    </a:cubicBezTo>
                    <a:cubicBezTo>
                      <a:pt x="13" y="5"/>
                      <a:pt x="13" y="5"/>
                      <a:pt x="12" y="5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0" y="6"/>
                      <a:pt x="7" y="6"/>
                      <a:pt x="5" y="7"/>
                    </a:cubicBezTo>
                    <a:cubicBezTo>
                      <a:pt x="4" y="7"/>
                      <a:pt x="4" y="7"/>
                      <a:pt x="5" y="7"/>
                    </a:cubicBezTo>
                    <a:cubicBezTo>
                      <a:pt x="5" y="7"/>
                      <a:pt x="5" y="7"/>
                      <a:pt x="6" y="7"/>
                    </a:cubicBezTo>
                    <a:cubicBezTo>
                      <a:pt x="6" y="7"/>
                      <a:pt x="7" y="7"/>
                      <a:pt x="7" y="7"/>
                    </a:cubicBezTo>
                    <a:cubicBezTo>
                      <a:pt x="8" y="7"/>
                      <a:pt x="8" y="8"/>
                      <a:pt x="8" y="9"/>
                    </a:cubicBezTo>
                    <a:cubicBezTo>
                      <a:pt x="7" y="9"/>
                      <a:pt x="7" y="9"/>
                      <a:pt x="6" y="9"/>
                    </a:cubicBezTo>
                    <a:cubicBezTo>
                      <a:pt x="5" y="9"/>
                      <a:pt x="6" y="9"/>
                      <a:pt x="6" y="9"/>
                    </a:cubicBezTo>
                    <a:cubicBezTo>
                      <a:pt x="7" y="9"/>
                      <a:pt x="7" y="9"/>
                      <a:pt x="8" y="9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7" y="11"/>
                      <a:pt x="5" y="11"/>
                      <a:pt x="4" y="11"/>
                    </a:cubicBezTo>
                    <a:cubicBezTo>
                      <a:pt x="4" y="11"/>
                      <a:pt x="4" y="12"/>
                      <a:pt x="4" y="12"/>
                    </a:cubicBezTo>
                    <a:cubicBezTo>
                      <a:pt x="5" y="12"/>
                      <a:pt x="5" y="12"/>
                      <a:pt x="6" y="12"/>
                    </a:cubicBezTo>
                    <a:cubicBezTo>
                      <a:pt x="7" y="12"/>
                      <a:pt x="7" y="12"/>
                      <a:pt x="8" y="12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8" y="14"/>
                      <a:pt x="8" y="15"/>
                      <a:pt x="8" y="15"/>
                    </a:cubicBezTo>
                    <a:cubicBezTo>
                      <a:pt x="4" y="15"/>
                      <a:pt x="1" y="15"/>
                      <a:pt x="0" y="1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1" y="16"/>
                      <a:pt x="1" y="16"/>
                      <a:pt x="2" y="17"/>
                    </a:cubicBezTo>
                    <a:cubicBezTo>
                      <a:pt x="2" y="17"/>
                      <a:pt x="2" y="16"/>
                      <a:pt x="2" y="16"/>
                    </a:cubicBezTo>
                    <a:cubicBezTo>
                      <a:pt x="4" y="16"/>
                      <a:pt x="7" y="15"/>
                      <a:pt x="13" y="14"/>
                    </a:cubicBezTo>
                    <a:cubicBezTo>
                      <a:pt x="14" y="14"/>
                      <a:pt x="16" y="14"/>
                      <a:pt x="18" y="14"/>
                    </a:cubicBezTo>
                    <a:cubicBezTo>
                      <a:pt x="18" y="14"/>
                      <a:pt x="18" y="14"/>
                      <a:pt x="18" y="14"/>
                    </a:cubicBezTo>
                    <a:cubicBezTo>
                      <a:pt x="19" y="14"/>
                      <a:pt x="19" y="14"/>
                      <a:pt x="19" y="13"/>
                    </a:cubicBezTo>
                    <a:cubicBezTo>
                      <a:pt x="18" y="13"/>
                      <a:pt x="17" y="13"/>
                      <a:pt x="17" y="13"/>
                    </a:cubicBezTo>
                    <a:cubicBezTo>
                      <a:pt x="16" y="13"/>
                      <a:pt x="16" y="13"/>
                      <a:pt x="14" y="13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3"/>
                      <a:pt x="14" y="12"/>
                      <a:pt x="14" y="12"/>
                    </a:cubicBezTo>
                    <a:cubicBezTo>
                      <a:pt x="14" y="12"/>
                      <a:pt x="14" y="12"/>
                      <a:pt x="14" y="11"/>
                    </a:cubicBezTo>
                    <a:cubicBezTo>
                      <a:pt x="13" y="11"/>
                      <a:pt x="13" y="11"/>
                      <a:pt x="12" y="11"/>
                    </a:cubicBezTo>
                    <a:cubicBezTo>
                      <a:pt x="12" y="11"/>
                      <a:pt x="12" y="11"/>
                      <a:pt x="12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2" y="13"/>
                      <a:pt x="12" y="14"/>
                      <a:pt x="12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11"/>
                      <a:pt x="11" y="11"/>
                      <a:pt x="12" y="11"/>
                    </a:cubicBezTo>
                    <a:cubicBezTo>
                      <a:pt x="13" y="11"/>
                      <a:pt x="14" y="11"/>
                      <a:pt x="14" y="10"/>
                    </a:cubicBezTo>
                    <a:cubicBezTo>
                      <a:pt x="15" y="10"/>
                      <a:pt x="15" y="10"/>
                      <a:pt x="14" y="10"/>
                    </a:cubicBezTo>
                    <a:cubicBezTo>
                      <a:pt x="14" y="10"/>
                      <a:pt x="14" y="10"/>
                      <a:pt x="13" y="10"/>
                    </a:cubicBezTo>
                    <a:cubicBezTo>
                      <a:pt x="13" y="10"/>
                      <a:pt x="13" y="10"/>
                      <a:pt x="12" y="10"/>
                    </a:cubicBezTo>
                    <a:cubicBezTo>
                      <a:pt x="11" y="10"/>
                      <a:pt x="10" y="10"/>
                      <a:pt x="10" y="10"/>
                    </a:cubicBezTo>
                    <a:cubicBezTo>
                      <a:pt x="10" y="9"/>
                      <a:pt x="10" y="9"/>
                      <a:pt x="10" y="9"/>
                    </a:cubicBezTo>
                    <a:close/>
                    <a:moveTo>
                      <a:pt x="7" y="13"/>
                    </a:moveTo>
                    <a:cubicBezTo>
                      <a:pt x="7" y="13"/>
                      <a:pt x="6" y="12"/>
                      <a:pt x="5" y="12"/>
                    </a:cubicBezTo>
                    <a:cubicBezTo>
                      <a:pt x="5" y="12"/>
                      <a:pt x="5" y="13"/>
                      <a:pt x="5" y="13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7" y="14"/>
                      <a:pt x="7" y="14"/>
                      <a:pt x="7" y="13"/>
                    </a:cubicBezTo>
                    <a:close/>
                    <a:moveTo>
                      <a:pt x="13" y="16"/>
                    </a:moveTo>
                    <a:cubicBezTo>
                      <a:pt x="13" y="16"/>
                      <a:pt x="12" y="16"/>
                      <a:pt x="11" y="16"/>
                    </a:cubicBezTo>
                    <a:cubicBezTo>
                      <a:pt x="9" y="17"/>
                      <a:pt x="8" y="17"/>
                      <a:pt x="7" y="17"/>
                    </a:cubicBezTo>
                    <a:cubicBezTo>
                      <a:pt x="6" y="17"/>
                      <a:pt x="6" y="17"/>
                      <a:pt x="5" y="17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6" y="18"/>
                      <a:pt x="6" y="18"/>
                      <a:pt x="6" y="19"/>
                    </a:cubicBezTo>
                    <a:cubicBezTo>
                      <a:pt x="6" y="20"/>
                      <a:pt x="6" y="20"/>
                      <a:pt x="7" y="21"/>
                    </a:cubicBezTo>
                    <a:cubicBezTo>
                      <a:pt x="7" y="21"/>
                      <a:pt x="7" y="21"/>
                      <a:pt x="7" y="21"/>
                    </a:cubicBezTo>
                    <a:cubicBezTo>
                      <a:pt x="7" y="21"/>
                      <a:pt x="8" y="21"/>
                      <a:pt x="7" y="21"/>
                    </a:cubicBezTo>
                    <a:cubicBezTo>
                      <a:pt x="8" y="21"/>
                      <a:pt x="8" y="21"/>
                      <a:pt x="9" y="20"/>
                    </a:cubicBezTo>
                    <a:cubicBezTo>
                      <a:pt x="12" y="20"/>
                      <a:pt x="14" y="20"/>
                      <a:pt x="14" y="20"/>
                    </a:cubicBezTo>
                    <a:cubicBezTo>
                      <a:pt x="14" y="20"/>
                      <a:pt x="15" y="20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8"/>
                      <a:pt x="14" y="17"/>
                      <a:pt x="15" y="17"/>
                    </a:cubicBezTo>
                    <a:cubicBezTo>
                      <a:pt x="15" y="17"/>
                      <a:pt x="15" y="17"/>
                      <a:pt x="15" y="16"/>
                    </a:cubicBezTo>
                    <a:cubicBezTo>
                      <a:pt x="14" y="16"/>
                      <a:pt x="13" y="16"/>
                      <a:pt x="13" y="16"/>
                    </a:cubicBezTo>
                    <a:close/>
                    <a:moveTo>
                      <a:pt x="7" y="18"/>
                    </a:moveTo>
                    <a:cubicBezTo>
                      <a:pt x="7" y="18"/>
                      <a:pt x="7" y="18"/>
                      <a:pt x="8" y="18"/>
                    </a:cubicBezTo>
                    <a:cubicBezTo>
                      <a:pt x="9" y="17"/>
                      <a:pt x="11" y="17"/>
                      <a:pt x="12" y="17"/>
                    </a:cubicBezTo>
                    <a:cubicBezTo>
                      <a:pt x="12" y="17"/>
                      <a:pt x="13" y="17"/>
                      <a:pt x="13" y="18"/>
                    </a:cubicBezTo>
                    <a:cubicBezTo>
                      <a:pt x="13" y="18"/>
                      <a:pt x="12" y="19"/>
                      <a:pt x="12" y="19"/>
                    </a:cubicBezTo>
                    <a:cubicBezTo>
                      <a:pt x="7" y="20"/>
                      <a:pt x="7" y="20"/>
                      <a:pt x="7" y="20"/>
                    </a:cubicBezTo>
                    <a:cubicBezTo>
                      <a:pt x="7" y="18"/>
                      <a:pt x="7" y="18"/>
                      <a:pt x="7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6" name="Freeform 24"/>
              <p:cNvSpPr>
                <a:spLocks noEditPoints="1"/>
              </p:cNvSpPr>
              <p:nvPr/>
            </p:nvSpPr>
            <p:spPr bwMode="auto">
              <a:xfrm>
                <a:off x="4200526" y="1946275"/>
                <a:ext cx="735013" cy="388938"/>
              </a:xfrm>
              <a:custGeom>
                <a:avLst/>
                <a:gdLst>
                  <a:gd name="T0" fmla="*/ 152 w 195"/>
                  <a:gd name="T1" fmla="*/ 59 h 103"/>
                  <a:gd name="T2" fmla="*/ 160 w 195"/>
                  <a:gd name="T3" fmla="*/ 39 h 103"/>
                  <a:gd name="T4" fmla="*/ 168 w 195"/>
                  <a:gd name="T5" fmla="*/ 23 h 103"/>
                  <a:gd name="T6" fmla="*/ 167 w 195"/>
                  <a:gd name="T7" fmla="*/ 0 h 103"/>
                  <a:gd name="T8" fmla="*/ 193 w 195"/>
                  <a:gd name="T9" fmla="*/ 9 h 103"/>
                  <a:gd name="T10" fmla="*/ 189 w 195"/>
                  <a:gd name="T11" fmla="*/ 30 h 103"/>
                  <a:gd name="T12" fmla="*/ 178 w 195"/>
                  <a:gd name="T13" fmla="*/ 69 h 103"/>
                  <a:gd name="T14" fmla="*/ 174 w 195"/>
                  <a:gd name="T15" fmla="*/ 83 h 103"/>
                  <a:gd name="T16" fmla="*/ 158 w 195"/>
                  <a:gd name="T17" fmla="*/ 94 h 103"/>
                  <a:gd name="T18" fmla="*/ 147 w 195"/>
                  <a:gd name="T19" fmla="*/ 103 h 103"/>
                  <a:gd name="T20" fmla="*/ 42 w 195"/>
                  <a:gd name="T21" fmla="*/ 101 h 103"/>
                  <a:gd name="T22" fmla="*/ 31 w 195"/>
                  <a:gd name="T23" fmla="*/ 79 h 103"/>
                  <a:gd name="T24" fmla="*/ 17 w 195"/>
                  <a:gd name="T25" fmla="*/ 78 h 103"/>
                  <a:gd name="T26" fmla="*/ 3 w 195"/>
                  <a:gd name="T27" fmla="*/ 34 h 103"/>
                  <a:gd name="T28" fmla="*/ 6 w 195"/>
                  <a:gd name="T29" fmla="*/ 15 h 103"/>
                  <a:gd name="T30" fmla="*/ 24 w 195"/>
                  <a:gd name="T31" fmla="*/ 7 h 103"/>
                  <a:gd name="T32" fmla="*/ 28 w 195"/>
                  <a:gd name="T33" fmla="*/ 15 h 103"/>
                  <a:gd name="T34" fmla="*/ 24 w 195"/>
                  <a:gd name="T35" fmla="*/ 39 h 103"/>
                  <a:gd name="T36" fmla="*/ 47 w 195"/>
                  <a:gd name="T37" fmla="*/ 54 h 103"/>
                  <a:gd name="T38" fmla="*/ 44 w 195"/>
                  <a:gd name="T39" fmla="*/ 72 h 103"/>
                  <a:gd name="T40" fmla="*/ 149 w 195"/>
                  <a:gd name="T41" fmla="*/ 99 h 103"/>
                  <a:gd name="T42" fmla="*/ 45 w 195"/>
                  <a:gd name="T43" fmla="*/ 74 h 103"/>
                  <a:gd name="T44" fmla="*/ 49 w 195"/>
                  <a:gd name="T45" fmla="*/ 100 h 103"/>
                  <a:gd name="T46" fmla="*/ 43 w 195"/>
                  <a:gd name="T47" fmla="*/ 89 h 103"/>
                  <a:gd name="T48" fmla="*/ 40 w 195"/>
                  <a:gd name="T49" fmla="*/ 60 h 103"/>
                  <a:gd name="T50" fmla="*/ 23 w 195"/>
                  <a:gd name="T51" fmla="*/ 41 h 103"/>
                  <a:gd name="T52" fmla="*/ 28 w 195"/>
                  <a:gd name="T53" fmla="*/ 77 h 103"/>
                  <a:gd name="T54" fmla="*/ 37 w 195"/>
                  <a:gd name="T55" fmla="*/ 89 h 103"/>
                  <a:gd name="T56" fmla="*/ 21 w 195"/>
                  <a:gd name="T57" fmla="*/ 41 h 103"/>
                  <a:gd name="T58" fmla="*/ 26 w 195"/>
                  <a:gd name="T59" fmla="*/ 16 h 103"/>
                  <a:gd name="T60" fmla="*/ 5 w 195"/>
                  <a:gd name="T61" fmla="*/ 34 h 103"/>
                  <a:gd name="T62" fmla="*/ 6 w 195"/>
                  <a:gd name="T63" fmla="*/ 49 h 103"/>
                  <a:gd name="T64" fmla="*/ 20 w 195"/>
                  <a:gd name="T65" fmla="*/ 69 h 103"/>
                  <a:gd name="T66" fmla="*/ 26 w 195"/>
                  <a:gd name="T67" fmla="*/ 78 h 103"/>
                  <a:gd name="T68" fmla="*/ 20 w 195"/>
                  <a:gd name="T69" fmla="*/ 46 h 103"/>
                  <a:gd name="T70" fmla="*/ 15 w 195"/>
                  <a:gd name="T71" fmla="*/ 19 h 103"/>
                  <a:gd name="T72" fmla="*/ 8 w 195"/>
                  <a:gd name="T73" fmla="*/ 27 h 103"/>
                  <a:gd name="T74" fmla="*/ 13 w 195"/>
                  <a:gd name="T75" fmla="*/ 4 h 103"/>
                  <a:gd name="T76" fmla="*/ 8 w 195"/>
                  <a:gd name="T77" fmla="*/ 13 h 103"/>
                  <a:gd name="T78" fmla="*/ 151 w 195"/>
                  <a:gd name="T79" fmla="*/ 100 h 103"/>
                  <a:gd name="T80" fmla="*/ 154 w 195"/>
                  <a:gd name="T81" fmla="*/ 73 h 103"/>
                  <a:gd name="T82" fmla="*/ 158 w 195"/>
                  <a:gd name="T83" fmla="*/ 41 h 103"/>
                  <a:gd name="T84" fmla="*/ 167 w 195"/>
                  <a:gd name="T85" fmla="*/ 67 h 103"/>
                  <a:gd name="T86" fmla="*/ 160 w 195"/>
                  <a:gd name="T87" fmla="*/ 80 h 103"/>
                  <a:gd name="T88" fmla="*/ 151 w 195"/>
                  <a:gd name="T89" fmla="*/ 100 h 103"/>
                  <a:gd name="T90" fmla="*/ 171 w 195"/>
                  <a:gd name="T91" fmla="*/ 23 h 103"/>
                  <a:gd name="T92" fmla="*/ 179 w 195"/>
                  <a:gd name="T93" fmla="*/ 22 h 103"/>
                  <a:gd name="T94" fmla="*/ 189 w 195"/>
                  <a:gd name="T95" fmla="*/ 49 h 103"/>
                  <a:gd name="T96" fmla="*/ 187 w 195"/>
                  <a:gd name="T97" fmla="*/ 51 h 103"/>
                  <a:gd name="T98" fmla="*/ 173 w 195"/>
                  <a:gd name="T99" fmla="*/ 80 h 103"/>
                  <a:gd name="T100" fmla="*/ 173 w 195"/>
                  <a:gd name="T101" fmla="*/ 56 h 103"/>
                  <a:gd name="T102" fmla="*/ 187 w 195"/>
                  <a:gd name="T103" fmla="*/ 27 h 103"/>
                  <a:gd name="T104" fmla="*/ 187 w 195"/>
                  <a:gd name="T105" fmla="*/ 15 h 103"/>
                  <a:gd name="T106" fmla="*/ 172 w 195"/>
                  <a:gd name="T107" fmla="*/ 9 h 103"/>
                  <a:gd name="T108" fmla="*/ 189 w 195"/>
                  <a:gd name="T109" fmla="*/ 13 h 103"/>
                  <a:gd name="T110" fmla="*/ 175 w 195"/>
                  <a:gd name="T111" fmla="*/ 13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95" h="103">
                    <a:moveTo>
                      <a:pt x="151" y="72"/>
                    </a:moveTo>
                    <a:cubicBezTo>
                      <a:pt x="154" y="69"/>
                      <a:pt x="154" y="67"/>
                      <a:pt x="154" y="65"/>
                    </a:cubicBezTo>
                    <a:cubicBezTo>
                      <a:pt x="154" y="62"/>
                      <a:pt x="153" y="61"/>
                      <a:pt x="152" y="59"/>
                    </a:cubicBezTo>
                    <a:cubicBezTo>
                      <a:pt x="150" y="57"/>
                      <a:pt x="149" y="56"/>
                      <a:pt x="148" y="54"/>
                    </a:cubicBezTo>
                    <a:cubicBezTo>
                      <a:pt x="148" y="52"/>
                      <a:pt x="148" y="50"/>
                      <a:pt x="149" y="47"/>
                    </a:cubicBezTo>
                    <a:cubicBezTo>
                      <a:pt x="150" y="42"/>
                      <a:pt x="155" y="39"/>
                      <a:pt x="160" y="39"/>
                    </a:cubicBezTo>
                    <a:cubicBezTo>
                      <a:pt x="171" y="39"/>
                      <a:pt x="171" y="39"/>
                      <a:pt x="171" y="39"/>
                    </a:cubicBezTo>
                    <a:cubicBezTo>
                      <a:pt x="172" y="33"/>
                      <a:pt x="172" y="33"/>
                      <a:pt x="172" y="33"/>
                    </a:cubicBezTo>
                    <a:cubicBezTo>
                      <a:pt x="172" y="29"/>
                      <a:pt x="170" y="26"/>
                      <a:pt x="168" y="23"/>
                    </a:cubicBezTo>
                    <a:cubicBezTo>
                      <a:pt x="167" y="20"/>
                      <a:pt x="167" y="18"/>
                      <a:pt x="167" y="15"/>
                    </a:cubicBezTo>
                    <a:cubicBezTo>
                      <a:pt x="167" y="0"/>
                      <a:pt x="167" y="0"/>
                      <a:pt x="167" y="0"/>
                    </a:cubicBezTo>
                    <a:cubicBezTo>
                      <a:pt x="167" y="0"/>
                      <a:pt x="167" y="0"/>
                      <a:pt x="167" y="0"/>
                    </a:cubicBezTo>
                    <a:cubicBezTo>
                      <a:pt x="168" y="3"/>
                      <a:pt x="170" y="5"/>
                      <a:pt x="171" y="7"/>
                    </a:cubicBezTo>
                    <a:cubicBezTo>
                      <a:pt x="173" y="4"/>
                      <a:pt x="177" y="2"/>
                      <a:pt x="182" y="2"/>
                    </a:cubicBezTo>
                    <a:cubicBezTo>
                      <a:pt x="188" y="2"/>
                      <a:pt x="193" y="5"/>
                      <a:pt x="193" y="9"/>
                    </a:cubicBezTo>
                    <a:cubicBezTo>
                      <a:pt x="193" y="11"/>
                      <a:pt x="192" y="13"/>
                      <a:pt x="189" y="15"/>
                    </a:cubicBezTo>
                    <a:cubicBezTo>
                      <a:pt x="189" y="30"/>
                      <a:pt x="189" y="30"/>
                      <a:pt x="189" y="30"/>
                    </a:cubicBezTo>
                    <a:cubicBezTo>
                      <a:pt x="189" y="30"/>
                      <a:pt x="189" y="30"/>
                      <a:pt x="189" y="30"/>
                    </a:cubicBezTo>
                    <a:cubicBezTo>
                      <a:pt x="190" y="31"/>
                      <a:pt x="191" y="32"/>
                      <a:pt x="192" y="34"/>
                    </a:cubicBezTo>
                    <a:cubicBezTo>
                      <a:pt x="194" y="37"/>
                      <a:pt x="195" y="40"/>
                      <a:pt x="194" y="43"/>
                    </a:cubicBezTo>
                    <a:cubicBezTo>
                      <a:pt x="192" y="52"/>
                      <a:pt x="178" y="60"/>
                      <a:pt x="178" y="69"/>
                    </a:cubicBezTo>
                    <a:cubicBezTo>
                      <a:pt x="178" y="71"/>
                      <a:pt x="178" y="75"/>
                      <a:pt x="178" y="78"/>
                    </a:cubicBezTo>
                    <a:cubicBezTo>
                      <a:pt x="178" y="80"/>
                      <a:pt x="178" y="81"/>
                      <a:pt x="177" y="82"/>
                    </a:cubicBezTo>
                    <a:cubicBezTo>
                      <a:pt x="177" y="83"/>
                      <a:pt x="175" y="83"/>
                      <a:pt x="174" y="83"/>
                    </a:cubicBezTo>
                    <a:cubicBezTo>
                      <a:pt x="171" y="82"/>
                      <a:pt x="167" y="78"/>
                      <a:pt x="165" y="79"/>
                    </a:cubicBezTo>
                    <a:cubicBezTo>
                      <a:pt x="162" y="80"/>
                      <a:pt x="162" y="82"/>
                      <a:pt x="161" y="84"/>
                    </a:cubicBezTo>
                    <a:cubicBezTo>
                      <a:pt x="161" y="88"/>
                      <a:pt x="160" y="91"/>
                      <a:pt x="158" y="94"/>
                    </a:cubicBezTo>
                    <a:cubicBezTo>
                      <a:pt x="157" y="97"/>
                      <a:pt x="155" y="99"/>
                      <a:pt x="154" y="101"/>
                    </a:cubicBezTo>
                    <a:cubicBezTo>
                      <a:pt x="153" y="102"/>
                      <a:pt x="152" y="103"/>
                      <a:pt x="151" y="103"/>
                    </a:cubicBezTo>
                    <a:cubicBezTo>
                      <a:pt x="150" y="103"/>
                      <a:pt x="148" y="103"/>
                      <a:pt x="147" y="103"/>
                    </a:cubicBezTo>
                    <a:cubicBezTo>
                      <a:pt x="116" y="94"/>
                      <a:pt x="79" y="94"/>
                      <a:pt x="48" y="103"/>
                    </a:cubicBezTo>
                    <a:cubicBezTo>
                      <a:pt x="47" y="103"/>
                      <a:pt x="46" y="103"/>
                      <a:pt x="45" y="103"/>
                    </a:cubicBezTo>
                    <a:cubicBezTo>
                      <a:pt x="44" y="103"/>
                      <a:pt x="43" y="102"/>
                      <a:pt x="42" y="101"/>
                    </a:cubicBezTo>
                    <a:cubicBezTo>
                      <a:pt x="40" y="99"/>
                      <a:pt x="39" y="97"/>
                      <a:pt x="37" y="94"/>
                    </a:cubicBezTo>
                    <a:cubicBezTo>
                      <a:pt x="36" y="91"/>
                      <a:pt x="35" y="88"/>
                      <a:pt x="34" y="84"/>
                    </a:cubicBezTo>
                    <a:cubicBezTo>
                      <a:pt x="34" y="82"/>
                      <a:pt x="33" y="80"/>
                      <a:pt x="31" y="79"/>
                    </a:cubicBezTo>
                    <a:cubicBezTo>
                      <a:pt x="28" y="78"/>
                      <a:pt x="24" y="82"/>
                      <a:pt x="21" y="83"/>
                    </a:cubicBezTo>
                    <a:cubicBezTo>
                      <a:pt x="20" y="83"/>
                      <a:pt x="19" y="83"/>
                      <a:pt x="18" y="82"/>
                    </a:cubicBezTo>
                    <a:cubicBezTo>
                      <a:pt x="18" y="81"/>
                      <a:pt x="18" y="80"/>
                      <a:pt x="17" y="78"/>
                    </a:cubicBezTo>
                    <a:cubicBezTo>
                      <a:pt x="17" y="75"/>
                      <a:pt x="17" y="71"/>
                      <a:pt x="17" y="69"/>
                    </a:cubicBezTo>
                    <a:cubicBezTo>
                      <a:pt x="17" y="60"/>
                      <a:pt x="3" y="52"/>
                      <a:pt x="1" y="43"/>
                    </a:cubicBezTo>
                    <a:cubicBezTo>
                      <a:pt x="0" y="40"/>
                      <a:pt x="1" y="37"/>
                      <a:pt x="3" y="34"/>
                    </a:cubicBezTo>
                    <a:cubicBezTo>
                      <a:pt x="4" y="32"/>
                      <a:pt x="5" y="31"/>
                      <a:pt x="6" y="30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6" y="15"/>
                      <a:pt x="6" y="15"/>
                      <a:pt x="6" y="15"/>
                    </a:cubicBezTo>
                    <a:cubicBezTo>
                      <a:pt x="3" y="13"/>
                      <a:pt x="2" y="11"/>
                      <a:pt x="2" y="9"/>
                    </a:cubicBezTo>
                    <a:cubicBezTo>
                      <a:pt x="2" y="5"/>
                      <a:pt x="7" y="2"/>
                      <a:pt x="13" y="2"/>
                    </a:cubicBezTo>
                    <a:cubicBezTo>
                      <a:pt x="18" y="2"/>
                      <a:pt x="22" y="4"/>
                      <a:pt x="24" y="7"/>
                    </a:cubicBezTo>
                    <a:cubicBezTo>
                      <a:pt x="25" y="5"/>
                      <a:pt x="27" y="3"/>
                      <a:pt x="28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15"/>
                      <a:pt x="28" y="15"/>
                      <a:pt x="28" y="15"/>
                    </a:cubicBezTo>
                    <a:cubicBezTo>
                      <a:pt x="28" y="18"/>
                      <a:pt x="28" y="20"/>
                      <a:pt x="27" y="23"/>
                    </a:cubicBezTo>
                    <a:cubicBezTo>
                      <a:pt x="25" y="26"/>
                      <a:pt x="24" y="29"/>
                      <a:pt x="24" y="33"/>
                    </a:cubicBezTo>
                    <a:cubicBezTo>
                      <a:pt x="24" y="39"/>
                      <a:pt x="24" y="39"/>
                      <a:pt x="24" y="39"/>
                    </a:cubicBezTo>
                    <a:cubicBezTo>
                      <a:pt x="35" y="39"/>
                      <a:pt x="35" y="39"/>
                      <a:pt x="35" y="39"/>
                    </a:cubicBezTo>
                    <a:cubicBezTo>
                      <a:pt x="40" y="39"/>
                      <a:pt x="45" y="42"/>
                      <a:pt x="46" y="47"/>
                    </a:cubicBezTo>
                    <a:cubicBezTo>
                      <a:pt x="47" y="50"/>
                      <a:pt x="47" y="52"/>
                      <a:pt x="47" y="54"/>
                    </a:cubicBezTo>
                    <a:cubicBezTo>
                      <a:pt x="46" y="56"/>
                      <a:pt x="45" y="57"/>
                      <a:pt x="43" y="59"/>
                    </a:cubicBezTo>
                    <a:cubicBezTo>
                      <a:pt x="42" y="61"/>
                      <a:pt x="41" y="62"/>
                      <a:pt x="41" y="65"/>
                    </a:cubicBezTo>
                    <a:cubicBezTo>
                      <a:pt x="41" y="67"/>
                      <a:pt x="41" y="69"/>
                      <a:pt x="44" y="72"/>
                    </a:cubicBezTo>
                    <a:cubicBezTo>
                      <a:pt x="82" y="64"/>
                      <a:pt x="112" y="64"/>
                      <a:pt x="151" y="72"/>
                    </a:cubicBezTo>
                    <a:close/>
                    <a:moveTo>
                      <a:pt x="146" y="100"/>
                    </a:moveTo>
                    <a:cubicBezTo>
                      <a:pt x="148" y="101"/>
                      <a:pt x="149" y="101"/>
                      <a:pt x="149" y="99"/>
                    </a:cubicBezTo>
                    <a:cubicBezTo>
                      <a:pt x="151" y="93"/>
                      <a:pt x="149" y="85"/>
                      <a:pt x="149" y="79"/>
                    </a:cubicBezTo>
                    <a:cubicBezTo>
                      <a:pt x="149" y="77"/>
                      <a:pt x="149" y="76"/>
                      <a:pt x="150" y="74"/>
                    </a:cubicBezTo>
                    <a:cubicBezTo>
                      <a:pt x="114" y="66"/>
                      <a:pt x="81" y="66"/>
                      <a:pt x="45" y="74"/>
                    </a:cubicBezTo>
                    <a:cubicBezTo>
                      <a:pt x="46" y="76"/>
                      <a:pt x="46" y="77"/>
                      <a:pt x="46" y="79"/>
                    </a:cubicBezTo>
                    <a:cubicBezTo>
                      <a:pt x="46" y="85"/>
                      <a:pt x="44" y="93"/>
                      <a:pt x="46" y="99"/>
                    </a:cubicBezTo>
                    <a:cubicBezTo>
                      <a:pt x="46" y="101"/>
                      <a:pt x="48" y="101"/>
                      <a:pt x="49" y="100"/>
                    </a:cubicBezTo>
                    <a:cubicBezTo>
                      <a:pt x="80" y="92"/>
                      <a:pt x="115" y="92"/>
                      <a:pt x="146" y="100"/>
                    </a:cubicBezTo>
                    <a:close/>
                    <a:moveTo>
                      <a:pt x="44" y="100"/>
                    </a:moveTo>
                    <a:cubicBezTo>
                      <a:pt x="43" y="97"/>
                      <a:pt x="43" y="93"/>
                      <a:pt x="43" y="89"/>
                    </a:cubicBezTo>
                    <a:cubicBezTo>
                      <a:pt x="43" y="84"/>
                      <a:pt x="44" y="80"/>
                      <a:pt x="44" y="77"/>
                    </a:cubicBezTo>
                    <a:cubicBezTo>
                      <a:pt x="43" y="75"/>
                      <a:pt x="42" y="74"/>
                      <a:pt x="41" y="73"/>
                    </a:cubicBezTo>
                    <a:cubicBezTo>
                      <a:pt x="38" y="69"/>
                      <a:pt x="37" y="64"/>
                      <a:pt x="40" y="60"/>
                    </a:cubicBezTo>
                    <a:cubicBezTo>
                      <a:pt x="42" y="57"/>
                      <a:pt x="45" y="55"/>
                      <a:pt x="45" y="52"/>
                    </a:cubicBezTo>
                    <a:cubicBezTo>
                      <a:pt x="45" y="49"/>
                      <a:pt x="44" y="43"/>
                      <a:pt x="37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4"/>
                      <a:pt x="22" y="50"/>
                      <a:pt x="23" y="53"/>
                    </a:cubicBezTo>
                    <a:cubicBezTo>
                      <a:pt x="25" y="57"/>
                      <a:pt x="28" y="61"/>
                      <a:pt x="28" y="6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9" y="77"/>
                      <a:pt x="29" y="77"/>
                      <a:pt x="29" y="77"/>
                    </a:cubicBezTo>
                    <a:cubicBezTo>
                      <a:pt x="29" y="77"/>
                      <a:pt x="33" y="75"/>
                      <a:pt x="35" y="80"/>
                    </a:cubicBezTo>
                    <a:cubicBezTo>
                      <a:pt x="36" y="82"/>
                      <a:pt x="36" y="86"/>
                      <a:pt x="37" y="89"/>
                    </a:cubicBezTo>
                    <a:cubicBezTo>
                      <a:pt x="38" y="92"/>
                      <a:pt x="40" y="95"/>
                      <a:pt x="41" y="97"/>
                    </a:cubicBezTo>
                    <a:cubicBezTo>
                      <a:pt x="42" y="98"/>
                      <a:pt x="43" y="100"/>
                      <a:pt x="44" y="100"/>
                    </a:cubicBezTo>
                    <a:close/>
                    <a:moveTo>
                      <a:pt x="21" y="41"/>
                    </a:moveTo>
                    <a:cubicBezTo>
                      <a:pt x="21" y="40"/>
                      <a:pt x="21" y="34"/>
                      <a:pt x="21" y="31"/>
                    </a:cubicBezTo>
                    <a:cubicBezTo>
                      <a:pt x="22" y="28"/>
                      <a:pt x="23" y="25"/>
                      <a:pt x="25" y="23"/>
                    </a:cubicBezTo>
                    <a:cubicBezTo>
                      <a:pt x="26" y="20"/>
                      <a:pt x="26" y="18"/>
                      <a:pt x="26" y="16"/>
                    </a:cubicBezTo>
                    <a:cubicBezTo>
                      <a:pt x="26" y="13"/>
                      <a:pt x="26" y="10"/>
                      <a:pt x="26" y="7"/>
                    </a:cubicBezTo>
                    <a:cubicBezTo>
                      <a:pt x="26" y="7"/>
                      <a:pt x="22" y="14"/>
                      <a:pt x="16" y="22"/>
                    </a:cubicBezTo>
                    <a:cubicBezTo>
                      <a:pt x="13" y="26"/>
                      <a:pt x="8" y="30"/>
                      <a:pt x="5" y="34"/>
                    </a:cubicBezTo>
                    <a:cubicBezTo>
                      <a:pt x="4" y="37"/>
                      <a:pt x="2" y="41"/>
                      <a:pt x="4" y="45"/>
                    </a:cubicBezTo>
                    <a:cubicBezTo>
                      <a:pt x="5" y="46"/>
                      <a:pt x="5" y="48"/>
                      <a:pt x="6" y="49"/>
                    </a:cubicBezTo>
                    <a:cubicBezTo>
                      <a:pt x="6" y="49"/>
                      <a:pt x="6" y="49"/>
                      <a:pt x="6" y="49"/>
                    </a:cubicBezTo>
                    <a:cubicBezTo>
                      <a:pt x="6" y="49"/>
                      <a:pt x="15" y="49"/>
                      <a:pt x="21" y="41"/>
                    </a:cubicBezTo>
                    <a:close/>
                    <a:moveTo>
                      <a:pt x="8" y="51"/>
                    </a:moveTo>
                    <a:cubicBezTo>
                      <a:pt x="13" y="56"/>
                      <a:pt x="19" y="62"/>
                      <a:pt x="20" y="69"/>
                    </a:cubicBezTo>
                    <a:cubicBezTo>
                      <a:pt x="20" y="71"/>
                      <a:pt x="19" y="80"/>
                      <a:pt x="20" y="80"/>
                    </a:cubicBezTo>
                    <a:cubicBezTo>
                      <a:pt x="20" y="81"/>
                      <a:pt x="21" y="81"/>
                      <a:pt x="22" y="80"/>
                    </a:cubicBezTo>
                    <a:cubicBezTo>
                      <a:pt x="22" y="80"/>
                      <a:pt x="24" y="79"/>
                      <a:pt x="26" y="78"/>
                    </a:cubicBezTo>
                    <a:cubicBezTo>
                      <a:pt x="26" y="76"/>
                      <a:pt x="26" y="72"/>
                      <a:pt x="26" y="67"/>
                    </a:cubicBezTo>
                    <a:cubicBezTo>
                      <a:pt x="26" y="64"/>
                      <a:pt x="24" y="59"/>
                      <a:pt x="22" y="56"/>
                    </a:cubicBezTo>
                    <a:cubicBezTo>
                      <a:pt x="20" y="53"/>
                      <a:pt x="20" y="49"/>
                      <a:pt x="20" y="46"/>
                    </a:cubicBezTo>
                    <a:cubicBezTo>
                      <a:pt x="20" y="46"/>
                      <a:pt x="14" y="50"/>
                      <a:pt x="8" y="51"/>
                    </a:cubicBezTo>
                    <a:close/>
                    <a:moveTo>
                      <a:pt x="8" y="27"/>
                    </a:moveTo>
                    <a:cubicBezTo>
                      <a:pt x="11" y="24"/>
                      <a:pt x="13" y="22"/>
                      <a:pt x="15" y="19"/>
                    </a:cubicBezTo>
                    <a:cubicBezTo>
                      <a:pt x="16" y="18"/>
                      <a:pt x="17" y="17"/>
                      <a:pt x="1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27"/>
                      <a:pt x="8" y="27"/>
                      <a:pt x="8" y="27"/>
                    </a:cubicBezTo>
                    <a:close/>
                    <a:moveTo>
                      <a:pt x="20" y="13"/>
                    </a:moveTo>
                    <a:cubicBezTo>
                      <a:pt x="21" y="12"/>
                      <a:pt x="22" y="10"/>
                      <a:pt x="23" y="9"/>
                    </a:cubicBezTo>
                    <a:cubicBezTo>
                      <a:pt x="22" y="6"/>
                      <a:pt x="18" y="4"/>
                      <a:pt x="13" y="4"/>
                    </a:cubicBezTo>
                    <a:cubicBezTo>
                      <a:pt x="8" y="4"/>
                      <a:pt x="4" y="6"/>
                      <a:pt x="4" y="9"/>
                    </a:cubicBezTo>
                    <a:cubicBezTo>
                      <a:pt x="4" y="11"/>
                      <a:pt x="5" y="12"/>
                      <a:pt x="7" y="13"/>
                    </a:cubicBezTo>
                    <a:cubicBezTo>
                      <a:pt x="7" y="13"/>
                      <a:pt x="8" y="13"/>
                      <a:pt x="8" y="13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20" y="13"/>
                      <a:pt x="20" y="13"/>
                      <a:pt x="20" y="13"/>
                    </a:cubicBezTo>
                    <a:close/>
                    <a:moveTo>
                      <a:pt x="151" y="100"/>
                    </a:moveTo>
                    <a:cubicBezTo>
                      <a:pt x="153" y="97"/>
                      <a:pt x="152" y="93"/>
                      <a:pt x="152" y="89"/>
                    </a:cubicBezTo>
                    <a:cubicBezTo>
                      <a:pt x="152" y="84"/>
                      <a:pt x="151" y="80"/>
                      <a:pt x="152" y="77"/>
                    </a:cubicBezTo>
                    <a:cubicBezTo>
                      <a:pt x="152" y="75"/>
                      <a:pt x="153" y="74"/>
                      <a:pt x="154" y="73"/>
                    </a:cubicBezTo>
                    <a:cubicBezTo>
                      <a:pt x="157" y="69"/>
                      <a:pt x="158" y="64"/>
                      <a:pt x="155" y="60"/>
                    </a:cubicBezTo>
                    <a:cubicBezTo>
                      <a:pt x="153" y="57"/>
                      <a:pt x="150" y="55"/>
                      <a:pt x="150" y="52"/>
                    </a:cubicBezTo>
                    <a:cubicBezTo>
                      <a:pt x="150" y="49"/>
                      <a:pt x="151" y="43"/>
                      <a:pt x="158" y="41"/>
                    </a:cubicBezTo>
                    <a:cubicBezTo>
                      <a:pt x="172" y="41"/>
                      <a:pt x="172" y="41"/>
                      <a:pt x="172" y="41"/>
                    </a:cubicBezTo>
                    <a:cubicBezTo>
                      <a:pt x="173" y="44"/>
                      <a:pt x="174" y="50"/>
                      <a:pt x="172" y="53"/>
                    </a:cubicBezTo>
                    <a:cubicBezTo>
                      <a:pt x="170" y="57"/>
                      <a:pt x="167" y="61"/>
                      <a:pt x="167" y="67"/>
                    </a:cubicBezTo>
                    <a:cubicBezTo>
                      <a:pt x="167" y="77"/>
                      <a:pt x="167" y="77"/>
                      <a:pt x="167" y="77"/>
                    </a:cubicBezTo>
                    <a:cubicBezTo>
                      <a:pt x="167" y="77"/>
                      <a:pt x="166" y="77"/>
                      <a:pt x="166" y="77"/>
                    </a:cubicBezTo>
                    <a:cubicBezTo>
                      <a:pt x="166" y="77"/>
                      <a:pt x="162" y="75"/>
                      <a:pt x="160" y="80"/>
                    </a:cubicBezTo>
                    <a:cubicBezTo>
                      <a:pt x="159" y="82"/>
                      <a:pt x="159" y="86"/>
                      <a:pt x="158" y="89"/>
                    </a:cubicBezTo>
                    <a:cubicBezTo>
                      <a:pt x="157" y="92"/>
                      <a:pt x="155" y="95"/>
                      <a:pt x="154" y="97"/>
                    </a:cubicBezTo>
                    <a:cubicBezTo>
                      <a:pt x="153" y="98"/>
                      <a:pt x="152" y="100"/>
                      <a:pt x="151" y="100"/>
                    </a:cubicBezTo>
                    <a:close/>
                    <a:moveTo>
                      <a:pt x="174" y="41"/>
                    </a:moveTo>
                    <a:cubicBezTo>
                      <a:pt x="174" y="40"/>
                      <a:pt x="174" y="34"/>
                      <a:pt x="174" y="31"/>
                    </a:cubicBezTo>
                    <a:cubicBezTo>
                      <a:pt x="174" y="28"/>
                      <a:pt x="172" y="25"/>
                      <a:pt x="171" y="23"/>
                    </a:cubicBezTo>
                    <a:cubicBezTo>
                      <a:pt x="170" y="20"/>
                      <a:pt x="169" y="18"/>
                      <a:pt x="169" y="16"/>
                    </a:cubicBezTo>
                    <a:cubicBezTo>
                      <a:pt x="169" y="13"/>
                      <a:pt x="169" y="10"/>
                      <a:pt x="169" y="7"/>
                    </a:cubicBezTo>
                    <a:cubicBezTo>
                      <a:pt x="169" y="7"/>
                      <a:pt x="173" y="14"/>
                      <a:pt x="179" y="22"/>
                    </a:cubicBezTo>
                    <a:cubicBezTo>
                      <a:pt x="183" y="26"/>
                      <a:pt x="187" y="30"/>
                      <a:pt x="190" y="34"/>
                    </a:cubicBezTo>
                    <a:cubicBezTo>
                      <a:pt x="192" y="37"/>
                      <a:pt x="193" y="41"/>
                      <a:pt x="191" y="45"/>
                    </a:cubicBezTo>
                    <a:cubicBezTo>
                      <a:pt x="191" y="46"/>
                      <a:pt x="190" y="48"/>
                      <a:pt x="189" y="49"/>
                    </a:cubicBezTo>
                    <a:cubicBezTo>
                      <a:pt x="189" y="49"/>
                      <a:pt x="189" y="49"/>
                      <a:pt x="189" y="49"/>
                    </a:cubicBezTo>
                    <a:cubicBezTo>
                      <a:pt x="189" y="49"/>
                      <a:pt x="180" y="49"/>
                      <a:pt x="174" y="41"/>
                    </a:cubicBezTo>
                    <a:close/>
                    <a:moveTo>
                      <a:pt x="187" y="51"/>
                    </a:moveTo>
                    <a:cubicBezTo>
                      <a:pt x="182" y="56"/>
                      <a:pt x="176" y="62"/>
                      <a:pt x="176" y="69"/>
                    </a:cubicBezTo>
                    <a:cubicBezTo>
                      <a:pt x="176" y="71"/>
                      <a:pt x="176" y="80"/>
                      <a:pt x="175" y="80"/>
                    </a:cubicBezTo>
                    <a:cubicBezTo>
                      <a:pt x="175" y="81"/>
                      <a:pt x="174" y="81"/>
                      <a:pt x="173" y="80"/>
                    </a:cubicBezTo>
                    <a:cubicBezTo>
                      <a:pt x="173" y="80"/>
                      <a:pt x="171" y="79"/>
                      <a:pt x="169" y="78"/>
                    </a:cubicBezTo>
                    <a:cubicBezTo>
                      <a:pt x="169" y="76"/>
                      <a:pt x="169" y="72"/>
                      <a:pt x="169" y="67"/>
                    </a:cubicBezTo>
                    <a:cubicBezTo>
                      <a:pt x="169" y="64"/>
                      <a:pt x="171" y="59"/>
                      <a:pt x="173" y="56"/>
                    </a:cubicBezTo>
                    <a:cubicBezTo>
                      <a:pt x="175" y="53"/>
                      <a:pt x="176" y="49"/>
                      <a:pt x="175" y="46"/>
                    </a:cubicBezTo>
                    <a:cubicBezTo>
                      <a:pt x="175" y="46"/>
                      <a:pt x="181" y="50"/>
                      <a:pt x="187" y="51"/>
                    </a:cubicBezTo>
                    <a:close/>
                    <a:moveTo>
                      <a:pt x="187" y="27"/>
                    </a:moveTo>
                    <a:cubicBezTo>
                      <a:pt x="184" y="24"/>
                      <a:pt x="182" y="22"/>
                      <a:pt x="180" y="19"/>
                    </a:cubicBezTo>
                    <a:cubicBezTo>
                      <a:pt x="179" y="18"/>
                      <a:pt x="178" y="17"/>
                      <a:pt x="177" y="15"/>
                    </a:cubicBezTo>
                    <a:cubicBezTo>
                      <a:pt x="187" y="15"/>
                      <a:pt x="187" y="15"/>
                      <a:pt x="187" y="15"/>
                    </a:cubicBezTo>
                    <a:cubicBezTo>
                      <a:pt x="187" y="27"/>
                      <a:pt x="187" y="27"/>
                      <a:pt x="187" y="27"/>
                    </a:cubicBezTo>
                    <a:close/>
                    <a:moveTo>
                      <a:pt x="175" y="13"/>
                    </a:moveTo>
                    <a:cubicBezTo>
                      <a:pt x="174" y="12"/>
                      <a:pt x="173" y="10"/>
                      <a:pt x="172" y="9"/>
                    </a:cubicBezTo>
                    <a:cubicBezTo>
                      <a:pt x="173" y="6"/>
                      <a:pt x="177" y="4"/>
                      <a:pt x="182" y="4"/>
                    </a:cubicBezTo>
                    <a:cubicBezTo>
                      <a:pt x="187" y="4"/>
                      <a:pt x="191" y="6"/>
                      <a:pt x="191" y="9"/>
                    </a:cubicBezTo>
                    <a:cubicBezTo>
                      <a:pt x="191" y="11"/>
                      <a:pt x="190" y="12"/>
                      <a:pt x="189" y="13"/>
                    </a:cubicBezTo>
                    <a:cubicBezTo>
                      <a:pt x="188" y="13"/>
                      <a:pt x="187" y="13"/>
                      <a:pt x="187" y="13"/>
                    </a:cubicBezTo>
                    <a:cubicBezTo>
                      <a:pt x="176" y="13"/>
                      <a:pt x="176" y="13"/>
                      <a:pt x="176" y="13"/>
                    </a:cubicBezTo>
                    <a:cubicBezTo>
                      <a:pt x="176" y="13"/>
                      <a:pt x="175" y="13"/>
                      <a:pt x="17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</p:grpSp>
    </p:spTree>
  </p:cSld>
  <p:clrMapOvr>
    <a:masterClrMapping/>
  </p:clrMapOvr>
  <p:transition spd="slow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  <a:t>2024/5/31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  <a:t>2024/5/31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  <a:t>2024/5/31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  <a:t>2024/5/31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  <a:t>2024/5/31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  <a:t>2024/5/31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  <a:t>2024/5/31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  <a:t>2024/5/31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69989D-4831-4E99-B76E-9A53CB0F3A88}" type="datetimeFigureOut">
              <a:rPr lang="zh-CN" altLang="en-US" smtClean="0"/>
              <a:t>2024/5/31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3F9CDB-1F21-4789-A81E-8FEA25CE19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slow">
    <p:wipe dir="r"/>
  </p:transition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1.png"/><Relationship Id="rId7" Type="http://schemas.openxmlformats.org/officeDocument/2006/relationships/image" Target="../media/image3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image" Target="../media/image6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alphaModFix amt="51000"/>
            <a:duotone>
              <a:prstClr val="black"/>
              <a:schemeClr val="tx2">
                <a:tint val="45000"/>
                <a:satMod val="40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3">
            <a:extLst>
              <a:ext uri="{FF2B5EF4-FFF2-40B4-BE49-F238E27FC236}">
                <a16:creationId xmlns:a16="http://schemas.microsoft.com/office/drawing/2014/main" id="{F8A2132A-96BA-A0B7-3716-DC8705C0D8F4}"/>
              </a:ext>
            </a:extLst>
          </p:cNvPr>
          <p:cNvSpPr txBox="1">
            <a:spLocks/>
          </p:cNvSpPr>
          <p:nvPr/>
        </p:nvSpPr>
        <p:spPr>
          <a:xfrm>
            <a:off x="467381" y="1205567"/>
            <a:ext cx="8382393" cy="102009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3000" b="1" dirty="0">
                <a:latin typeface="Times-Roman"/>
              </a:rPr>
              <a:t>A Bayesian Step Least Mean Squares Algorithm for Gaussian Signals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5835F28-B677-18D7-4BD7-28331D5F81D7}"/>
              </a:ext>
            </a:extLst>
          </p:cNvPr>
          <p:cNvSpPr txBox="1"/>
          <p:nvPr/>
        </p:nvSpPr>
        <p:spPr>
          <a:xfrm>
            <a:off x="1030125" y="2399098"/>
            <a:ext cx="708375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500" i="1" dirty="0">
                <a:solidFill>
                  <a:srgbClr val="2D2E2D"/>
                </a:solidFill>
                <a:latin typeface="Times-Roman"/>
                <a:ea typeface="微軟正黑體" panose="020B0604030504040204" pitchFamily="34" charset="-120"/>
              </a:rPr>
              <a:t>Paulo Alexandre </a:t>
            </a:r>
            <a:r>
              <a:rPr lang="en-US" altLang="zh-TW" sz="1500" i="1" dirty="0" err="1">
                <a:solidFill>
                  <a:srgbClr val="2D2E2D"/>
                </a:solidFill>
                <a:latin typeface="Times-Roman"/>
                <a:ea typeface="微軟正黑體" panose="020B0604030504040204" pitchFamily="34" charset="-120"/>
              </a:rPr>
              <a:t>Crisóstomo</a:t>
            </a:r>
            <a:r>
              <a:rPr lang="en-US" altLang="zh-TW" sz="1500" i="1" dirty="0">
                <a:solidFill>
                  <a:srgbClr val="2D2E2D"/>
                </a:solidFill>
                <a:latin typeface="Times-Roman"/>
                <a:ea typeface="微軟正黑體" panose="020B0604030504040204" pitchFamily="34" charset="-120"/>
              </a:rPr>
              <a:t> Lopes</a:t>
            </a:r>
          </a:p>
        </p:txBody>
      </p:sp>
      <p:sp>
        <p:nvSpPr>
          <p:cNvPr id="5" name="副標題 4">
            <a:extLst>
              <a:ext uri="{FF2B5EF4-FFF2-40B4-BE49-F238E27FC236}">
                <a16:creationId xmlns:a16="http://schemas.microsoft.com/office/drawing/2014/main" id="{F12F9427-31DC-5F94-D02C-4CFEE8D326B4}"/>
              </a:ext>
            </a:extLst>
          </p:cNvPr>
          <p:cNvSpPr txBox="1">
            <a:spLocks/>
          </p:cNvSpPr>
          <p:nvPr/>
        </p:nvSpPr>
        <p:spPr>
          <a:xfrm>
            <a:off x="3076899" y="3027918"/>
            <a:ext cx="5259225" cy="1613932"/>
          </a:xfrm>
          <a:prstGeom prst="rect">
            <a:avLst/>
          </a:prstGeom>
        </p:spPr>
        <p:txBody>
          <a:bodyPr>
            <a:normAutofit fontScale="5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TW" sz="33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zh-TW" altLang="en-US" sz="33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sz="33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2024/05/31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33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Group: 26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33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</a:t>
            </a:r>
            <a:r>
              <a:rPr lang="zh-TW" altLang="en-US" sz="33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3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sz="33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TW" altLang="en-US" sz="3300" dirty="0">
                <a:solidFill>
                  <a:schemeClr val="bg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曾遠騏</a:t>
            </a:r>
            <a:r>
              <a:rPr lang="zh-TW" altLang="en-US" sz="33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33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N26120498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3300" dirty="0">
                <a:solidFill>
                  <a:schemeClr val="bg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        黃御倫</a:t>
            </a:r>
            <a:r>
              <a:rPr lang="zh-TW" altLang="en-US" sz="33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33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N26121795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3300" dirty="0">
                <a:solidFill>
                  <a:schemeClr val="bg2">
                    <a:lumMod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        李宗祐 </a:t>
            </a:r>
            <a:r>
              <a:rPr lang="en-US" altLang="zh-TW" sz="33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N26121842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TW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zh-TW" altLang="en-US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F82696E-FA93-BD82-532C-D54D8D0E3615}"/>
              </a:ext>
            </a:extLst>
          </p:cNvPr>
          <p:cNvSpPr txBox="1"/>
          <p:nvPr/>
        </p:nvSpPr>
        <p:spPr>
          <a:xfrm>
            <a:off x="5968999" y="95535"/>
            <a:ext cx="30324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400" dirty="0">
                <a:solidFill>
                  <a:srgbClr val="231F20"/>
                </a:solidFill>
                <a:latin typeface="Times-Roman"/>
                <a:ea typeface="微軟正黑體" panose="020B0604030504040204" pitchFamily="34" charset="-120"/>
              </a:rPr>
              <a:t>IET Signal Processing Journals, 2020</a:t>
            </a:r>
          </a:p>
        </p:txBody>
      </p:sp>
      <p:sp>
        <p:nvSpPr>
          <p:cNvPr id="7" name="投影片編號版面配置區 2">
            <a:extLst>
              <a:ext uri="{FF2B5EF4-FFF2-40B4-BE49-F238E27FC236}">
                <a16:creationId xmlns:a16="http://schemas.microsoft.com/office/drawing/2014/main" id="{6D70DF22-EA03-6F48-6373-0946B45CE060}"/>
              </a:ext>
            </a:extLst>
          </p:cNvPr>
          <p:cNvSpPr txBox="1">
            <a:spLocks noGrp="1"/>
          </p:cNvSpPr>
          <p:nvPr/>
        </p:nvSpPr>
        <p:spPr>
          <a:xfrm>
            <a:off x="8648753" y="4718050"/>
            <a:ext cx="495247" cy="425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fontAlgn="auto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defRPr/>
            </a:pPr>
            <a:r>
              <a:rPr kumimoji="0" lang="en-US" altLang="zh-TW" sz="2000" b="1" kern="120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fld id="{8C20784B-E193-4A71-B927-042B0992C117}" type="slidenum">
              <a:rPr kumimoji="0" lang="en-US" altLang="zh-TW" sz="1600" b="1" kern="120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pPr fontAlgn="auto">
                <a:lnSpc>
                  <a:spcPct val="90000"/>
                </a:lnSpc>
                <a:spcBef>
                  <a:spcPts val="1000"/>
                </a:spcBef>
                <a:spcAft>
                  <a:spcPts val="600"/>
                </a:spcAft>
                <a:defRPr/>
              </a:pPr>
              <a:t>1</a:t>
            </a:fld>
            <a:endParaRPr kumimoji="0" lang="en-US" altLang="zh-TW" sz="1600" b="1" kern="120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alphaModFix amt="51000"/>
            <a:duotone>
              <a:prstClr val="black"/>
              <a:schemeClr val="tx2">
                <a:tint val="45000"/>
                <a:satMod val="40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A9199FBF-521F-EA50-AF17-4A9A28B52178}"/>
              </a:ext>
            </a:extLst>
          </p:cNvPr>
          <p:cNvGrpSpPr/>
          <p:nvPr/>
        </p:nvGrpSpPr>
        <p:grpSpPr>
          <a:xfrm>
            <a:off x="5161287" y="975362"/>
            <a:ext cx="2167626" cy="465304"/>
            <a:chOff x="5161287" y="1108712"/>
            <a:chExt cx="2167626" cy="465304"/>
          </a:xfrm>
        </p:grpSpPr>
        <p:sp>
          <p:nvSpPr>
            <p:cNvPr id="61" name="文本框 6"/>
            <p:cNvSpPr txBox="1">
              <a:spLocks noChangeArrowheads="1"/>
            </p:cNvSpPr>
            <p:nvPr/>
          </p:nvSpPr>
          <p:spPr bwMode="auto">
            <a:xfrm>
              <a:off x="5624600" y="1108712"/>
              <a:ext cx="170431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2400" dirty="0">
                  <a:solidFill>
                    <a:schemeClr val="accent1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Introduction</a:t>
              </a:r>
              <a:endParaRPr lang="zh-CN" altLang="en-US" sz="2400" dirty="0">
                <a:solidFill>
                  <a:schemeClr val="accent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  <p:sp>
          <p:nvSpPr>
            <p:cNvPr id="63" name="椭圆 62"/>
            <p:cNvSpPr/>
            <p:nvPr/>
          </p:nvSpPr>
          <p:spPr>
            <a:xfrm>
              <a:off x="5161287" y="1133144"/>
              <a:ext cx="440872" cy="44087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6" name="椭圆 65"/>
          <p:cNvSpPr/>
          <p:nvPr/>
        </p:nvSpPr>
        <p:spPr>
          <a:xfrm>
            <a:off x="5161287" y="2100703"/>
            <a:ext cx="440872" cy="4408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椭圆 70"/>
          <p:cNvSpPr/>
          <p:nvPr/>
        </p:nvSpPr>
        <p:spPr>
          <a:xfrm>
            <a:off x="5161287" y="3068262"/>
            <a:ext cx="440872" cy="4408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椭圆 71"/>
          <p:cNvSpPr/>
          <p:nvPr/>
        </p:nvSpPr>
        <p:spPr>
          <a:xfrm>
            <a:off x="5165872" y="4040662"/>
            <a:ext cx="440872" cy="4408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菱形 18"/>
          <p:cNvSpPr/>
          <p:nvPr/>
        </p:nvSpPr>
        <p:spPr>
          <a:xfrm>
            <a:off x="891272" y="1266456"/>
            <a:ext cx="2769365" cy="2769365"/>
          </a:xfrm>
          <a:prstGeom prst="diamond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 bwMode="auto">
          <a:xfrm>
            <a:off x="1221819" y="2246358"/>
            <a:ext cx="2108270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5000" kern="1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Outline</a:t>
            </a:r>
            <a:endParaRPr lang="zh-CN" altLang="en-US" sz="5000" kern="100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6">
            <a:extLst>
              <a:ext uri="{FF2B5EF4-FFF2-40B4-BE49-F238E27FC236}">
                <a16:creationId xmlns:a16="http://schemas.microsoft.com/office/drawing/2014/main" id="{84707967-6767-6370-B7D2-17C8DAA9D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4600" y="2079910"/>
            <a:ext cx="28568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 dirty="0">
                <a:solidFill>
                  <a:schemeClr val="accent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Algorithm Derivation</a:t>
            </a:r>
            <a:endParaRPr lang="zh-CN" altLang="en-US" sz="2400" dirty="0">
              <a:solidFill>
                <a:schemeClr val="accent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6" name="文本框 6">
            <a:extLst>
              <a:ext uri="{FF2B5EF4-FFF2-40B4-BE49-F238E27FC236}">
                <a16:creationId xmlns:a16="http://schemas.microsoft.com/office/drawing/2014/main" id="{A195630F-BCCC-B942-0AA4-6713434B04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4600" y="3053003"/>
            <a:ext cx="25154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 dirty="0">
                <a:solidFill>
                  <a:schemeClr val="accent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Simulation Results</a:t>
            </a:r>
            <a:endParaRPr lang="zh-CN" altLang="en-US" sz="2400" dirty="0">
              <a:solidFill>
                <a:schemeClr val="accent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7" name="文本框 6">
            <a:extLst>
              <a:ext uri="{FF2B5EF4-FFF2-40B4-BE49-F238E27FC236}">
                <a16:creationId xmlns:a16="http://schemas.microsoft.com/office/drawing/2014/main" id="{4BA72E4D-C167-76CB-F5A5-310E09870C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4600" y="4015028"/>
            <a:ext cx="15856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 dirty="0">
                <a:solidFill>
                  <a:schemeClr val="accent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Conclusion</a:t>
            </a:r>
            <a:endParaRPr lang="zh-CN" altLang="en-US" sz="2400" dirty="0">
              <a:solidFill>
                <a:schemeClr val="accent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2" name="投影片編號版面配置區 2">
            <a:extLst>
              <a:ext uri="{FF2B5EF4-FFF2-40B4-BE49-F238E27FC236}">
                <a16:creationId xmlns:a16="http://schemas.microsoft.com/office/drawing/2014/main" id="{C9D245B1-A79F-884C-848F-41B66DCD8DB7}"/>
              </a:ext>
            </a:extLst>
          </p:cNvPr>
          <p:cNvSpPr txBox="1">
            <a:spLocks noGrp="1"/>
          </p:cNvSpPr>
          <p:nvPr/>
        </p:nvSpPr>
        <p:spPr>
          <a:xfrm>
            <a:off x="8648753" y="4718050"/>
            <a:ext cx="495247" cy="425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fontAlgn="auto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defRPr/>
            </a:pPr>
            <a:r>
              <a:rPr kumimoji="0" lang="en-US" altLang="zh-TW" sz="2000" b="1" kern="120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fld id="{8C20784B-E193-4A71-B927-042B0992C117}" type="slidenum">
              <a:rPr kumimoji="0" lang="en-US" altLang="zh-TW" sz="1600" b="1" kern="120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pPr fontAlgn="auto">
                <a:lnSpc>
                  <a:spcPct val="90000"/>
                </a:lnSpc>
                <a:spcBef>
                  <a:spcPts val="1000"/>
                </a:spcBef>
                <a:spcAft>
                  <a:spcPts val="600"/>
                </a:spcAft>
                <a:defRPr/>
              </a:pPr>
              <a:t>2</a:t>
            </a:fld>
            <a:endParaRPr kumimoji="0" lang="en-US" altLang="zh-TW" sz="1600" b="1" kern="120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51000"/>
            <a:duotone>
              <a:prstClr val="black"/>
              <a:schemeClr val="tx2">
                <a:tint val="45000"/>
                <a:satMod val="40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 bwMode="auto">
          <a:xfrm>
            <a:off x="3463758" y="2005809"/>
            <a:ext cx="221246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3200" kern="1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5" name="矩形 14"/>
          <p:cNvSpPr/>
          <p:nvPr/>
        </p:nvSpPr>
        <p:spPr>
          <a:xfrm>
            <a:off x="2590801" y="2609010"/>
            <a:ext cx="3947160" cy="8236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results show that the LMS is equivalent to the Kalman filter (KF) if the state noise of the KF and</a:t>
            </a:r>
          </a:p>
          <a:p>
            <a:pPr lvl="0"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step of the LMS algorithm are carefully selected.</a:t>
            </a:r>
          </a:p>
        </p:txBody>
      </p:sp>
      <p:cxnSp>
        <p:nvCxnSpPr>
          <p:cNvPr id="16" name="直接连接符 15"/>
          <p:cNvCxnSpPr>
            <a:cxnSpLocks/>
          </p:cNvCxnSpPr>
          <p:nvPr/>
        </p:nvCxnSpPr>
        <p:spPr>
          <a:xfrm>
            <a:off x="4074527" y="2645799"/>
            <a:ext cx="102235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任意多边形 22"/>
          <p:cNvSpPr/>
          <p:nvPr/>
        </p:nvSpPr>
        <p:spPr>
          <a:xfrm>
            <a:off x="2496968" y="-465601"/>
            <a:ext cx="4171119" cy="2085559"/>
          </a:xfrm>
          <a:custGeom>
            <a:avLst/>
            <a:gdLst>
              <a:gd name="connsiteX0" fmla="*/ 0 w 3557939"/>
              <a:gd name="connsiteY0" fmla="*/ 0 h 1778969"/>
              <a:gd name="connsiteX1" fmla="*/ 3557939 w 3557939"/>
              <a:gd name="connsiteY1" fmla="*/ 0 h 1778969"/>
              <a:gd name="connsiteX2" fmla="*/ 1778970 w 3557939"/>
              <a:gd name="connsiteY2" fmla="*/ 1778969 h 1778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7939" h="1778969">
                <a:moveTo>
                  <a:pt x="0" y="0"/>
                </a:moveTo>
                <a:lnTo>
                  <a:pt x="3557939" y="0"/>
                </a:lnTo>
                <a:lnTo>
                  <a:pt x="1778970" y="1778969"/>
                </a:lnTo>
                <a:close/>
              </a:path>
            </a:pathLst>
          </a:cu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菱形 24"/>
          <p:cNvSpPr/>
          <p:nvPr/>
        </p:nvSpPr>
        <p:spPr>
          <a:xfrm>
            <a:off x="2184101" y="229604"/>
            <a:ext cx="4775798" cy="4775798"/>
          </a:xfrm>
          <a:prstGeom prst="diamond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投影片編號版面配置區 2">
            <a:extLst>
              <a:ext uri="{FF2B5EF4-FFF2-40B4-BE49-F238E27FC236}">
                <a16:creationId xmlns:a16="http://schemas.microsoft.com/office/drawing/2014/main" id="{B3BC0147-6B21-0CA5-3070-C30E183F50A2}"/>
              </a:ext>
            </a:extLst>
          </p:cNvPr>
          <p:cNvSpPr txBox="1">
            <a:spLocks noGrp="1"/>
          </p:cNvSpPr>
          <p:nvPr/>
        </p:nvSpPr>
        <p:spPr>
          <a:xfrm>
            <a:off x="8648753" y="4718050"/>
            <a:ext cx="495247" cy="425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fontAlgn="auto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defRPr/>
            </a:pPr>
            <a:r>
              <a:rPr kumimoji="0" lang="en-US" altLang="zh-TW" sz="2000" b="1" kern="120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fld id="{8C20784B-E193-4A71-B927-042B0992C117}" type="slidenum">
              <a:rPr kumimoji="0" lang="en-US" altLang="zh-TW" sz="1600" b="1" kern="120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pPr fontAlgn="auto">
                <a:lnSpc>
                  <a:spcPct val="90000"/>
                </a:lnSpc>
                <a:spcBef>
                  <a:spcPts val="1000"/>
                </a:spcBef>
                <a:spcAft>
                  <a:spcPts val="600"/>
                </a:spcAft>
                <a:defRPr/>
              </a:pPr>
              <a:t>3</a:t>
            </a:fld>
            <a:endParaRPr kumimoji="0" lang="en-US" altLang="zh-TW" sz="1600" b="1" kern="120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pSp>
        <p:nvGrpSpPr>
          <p:cNvPr id="5" name="Group 11">
            <a:extLst>
              <a:ext uri="{FF2B5EF4-FFF2-40B4-BE49-F238E27FC236}">
                <a16:creationId xmlns:a16="http://schemas.microsoft.com/office/drawing/2014/main" id="{3F890D8F-DF63-52CA-9774-7596A046FA2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376476" y="706188"/>
            <a:ext cx="412102" cy="487421"/>
            <a:chOff x="4732" y="1909"/>
            <a:chExt cx="383" cy="453"/>
          </a:xfrm>
          <a:solidFill>
            <a:schemeClr val="accent1"/>
          </a:solidFill>
        </p:grpSpPr>
        <p:sp>
          <p:nvSpPr>
            <p:cNvPr id="6" name="Freeform 12">
              <a:extLst>
                <a:ext uri="{FF2B5EF4-FFF2-40B4-BE49-F238E27FC236}">
                  <a16:creationId xmlns:a16="http://schemas.microsoft.com/office/drawing/2014/main" id="{75A3C65E-A0E4-6C2A-4BD4-1F8103D1AED2}"/>
                </a:ext>
              </a:extLst>
            </p:cNvPr>
            <p:cNvSpPr/>
            <p:nvPr/>
          </p:nvSpPr>
          <p:spPr bwMode="auto">
            <a:xfrm>
              <a:off x="4835" y="2247"/>
              <a:ext cx="214" cy="16"/>
            </a:xfrm>
            <a:custGeom>
              <a:avLst/>
              <a:gdLst>
                <a:gd name="T0" fmla="*/ 271 w 282"/>
                <a:gd name="T1" fmla="*/ 0 h 22"/>
                <a:gd name="T2" fmla="*/ 11 w 282"/>
                <a:gd name="T3" fmla="*/ 0 h 22"/>
                <a:gd name="T4" fmla="*/ 0 w 282"/>
                <a:gd name="T5" fmla="*/ 11 h 22"/>
                <a:gd name="T6" fmla="*/ 11 w 282"/>
                <a:gd name="T7" fmla="*/ 22 h 22"/>
                <a:gd name="T8" fmla="*/ 271 w 282"/>
                <a:gd name="T9" fmla="*/ 22 h 22"/>
                <a:gd name="T10" fmla="*/ 282 w 282"/>
                <a:gd name="T11" fmla="*/ 11 h 22"/>
                <a:gd name="T12" fmla="*/ 271 w 282"/>
                <a:gd name="T1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2" h="22">
                  <a:moveTo>
                    <a:pt x="271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2"/>
                    <a:pt x="11" y="22"/>
                  </a:cubicBezTo>
                  <a:cubicBezTo>
                    <a:pt x="271" y="22"/>
                    <a:pt x="271" y="22"/>
                    <a:pt x="271" y="22"/>
                  </a:cubicBezTo>
                  <a:cubicBezTo>
                    <a:pt x="277" y="22"/>
                    <a:pt x="282" y="17"/>
                    <a:pt x="282" y="11"/>
                  </a:cubicBezTo>
                  <a:cubicBezTo>
                    <a:pt x="282" y="5"/>
                    <a:pt x="277" y="0"/>
                    <a:pt x="27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8D30D3CF-BEAB-758E-80F7-25D082B0A6BE}"/>
                </a:ext>
              </a:extLst>
            </p:cNvPr>
            <p:cNvSpPr/>
            <p:nvPr/>
          </p:nvSpPr>
          <p:spPr bwMode="auto">
            <a:xfrm>
              <a:off x="4835" y="2284"/>
              <a:ext cx="214" cy="17"/>
            </a:xfrm>
            <a:custGeom>
              <a:avLst/>
              <a:gdLst>
                <a:gd name="T0" fmla="*/ 271 w 282"/>
                <a:gd name="T1" fmla="*/ 0 h 22"/>
                <a:gd name="T2" fmla="*/ 11 w 282"/>
                <a:gd name="T3" fmla="*/ 0 h 22"/>
                <a:gd name="T4" fmla="*/ 0 w 282"/>
                <a:gd name="T5" fmla="*/ 11 h 22"/>
                <a:gd name="T6" fmla="*/ 11 w 282"/>
                <a:gd name="T7" fmla="*/ 22 h 22"/>
                <a:gd name="T8" fmla="*/ 271 w 282"/>
                <a:gd name="T9" fmla="*/ 22 h 22"/>
                <a:gd name="T10" fmla="*/ 282 w 282"/>
                <a:gd name="T11" fmla="*/ 11 h 22"/>
                <a:gd name="T12" fmla="*/ 271 w 282"/>
                <a:gd name="T1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2" h="22">
                  <a:moveTo>
                    <a:pt x="271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2"/>
                    <a:pt x="11" y="22"/>
                  </a:cubicBezTo>
                  <a:cubicBezTo>
                    <a:pt x="271" y="22"/>
                    <a:pt x="271" y="22"/>
                    <a:pt x="271" y="22"/>
                  </a:cubicBezTo>
                  <a:cubicBezTo>
                    <a:pt x="277" y="22"/>
                    <a:pt x="282" y="17"/>
                    <a:pt x="282" y="11"/>
                  </a:cubicBezTo>
                  <a:cubicBezTo>
                    <a:pt x="282" y="5"/>
                    <a:pt x="277" y="0"/>
                    <a:pt x="27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Freeform 14">
              <a:extLst>
                <a:ext uri="{FF2B5EF4-FFF2-40B4-BE49-F238E27FC236}">
                  <a16:creationId xmlns:a16="http://schemas.microsoft.com/office/drawing/2014/main" id="{B5D5CE9E-38EC-6817-56B9-C3CECF09F6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32" y="1909"/>
              <a:ext cx="383" cy="453"/>
            </a:xfrm>
            <a:custGeom>
              <a:avLst/>
              <a:gdLst>
                <a:gd name="T0" fmla="*/ 486 w 504"/>
                <a:gd name="T1" fmla="*/ 419 h 598"/>
                <a:gd name="T2" fmla="*/ 502 w 504"/>
                <a:gd name="T3" fmla="*/ 398 h 598"/>
                <a:gd name="T4" fmla="*/ 502 w 504"/>
                <a:gd name="T5" fmla="*/ 21 h 598"/>
                <a:gd name="T6" fmla="*/ 480 w 504"/>
                <a:gd name="T7" fmla="*/ 0 h 598"/>
                <a:gd name="T8" fmla="*/ 65 w 504"/>
                <a:gd name="T9" fmla="*/ 0 h 598"/>
                <a:gd name="T10" fmla="*/ 0 w 504"/>
                <a:gd name="T11" fmla="*/ 65 h 598"/>
                <a:gd name="T12" fmla="*/ 0 w 504"/>
                <a:gd name="T13" fmla="*/ 533 h 598"/>
                <a:gd name="T14" fmla="*/ 65 w 504"/>
                <a:gd name="T15" fmla="*/ 598 h 598"/>
                <a:gd name="T16" fmla="*/ 480 w 504"/>
                <a:gd name="T17" fmla="*/ 598 h 598"/>
                <a:gd name="T18" fmla="*/ 500 w 504"/>
                <a:gd name="T19" fmla="*/ 585 h 598"/>
                <a:gd name="T20" fmla="*/ 497 w 504"/>
                <a:gd name="T21" fmla="*/ 562 h 598"/>
                <a:gd name="T22" fmla="*/ 481 w 504"/>
                <a:gd name="T23" fmla="*/ 522 h 598"/>
                <a:gd name="T24" fmla="*/ 487 w 504"/>
                <a:gd name="T25" fmla="*/ 497 h 598"/>
                <a:gd name="T26" fmla="*/ 477 w 504"/>
                <a:gd name="T27" fmla="*/ 467 h 598"/>
                <a:gd name="T28" fmla="*/ 448 w 504"/>
                <a:gd name="T29" fmla="*/ 477 h 598"/>
                <a:gd name="T30" fmla="*/ 437 w 504"/>
                <a:gd name="T31" fmla="*/ 522 h 598"/>
                <a:gd name="T32" fmla="*/ 442 w 504"/>
                <a:gd name="T33" fmla="*/ 555 h 598"/>
                <a:gd name="T34" fmla="*/ 65 w 504"/>
                <a:gd name="T35" fmla="*/ 555 h 598"/>
                <a:gd name="T36" fmla="*/ 43 w 504"/>
                <a:gd name="T37" fmla="*/ 533 h 598"/>
                <a:gd name="T38" fmla="*/ 43 w 504"/>
                <a:gd name="T39" fmla="*/ 65 h 598"/>
                <a:gd name="T40" fmla="*/ 65 w 504"/>
                <a:gd name="T41" fmla="*/ 43 h 598"/>
                <a:gd name="T42" fmla="*/ 295 w 504"/>
                <a:gd name="T43" fmla="*/ 43 h 598"/>
                <a:gd name="T44" fmla="*/ 295 w 504"/>
                <a:gd name="T45" fmla="*/ 278 h 598"/>
                <a:gd name="T46" fmla="*/ 301 w 504"/>
                <a:gd name="T47" fmla="*/ 288 h 598"/>
                <a:gd name="T48" fmla="*/ 312 w 504"/>
                <a:gd name="T49" fmla="*/ 286 h 598"/>
                <a:gd name="T50" fmla="*/ 360 w 504"/>
                <a:gd name="T51" fmla="*/ 249 h 598"/>
                <a:gd name="T52" fmla="*/ 407 w 504"/>
                <a:gd name="T53" fmla="*/ 286 h 598"/>
                <a:gd name="T54" fmla="*/ 414 w 504"/>
                <a:gd name="T55" fmla="*/ 289 h 598"/>
                <a:gd name="T56" fmla="*/ 419 w 504"/>
                <a:gd name="T57" fmla="*/ 288 h 598"/>
                <a:gd name="T58" fmla="*/ 425 w 504"/>
                <a:gd name="T59" fmla="*/ 278 h 598"/>
                <a:gd name="T60" fmla="*/ 425 w 504"/>
                <a:gd name="T61" fmla="*/ 43 h 598"/>
                <a:gd name="T62" fmla="*/ 459 w 504"/>
                <a:gd name="T63" fmla="*/ 43 h 598"/>
                <a:gd name="T64" fmla="*/ 459 w 504"/>
                <a:gd name="T65" fmla="*/ 398 h 598"/>
                <a:gd name="T66" fmla="*/ 459 w 504"/>
                <a:gd name="T67" fmla="*/ 399 h 598"/>
                <a:gd name="T68" fmla="*/ 108 w 504"/>
                <a:gd name="T69" fmla="*/ 399 h 598"/>
                <a:gd name="T70" fmla="*/ 54 w 504"/>
                <a:gd name="T71" fmla="*/ 453 h 598"/>
                <a:gd name="T72" fmla="*/ 65 w 504"/>
                <a:gd name="T73" fmla="*/ 464 h 598"/>
                <a:gd name="T74" fmla="*/ 76 w 504"/>
                <a:gd name="T75" fmla="*/ 453 h 598"/>
                <a:gd name="T76" fmla="*/ 108 w 504"/>
                <a:gd name="T77" fmla="*/ 421 h 598"/>
                <a:gd name="T78" fmla="*/ 480 w 504"/>
                <a:gd name="T79" fmla="*/ 421 h 598"/>
                <a:gd name="T80" fmla="*/ 486 w 504"/>
                <a:gd name="T81" fmla="*/ 419 h 598"/>
                <a:gd name="T82" fmla="*/ 403 w 504"/>
                <a:gd name="T83" fmla="*/ 255 h 598"/>
                <a:gd name="T84" fmla="*/ 367 w 504"/>
                <a:gd name="T85" fmla="*/ 227 h 598"/>
                <a:gd name="T86" fmla="*/ 353 w 504"/>
                <a:gd name="T87" fmla="*/ 227 h 598"/>
                <a:gd name="T88" fmla="*/ 317 w 504"/>
                <a:gd name="T89" fmla="*/ 255 h 598"/>
                <a:gd name="T90" fmla="*/ 317 w 504"/>
                <a:gd name="T91" fmla="*/ 43 h 598"/>
                <a:gd name="T92" fmla="*/ 403 w 504"/>
                <a:gd name="T93" fmla="*/ 43 h 598"/>
                <a:gd name="T94" fmla="*/ 403 w 504"/>
                <a:gd name="T95" fmla="*/ 255 h 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04" h="598">
                  <a:moveTo>
                    <a:pt x="486" y="419"/>
                  </a:moveTo>
                  <a:cubicBezTo>
                    <a:pt x="495" y="416"/>
                    <a:pt x="502" y="408"/>
                    <a:pt x="502" y="398"/>
                  </a:cubicBezTo>
                  <a:cubicBezTo>
                    <a:pt x="502" y="21"/>
                    <a:pt x="502" y="21"/>
                    <a:pt x="502" y="21"/>
                  </a:cubicBezTo>
                  <a:cubicBezTo>
                    <a:pt x="502" y="9"/>
                    <a:pt x="493" y="0"/>
                    <a:pt x="480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29" y="0"/>
                    <a:pt x="0" y="29"/>
                    <a:pt x="0" y="65"/>
                  </a:cubicBezTo>
                  <a:cubicBezTo>
                    <a:pt x="0" y="533"/>
                    <a:pt x="0" y="533"/>
                    <a:pt x="0" y="533"/>
                  </a:cubicBezTo>
                  <a:cubicBezTo>
                    <a:pt x="0" y="569"/>
                    <a:pt x="29" y="598"/>
                    <a:pt x="65" y="598"/>
                  </a:cubicBezTo>
                  <a:cubicBezTo>
                    <a:pt x="480" y="598"/>
                    <a:pt x="480" y="598"/>
                    <a:pt x="480" y="598"/>
                  </a:cubicBezTo>
                  <a:cubicBezTo>
                    <a:pt x="489" y="598"/>
                    <a:pt x="497" y="593"/>
                    <a:pt x="500" y="585"/>
                  </a:cubicBezTo>
                  <a:cubicBezTo>
                    <a:pt x="504" y="577"/>
                    <a:pt x="502" y="568"/>
                    <a:pt x="497" y="562"/>
                  </a:cubicBezTo>
                  <a:cubicBezTo>
                    <a:pt x="486" y="551"/>
                    <a:pt x="481" y="537"/>
                    <a:pt x="481" y="522"/>
                  </a:cubicBezTo>
                  <a:cubicBezTo>
                    <a:pt x="481" y="513"/>
                    <a:pt x="483" y="505"/>
                    <a:pt x="487" y="497"/>
                  </a:cubicBezTo>
                  <a:cubicBezTo>
                    <a:pt x="492" y="486"/>
                    <a:pt x="488" y="473"/>
                    <a:pt x="477" y="467"/>
                  </a:cubicBezTo>
                  <a:cubicBezTo>
                    <a:pt x="466" y="462"/>
                    <a:pt x="453" y="466"/>
                    <a:pt x="448" y="477"/>
                  </a:cubicBezTo>
                  <a:cubicBezTo>
                    <a:pt x="441" y="491"/>
                    <a:pt x="437" y="506"/>
                    <a:pt x="437" y="522"/>
                  </a:cubicBezTo>
                  <a:cubicBezTo>
                    <a:pt x="437" y="533"/>
                    <a:pt x="439" y="544"/>
                    <a:pt x="442" y="555"/>
                  </a:cubicBezTo>
                  <a:cubicBezTo>
                    <a:pt x="65" y="555"/>
                    <a:pt x="65" y="555"/>
                    <a:pt x="65" y="555"/>
                  </a:cubicBezTo>
                  <a:cubicBezTo>
                    <a:pt x="53" y="555"/>
                    <a:pt x="43" y="545"/>
                    <a:pt x="43" y="533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53"/>
                    <a:pt x="53" y="43"/>
                    <a:pt x="65" y="43"/>
                  </a:cubicBezTo>
                  <a:cubicBezTo>
                    <a:pt x="295" y="43"/>
                    <a:pt x="295" y="43"/>
                    <a:pt x="295" y="43"/>
                  </a:cubicBezTo>
                  <a:cubicBezTo>
                    <a:pt x="295" y="278"/>
                    <a:pt x="295" y="278"/>
                    <a:pt x="295" y="278"/>
                  </a:cubicBezTo>
                  <a:cubicBezTo>
                    <a:pt x="295" y="282"/>
                    <a:pt x="297" y="286"/>
                    <a:pt x="301" y="288"/>
                  </a:cubicBezTo>
                  <a:cubicBezTo>
                    <a:pt x="305" y="289"/>
                    <a:pt x="309" y="289"/>
                    <a:pt x="312" y="286"/>
                  </a:cubicBezTo>
                  <a:cubicBezTo>
                    <a:pt x="360" y="249"/>
                    <a:pt x="360" y="249"/>
                    <a:pt x="360" y="249"/>
                  </a:cubicBezTo>
                  <a:cubicBezTo>
                    <a:pt x="407" y="286"/>
                    <a:pt x="407" y="286"/>
                    <a:pt x="407" y="286"/>
                  </a:cubicBezTo>
                  <a:cubicBezTo>
                    <a:pt x="409" y="288"/>
                    <a:pt x="411" y="289"/>
                    <a:pt x="414" y="289"/>
                  </a:cubicBezTo>
                  <a:cubicBezTo>
                    <a:pt x="415" y="289"/>
                    <a:pt x="417" y="288"/>
                    <a:pt x="419" y="288"/>
                  </a:cubicBezTo>
                  <a:cubicBezTo>
                    <a:pt x="422" y="286"/>
                    <a:pt x="425" y="282"/>
                    <a:pt x="425" y="278"/>
                  </a:cubicBezTo>
                  <a:cubicBezTo>
                    <a:pt x="425" y="43"/>
                    <a:pt x="425" y="43"/>
                    <a:pt x="425" y="43"/>
                  </a:cubicBezTo>
                  <a:cubicBezTo>
                    <a:pt x="459" y="43"/>
                    <a:pt x="459" y="43"/>
                    <a:pt x="459" y="43"/>
                  </a:cubicBezTo>
                  <a:cubicBezTo>
                    <a:pt x="459" y="398"/>
                    <a:pt x="459" y="398"/>
                    <a:pt x="459" y="398"/>
                  </a:cubicBezTo>
                  <a:cubicBezTo>
                    <a:pt x="459" y="398"/>
                    <a:pt x="459" y="399"/>
                    <a:pt x="459" y="399"/>
                  </a:cubicBezTo>
                  <a:cubicBezTo>
                    <a:pt x="108" y="399"/>
                    <a:pt x="108" y="399"/>
                    <a:pt x="108" y="399"/>
                  </a:cubicBezTo>
                  <a:cubicBezTo>
                    <a:pt x="78" y="399"/>
                    <a:pt x="54" y="423"/>
                    <a:pt x="54" y="453"/>
                  </a:cubicBezTo>
                  <a:cubicBezTo>
                    <a:pt x="54" y="459"/>
                    <a:pt x="59" y="464"/>
                    <a:pt x="65" y="464"/>
                  </a:cubicBezTo>
                  <a:cubicBezTo>
                    <a:pt x="71" y="464"/>
                    <a:pt x="76" y="459"/>
                    <a:pt x="76" y="453"/>
                  </a:cubicBezTo>
                  <a:cubicBezTo>
                    <a:pt x="76" y="435"/>
                    <a:pt x="90" y="421"/>
                    <a:pt x="108" y="421"/>
                  </a:cubicBezTo>
                  <a:cubicBezTo>
                    <a:pt x="480" y="421"/>
                    <a:pt x="480" y="421"/>
                    <a:pt x="480" y="421"/>
                  </a:cubicBezTo>
                  <a:cubicBezTo>
                    <a:pt x="483" y="421"/>
                    <a:pt x="485" y="420"/>
                    <a:pt x="486" y="419"/>
                  </a:cubicBezTo>
                  <a:close/>
                  <a:moveTo>
                    <a:pt x="403" y="255"/>
                  </a:moveTo>
                  <a:cubicBezTo>
                    <a:pt x="367" y="227"/>
                    <a:pt x="367" y="227"/>
                    <a:pt x="367" y="227"/>
                  </a:cubicBezTo>
                  <a:cubicBezTo>
                    <a:pt x="363" y="224"/>
                    <a:pt x="357" y="224"/>
                    <a:pt x="353" y="227"/>
                  </a:cubicBezTo>
                  <a:cubicBezTo>
                    <a:pt x="317" y="255"/>
                    <a:pt x="317" y="255"/>
                    <a:pt x="317" y="255"/>
                  </a:cubicBezTo>
                  <a:cubicBezTo>
                    <a:pt x="317" y="43"/>
                    <a:pt x="317" y="43"/>
                    <a:pt x="317" y="43"/>
                  </a:cubicBezTo>
                  <a:cubicBezTo>
                    <a:pt x="403" y="43"/>
                    <a:pt x="403" y="43"/>
                    <a:pt x="403" y="43"/>
                  </a:cubicBezTo>
                  <a:cubicBezTo>
                    <a:pt x="403" y="255"/>
                    <a:pt x="403" y="255"/>
                    <a:pt x="403" y="2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51000"/>
            <a:duotone>
              <a:prstClr val="black"/>
              <a:schemeClr val="tx2">
                <a:tint val="45000"/>
                <a:satMod val="40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2">
            <a:extLst>
              <a:ext uri="{FF2B5EF4-FFF2-40B4-BE49-F238E27FC236}">
                <a16:creationId xmlns:a16="http://schemas.microsoft.com/office/drawing/2014/main" id="{B3BC0147-6B21-0CA5-3070-C30E183F50A2}"/>
              </a:ext>
            </a:extLst>
          </p:cNvPr>
          <p:cNvSpPr txBox="1">
            <a:spLocks noGrp="1"/>
          </p:cNvSpPr>
          <p:nvPr/>
        </p:nvSpPr>
        <p:spPr>
          <a:xfrm>
            <a:off x="8648753" y="4718050"/>
            <a:ext cx="495247" cy="425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 w="12700">
                  <a:solidFill>
                    <a:srgbClr val="EEF2F5">
                      <a:satMod val="155000"/>
                    </a:srgbClr>
                  </a:solidFill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fld id="{8C20784B-E193-4A71-B927-042B0992C117}" type="slidenum">
              <a:rPr kumimoji="0" lang="en-US" altLang="zh-TW" sz="1600" b="1" i="0" u="none" strike="noStrike" kern="1200" cap="none" spc="0" normalizeH="0" baseline="0" noProof="0" smtClean="0">
                <a:ln w="12700">
                  <a:solidFill>
                    <a:srgbClr val="EEF2F5">
                      <a:satMod val="155000"/>
                    </a:srgbClr>
                  </a:solidFill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pPr marL="0" marR="0" lvl="0" indent="0" algn="l" defTabSz="6858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TW" sz="1600" b="1" i="0" u="none" strike="noStrike" kern="1200" cap="none" spc="0" normalizeH="0" baseline="0" noProof="0" dirty="0">
              <a:ln w="12700">
                <a:solidFill>
                  <a:srgbClr val="EEF2F5">
                    <a:satMod val="155000"/>
                  </a:srgbClr>
                </a:solidFill>
                <a:prstDash val="solid"/>
              </a:ln>
              <a:solidFill>
                <a:prstClr val="black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012DC5D-ABC2-8F74-D571-1F279A637198}"/>
              </a:ext>
            </a:extLst>
          </p:cNvPr>
          <p:cNvSpPr txBox="1">
            <a:spLocks/>
          </p:cNvSpPr>
          <p:nvPr/>
        </p:nvSpPr>
        <p:spPr>
          <a:xfrm>
            <a:off x="0" y="348615"/>
            <a:ext cx="9144000" cy="5365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Introduction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032F27FC-AA70-6C61-064F-3BF107CC93E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09156" y="1089660"/>
                <a:ext cx="6645184" cy="397764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50000"/>
                  </a:lnSpc>
                  <a:defRPr/>
                </a:pPr>
                <a:r>
                  <a:rPr lang="en-US" altLang="zh-TW" sz="18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Selecting the step of the least mean squares (LMS) algorithm is an old problem. </a:t>
                </a:r>
              </a:p>
              <a:p>
                <a:pPr lvl="0">
                  <a:lnSpc>
                    <a:spcPct val="150000"/>
                  </a:lnSpc>
                  <a:defRPr/>
                </a:pPr>
                <a:r>
                  <a:rPr lang="en-US" altLang="zh-TW" sz="18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LMS algorithm, with </a:t>
                </a:r>
                <a:r>
                  <a:rPr lang="en-US" altLang="zh-TW" sz="18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time-varying step</a:t>
                </a:r>
                <a:r>
                  <a:rPr lang="en-US" altLang="zh-TW" sz="18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size can be shown to be equivalent to the Kalman filter(KF) in some conditions.</a:t>
                </a:r>
              </a:p>
              <a:p>
                <a:pPr lvl="0">
                  <a:lnSpc>
                    <a:spcPct val="150000"/>
                  </a:lnSpc>
                  <a:defRPr/>
                </a:pPr>
                <a:r>
                  <a:rPr lang="en-US" altLang="zh-TW" sz="18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optimum step size can be calculated using estimates of the </a:t>
                </a:r>
                <a:r>
                  <a:rPr lang="en-US" altLang="zh-TW" sz="18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probability density function </a:t>
                </a:r>
                <a:r>
                  <a:rPr lang="en-US" altLang="zh-TW" sz="18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(PDF) of the coefficient estimation error variance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 dirty="0" err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TW" sz="1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altLang="zh-TW" sz="18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and measurement noise variance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 dirty="0" err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TW" sz="1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kumimoji="0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 Light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 Light"/>
                    <a:cs typeface="Times New Roman" panose="02020603050405020304" pitchFamily="18" charset="0"/>
                  </a:rPr>
                  <a:t>).</a:t>
                </a:r>
              </a:p>
            </p:txBody>
          </p:sp>
        </mc:Choice>
        <mc:Fallback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032F27FC-AA70-6C61-064F-3BF107CC9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9156" y="1089660"/>
                <a:ext cx="6645184" cy="3977640"/>
              </a:xfrm>
              <a:prstGeom prst="rect">
                <a:avLst/>
              </a:prstGeom>
              <a:blipFill>
                <a:blip r:embed="rId3"/>
                <a:stretch>
                  <a:fillRect l="-5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6506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51000"/>
            <a:duotone>
              <a:prstClr val="black"/>
              <a:schemeClr val="tx2">
                <a:tint val="45000"/>
                <a:satMod val="40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2">
            <a:extLst>
              <a:ext uri="{FF2B5EF4-FFF2-40B4-BE49-F238E27FC236}">
                <a16:creationId xmlns:a16="http://schemas.microsoft.com/office/drawing/2014/main" id="{B3BC0147-6B21-0CA5-3070-C30E183F50A2}"/>
              </a:ext>
            </a:extLst>
          </p:cNvPr>
          <p:cNvSpPr txBox="1">
            <a:spLocks noGrp="1"/>
          </p:cNvSpPr>
          <p:nvPr/>
        </p:nvSpPr>
        <p:spPr>
          <a:xfrm>
            <a:off x="8648753" y="4718050"/>
            <a:ext cx="495247" cy="425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 w="12700">
                  <a:solidFill>
                    <a:srgbClr val="EEF2F5">
                      <a:satMod val="155000"/>
                    </a:srgbClr>
                  </a:solidFill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fld id="{8C20784B-E193-4A71-B927-042B0992C117}" type="slidenum">
              <a:rPr kumimoji="0" lang="en-US" altLang="zh-TW" sz="1600" b="1" i="0" u="none" strike="noStrike" kern="1200" cap="none" spc="0" normalizeH="0" baseline="0" noProof="0" smtClean="0">
                <a:ln w="12700">
                  <a:solidFill>
                    <a:srgbClr val="EEF2F5">
                      <a:satMod val="155000"/>
                    </a:srgbClr>
                  </a:solidFill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pPr marL="0" marR="0" lvl="0" indent="0" algn="l" defTabSz="6858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TW" sz="1600" b="1" i="0" u="none" strike="noStrike" kern="1200" cap="none" spc="0" normalizeH="0" baseline="0" noProof="0" dirty="0">
              <a:ln w="12700">
                <a:solidFill>
                  <a:srgbClr val="EEF2F5">
                    <a:satMod val="155000"/>
                  </a:srgbClr>
                </a:solidFill>
                <a:prstDash val="solid"/>
              </a:ln>
              <a:solidFill>
                <a:prstClr val="black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012DC5D-ABC2-8F74-D571-1F279A637198}"/>
              </a:ext>
            </a:extLst>
          </p:cNvPr>
          <p:cNvSpPr txBox="1">
            <a:spLocks/>
          </p:cNvSpPr>
          <p:nvPr/>
        </p:nvSpPr>
        <p:spPr>
          <a:xfrm>
            <a:off x="0" y="371475"/>
            <a:ext cx="9144000" cy="5365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DDA7E1-7AB3-6D66-F77C-6D4320B67AEE}"/>
              </a:ext>
            </a:extLst>
          </p:cNvPr>
          <p:cNvSpPr txBox="1">
            <a:spLocks/>
          </p:cNvSpPr>
          <p:nvPr/>
        </p:nvSpPr>
        <p:spPr>
          <a:xfrm>
            <a:off x="1355816" y="1082040"/>
            <a:ext cx="6994970" cy="3977640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  <a:defRPr/>
            </a:pPr>
            <a:r>
              <a:rPr lang="en-US" altLang="zh-TW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Algorithms such as NLMS,EM,JO-LMS can </a:t>
            </a:r>
            <a:r>
              <a:rPr lang="en-US" altLang="zh-TW" sz="1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choose the step size </a:t>
            </a:r>
            <a:r>
              <a:rPr lang="en-US" altLang="zh-TW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based on reference is white or known measurement noise.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TW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[27] use autocorrelation to obtain  noise covariance matrices , however, it’s assuming that the </a:t>
            </a:r>
            <a:r>
              <a:rPr lang="en-US" altLang="zh-TW" sz="1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measurement noise is white</a:t>
            </a:r>
            <a:r>
              <a:rPr lang="en-US" altLang="zh-TW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TW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[28,29]  they derive formulas for the covariance matrix of the</a:t>
            </a:r>
            <a:r>
              <a:rPr lang="zh-TW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measures </a:t>
            </a:r>
            <a:r>
              <a:rPr lang="en-US" altLang="zh-TW" sz="1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invert them to obtain the state noise covariance matrix </a:t>
            </a:r>
            <a:r>
              <a:rPr lang="en-US" altLang="zh-TW" sz="1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TW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assuming </a:t>
            </a:r>
            <a:r>
              <a:rPr lang="en-US" altLang="zh-TW" sz="1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measurement noise matrix </a:t>
            </a:r>
            <a:r>
              <a:rPr lang="en-US" altLang="zh-TW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sz="1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known</a:t>
            </a:r>
            <a:r>
              <a:rPr lang="en-US" altLang="zh-TW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 Light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A2CDDA9-EC68-B115-0681-B8C8CF294CDF}"/>
              </a:ext>
            </a:extLst>
          </p:cNvPr>
          <p:cNvSpPr txBox="1"/>
          <p:nvPr/>
        </p:nvSpPr>
        <p:spPr>
          <a:xfrm>
            <a:off x="0" y="4435614"/>
            <a:ext cx="835078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[27]Mehra, R.: ‘On the identification of variances and adaptive Kalman </a:t>
            </a:r>
            <a:r>
              <a:rPr lang="en-US" altLang="zh-TW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filtering’,IEEE</a:t>
            </a:r>
            <a:r>
              <a:rPr lang="en-US" altLang="zh-TW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Trans. </a:t>
            </a:r>
            <a:r>
              <a:rPr lang="en-US" altLang="zh-TW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</a:t>
            </a:r>
            <a:r>
              <a:rPr lang="en-US" altLang="zh-TW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Control, 1970, 15, (2), pp. 175–184</a:t>
            </a:r>
          </a:p>
          <a:p>
            <a:r>
              <a:rPr lang="en-US" altLang="zh-TW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[28] Feng, B., Fu, M., Ma, H., et al.: ‘Kalman filter with recursive covariance estimation-sequentially estimating process noise covariance’, IEEE </a:t>
            </a:r>
            <a:r>
              <a:rPr lang="en-US" altLang="zh-TW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Trans.Ind</a:t>
            </a:r>
            <a:r>
              <a:rPr lang="en-US" altLang="zh-TW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Electron., 2014, 61, (11), pp. 6253–6263</a:t>
            </a:r>
          </a:p>
          <a:p>
            <a:r>
              <a:rPr lang="en-US" altLang="zh-TW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[29]</a:t>
            </a:r>
            <a:r>
              <a:rPr lang="da-DK" altLang="zh-TW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Wang, H., Deng, Z., Feng, B., et al.: ‘An adaptive Kalman filter estimatingprocess noise covariance’, Neurocomputing, 2017, 223, pp. 12–17</a:t>
            </a:r>
            <a:endParaRPr lang="en-US" altLang="zh-TW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7096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51000"/>
            <a:duotone>
              <a:prstClr val="black"/>
              <a:schemeClr val="tx2">
                <a:tint val="45000"/>
                <a:satMod val="40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2">
            <a:extLst>
              <a:ext uri="{FF2B5EF4-FFF2-40B4-BE49-F238E27FC236}">
                <a16:creationId xmlns:a16="http://schemas.microsoft.com/office/drawing/2014/main" id="{B3BC0147-6B21-0CA5-3070-C30E183F50A2}"/>
              </a:ext>
            </a:extLst>
          </p:cNvPr>
          <p:cNvSpPr txBox="1">
            <a:spLocks noGrp="1"/>
          </p:cNvSpPr>
          <p:nvPr/>
        </p:nvSpPr>
        <p:spPr>
          <a:xfrm>
            <a:off x="8648753" y="4718050"/>
            <a:ext cx="495247" cy="425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 w="12700">
                  <a:solidFill>
                    <a:srgbClr val="EEF2F5">
                      <a:satMod val="155000"/>
                    </a:srgbClr>
                  </a:solidFill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fld id="{8C20784B-E193-4A71-B927-042B0992C117}" type="slidenum">
              <a:rPr kumimoji="0" lang="en-US" altLang="zh-TW" sz="1600" b="1" i="0" u="none" strike="noStrike" kern="1200" cap="none" spc="0" normalizeH="0" baseline="0" noProof="0" smtClean="0">
                <a:ln w="12700">
                  <a:solidFill>
                    <a:srgbClr val="EEF2F5">
                      <a:satMod val="155000"/>
                    </a:srgbClr>
                  </a:solidFill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pPr marL="0" marR="0" lvl="0" indent="0" algn="l" defTabSz="6858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TW" sz="1600" b="1" i="0" u="none" strike="noStrike" kern="1200" cap="none" spc="0" normalizeH="0" baseline="0" noProof="0" dirty="0">
              <a:ln w="12700">
                <a:solidFill>
                  <a:srgbClr val="EEF2F5">
                    <a:satMod val="155000"/>
                  </a:srgbClr>
                </a:solidFill>
                <a:prstDash val="solid"/>
              </a:ln>
              <a:solidFill>
                <a:prstClr val="black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012DC5D-ABC2-8F74-D571-1F279A637198}"/>
              </a:ext>
            </a:extLst>
          </p:cNvPr>
          <p:cNvSpPr txBox="1">
            <a:spLocks/>
          </p:cNvSpPr>
          <p:nvPr/>
        </p:nvSpPr>
        <p:spPr>
          <a:xfrm>
            <a:off x="0" y="371475"/>
            <a:ext cx="9144000" cy="5365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E66100D6-7FAC-C8DA-4D12-A8DAE7FD34E7}"/>
                  </a:ext>
                </a:extLst>
              </p:cNvPr>
              <p:cNvSpPr txBox="1"/>
              <p:nvPr/>
            </p:nvSpPr>
            <p:spPr>
              <a:xfrm>
                <a:off x="1435757" y="3710196"/>
                <a:ext cx="6272486" cy="7617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zh-TW" alt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zh-TW" altLang="en-US" sz="1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𝐅</m:t>
                      </m:r>
                      <m:d>
                        <m:dPr>
                          <m:ctrlPr>
                            <a:rPr lang="en-US" altLang="zh-TW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1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+1,</m:t>
                          </m:r>
                          <m:r>
                            <a:rPr lang="en-US" altLang="zh-TW" sz="1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TW" sz="1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d>
                        <m:dPr>
                          <m:ctrlPr>
                            <a:rPr lang="en-US" altLang="zh-TW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TW" sz="1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18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zh-TW" altLang="en-US" sz="1800" b="1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d>
                        <m:dPr>
                          <m:ctrlPr>
                            <a:rPr lang="en-US" altLang="zh-TW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TW" sz="1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 </m:t>
                      </m:r>
                      <m:d>
                        <m:dPr>
                          <m:ctrlPr>
                            <a:rPr lang="en-US" altLang="zh-TW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𝑝𝑟𝑜𝑐𝑒𝑠𝑠</m:t>
                          </m:r>
                          <m:r>
                            <a:rPr lang="en-US" altLang="zh-TW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𝑒𝑞𝑢𝑎𝑡𝑖𝑜𝑛</m:t>
                          </m:r>
                        </m:e>
                      </m:d>
                    </m:oMath>
                  </m:oMathPara>
                </a14:m>
                <a:endParaRPr lang="en-US" altLang="zh-TW" sz="1800" b="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d>
                        <m:dPr>
                          <m:ctrlPr>
                            <a:rPr lang="zh-TW" alt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zh-TW" altLang="en-US" sz="1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𝐂</m:t>
                      </m:r>
                      <m:d>
                        <m:dPr>
                          <m:ctrlPr>
                            <a:rPr lang="en-US" altLang="zh-TW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TW" sz="1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d>
                        <m:dPr>
                          <m:ctrlPr>
                            <a:rPr lang="en-US" altLang="zh-TW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TW" sz="1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18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TW" sz="1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d>
                        <m:dPr>
                          <m:ctrlPr>
                            <a:rPr lang="en-US" altLang="zh-TW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TW" sz="1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          (</m:t>
                      </m:r>
                      <m:r>
                        <a:rPr lang="en-US" altLang="zh-TW" sz="1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𝑚𝑒𝑎𝑠𝑢𝑟𝑒𝑚𝑒𝑛𝑡</m:t>
                      </m:r>
                      <m:r>
                        <a:rPr lang="en-US" altLang="zh-TW" sz="1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1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𝑒𝑞𝑢𝑎𝑡𝑖𝑜𝑛</m:t>
                      </m:r>
                      <m:r>
                        <a:rPr lang="en-US" altLang="zh-TW" sz="1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1800" dirty="0">
                  <a:solidFill>
                    <a:schemeClr val="tx1"/>
                  </a:solidFill>
                </a:endParaRPr>
              </a:p>
              <a:p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E66100D6-7FAC-C8DA-4D12-A8DAE7FD34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757" y="3710196"/>
                <a:ext cx="6272486" cy="761747"/>
              </a:xfrm>
              <a:prstGeom prst="rect">
                <a:avLst/>
              </a:prstGeom>
              <a:blipFill>
                <a:blip r:embed="rId3"/>
                <a:stretch>
                  <a:fillRect l="-486" t="-1600" r="-9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圖片 9">
            <a:extLst>
              <a:ext uri="{FF2B5EF4-FFF2-40B4-BE49-F238E27FC236}">
                <a16:creationId xmlns:a16="http://schemas.microsoft.com/office/drawing/2014/main" id="{83B1622B-8BEE-4661-1424-52FE48A87D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650" y="1056005"/>
            <a:ext cx="5632502" cy="24717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44D18246-A35A-0D21-9AED-972310FBCD26}"/>
                  </a:ext>
                </a:extLst>
              </p:cNvPr>
              <p:cNvSpPr txBox="1"/>
              <p:nvPr/>
            </p:nvSpPr>
            <p:spPr>
              <a:xfrm>
                <a:off x="2441919" y="4533384"/>
                <a:ext cx="44119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d>
                        <m:dPr>
                          <m:ctrlPr>
                            <a:rPr lang="zh-TW" alt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zh-TW" altLang="en-US" sz="1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d>
                        <m:dPr>
                          <m:ctrlPr>
                            <a:rPr lang="en-US" altLang="zh-TW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TW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  <m:d>
                        <m:dPr>
                          <m:ctrlPr>
                            <a:rPr lang="en-US" altLang="zh-TW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1800">
                              <a:latin typeface="Cambria Math" panose="02040503050406030204" pitchFamily="18" charset="0"/>
                            </a:rPr>
                            <m:t>+1,</m:t>
                          </m:r>
                          <m:r>
                            <a:rPr lang="en-US" altLang="zh-TW" sz="180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sSup>
                        <m:sSupPr>
                          <m:ctrlPr>
                            <a:rPr lang="en-US" altLang="zh-TW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8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𝐂</m:t>
                          </m:r>
                        </m:e>
                        <m:sup>
                          <m:r>
                            <a:rPr lang="en-US" altLang="zh-TW" sz="18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sup>
                      </m:sSup>
                      <m:d>
                        <m:dPr>
                          <m:ctrlPr>
                            <a:rPr lang="en-US" altLang="zh-TW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TW" sz="1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TW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d>
                        <m:dPr>
                          <m:ctrlPr>
                            <a:rPr lang="en-US" altLang="zh-TW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TW" sz="1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1800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44D18246-A35A-0D21-9AED-972310FBCD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1919" y="4533384"/>
                <a:ext cx="4411980" cy="369332"/>
              </a:xfrm>
              <a:prstGeom prst="rect">
                <a:avLst/>
              </a:prstGeom>
              <a:blipFill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箭號: 上彎 13">
            <a:extLst>
              <a:ext uri="{FF2B5EF4-FFF2-40B4-BE49-F238E27FC236}">
                <a16:creationId xmlns:a16="http://schemas.microsoft.com/office/drawing/2014/main" id="{3E0DEEA5-89EC-1B70-D4F9-85A925EA541F}"/>
              </a:ext>
            </a:extLst>
          </p:cNvPr>
          <p:cNvSpPr/>
          <p:nvPr/>
        </p:nvSpPr>
        <p:spPr>
          <a:xfrm rot="5400000">
            <a:off x="2001983" y="4416544"/>
            <a:ext cx="510540" cy="369332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0057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51000"/>
            <a:duotone>
              <a:prstClr val="black"/>
              <a:schemeClr val="tx2">
                <a:tint val="45000"/>
                <a:satMod val="40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 bwMode="auto">
          <a:xfrm>
            <a:off x="2694316" y="1986975"/>
            <a:ext cx="375134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00" cap="none" spc="0" normalizeH="0" baseline="0" noProof="0" dirty="0">
                <a:ln>
                  <a:noFill/>
                </a:ln>
                <a:solidFill>
                  <a:srgbClr val="30437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Algorithm Derivation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2613661" y="2609010"/>
                <a:ext cx="3962400" cy="8236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>
                  <a:lnSpc>
                    <a:spcPct val="150000"/>
                  </a:lnSpc>
                  <a:defRPr/>
                </a:pP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 Light"/>
                    <a:cs typeface="Times New Roman" panose="02020603050405020304" pitchFamily="18" charset="0"/>
                  </a:rPr>
                  <a:t>The method used in this paper is to use the joint probability density function to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1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100" i="1" dirty="0" err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TW" sz="11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 Light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1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100" i="1" dirty="0" err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TW" sz="11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 Light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1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use the Gaussian approximation method to get the update equation.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 Ligh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3661" y="2609010"/>
                <a:ext cx="3962400" cy="823687"/>
              </a:xfrm>
              <a:prstGeom prst="rect">
                <a:avLst/>
              </a:prstGeom>
              <a:blipFill>
                <a:blip r:embed="rId3"/>
                <a:stretch>
                  <a:fillRect r="-308"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接连接符 15"/>
          <p:cNvCxnSpPr>
            <a:cxnSpLocks/>
          </p:cNvCxnSpPr>
          <p:nvPr/>
        </p:nvCxnSpPr>
        <p:spPr>
          <a:xfrm>
            <a:off x="4074527" y="2645799"/>
            <a:ext cx="102235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任意多边形 22"/>
          <p:cNvSpPr/>
          <p:nvPr/>
        </p:nvSpPr>
        <p:spPr>
          <a:xfrm>
            <a:off x="2496968" y="-465601"/>
            <a:ext cx="4171119" cy="2085559"/>
          </a:xfrm>
          <a:custGeom>
            <a:avLst/>
            <a:gdLst>
              <a:gd name="connsiteX0" fmla="*/ 0 w 3557939"/>
              <a:gd name="connsiteY0" fmla="*/ 0 h 1778969"/>
              <a:gd name="connsiteX1" fmla="*/ 3557939 w 3557939"/>
              <a:gd name="connsiteY1" fmla="*/ 0 h 1778969"/>
              <a:gd name="connsiteX2" fmla="*/ 1778970 w 3557939"/>
              <a:gd name="connsiteY2" fmla="*/ 1778969 h 1778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7939" h="1778969">
                <a:moveTo>
                  <a:pt x="0" y="0"/>
                </a:moveTo>
                <a:lnTo>
                  <a:pt x="3557939" y="0"/>
                </a:lnTo>
                <a:lnTo>
                  <a:pt x="1778970" y="1778969"/>
                </a:lnTo>
                <a:close/>
              </a:path>
            </a:pathLst>
          </a:cu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微软雅黑 Light"/>
              <a:cs typeface="+mn-cs"/>
            </a:endParaRPr>
          </a:p>
        </p:txBody>
      </p:sp>
      <p:sp>
        <p:nvSpPr>
          <p:cNvPr id="25" name="菱形 24"/>
          <p:cNvSpPr/>
          <p:nvPr/>
        </p:nvSpPr>
        <p:spPr>
          <a:xfrm>
            <a:off x="2184101" y="229604"/>
            <a:ext cx="4775798" cy="4775798"/>
          </a:xfrm>
          <a:prstGeom prst="diamond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微软雅黑 Light"/>
              <a:cs typeface="+mn-cs"/>
            </a:endParaRPr>
          </a:p>
        </p:txBody>
      </p:sp>
      <p:sp>
        <p:nvSpPr>
          <p:cNvPr id="4" name="投影片編號版面配置區 2">
            <a:extLst>
              <a:ext uri="{FF2B5EF4-FFF2-40B4-BE49-F238E27FC236}">
                <a16:creationId xmlns:a16="http://schemas.microsoft.com/office/drawing/2014/main" id="{B3BC0147-6B21-0CA5-3070-C30E183F50A2}"/>
              </a:ext>
            </a:extLst>
          </p:cNvPr>
          <p:cNvSpPr txBox="1">
            <a:spLocks noGrp="1"/>
          </p:cNvSpPr>
          <p:nvPr/>
        </p:nvSpPr>
        <p:spPr>
          <a:xfrm>
            <a:off x="8648753" y="4718050"/>
            <a:ext cx="495247" cy="425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 w="12700">
                  <a:solidFill>
                    <a:srgbClr val="EEF2F5">
                      <a:satMod val="155000"/>
                    </a:srgbClr>
                  </a:solidFill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fld id="{8C20784B-E193-4A71-B927-042B0992C117}" type="slidenum">
              <a:rPr kumimoji="0" lang="en-US" altLang="zh-TW" sz="1600" b="1" i="0" u="none" strike="noStrike" kern="1200" cap="none" spc="0" normalizeH="0" baseline="0" noProof="0" smtClean="0">
                <a:ln w="12700">
                  <a:solidFill>
                    <a:srgbClr val="EEF2F5">
                      <a:satMod val="155000"/>
                    </a:srgbClr>
                  </a:solidFill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pPr marL="0" marR="0" lvl="0" indent="0" algn="l" defTabSz="6858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TW" sz="1600" b="1" i="0" u="none" strike="noStrike" kern="1200" cap="none" spc="0" normalizeH="0" baseline="0" noProof="0" dirty="0">
              <a:ln w="12700">
                <a:solidFill>
                  <a:srgbClr val="EEF2F5">
                    <a:satMod val="155000"/>
                  </a:srgbClr>
                </a:solidFill>
                <a:prstDash val="solid"/>
              </a:ln>
              <a:solidFill>
                <a:prstClr val="black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7793E2AD-8CDD-58A1-FED1-2068F219D14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316309" y="637628"/>
            <a:ext cx="511381" cy="446060"/>
            <a:chOff x="352" y="2796"/>
            <a:chExt cx="869" cy="758"/>
          </a:xfrm>
          <a:solidFill>
            <a:schemeClr val="accent1"/>
          </a:solidFill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4EA7A858-7D66-8F12-3479-9CFF366955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2" y="2796"/>
              <a:ext cx="869" cy="758"/>
            </a:xfrm>
            <a:custGeom>
              <a:avLst/>
              <a:gdLst>
                <a:gd name="T0" fmla="*/ 796 w 907"/>
                <a:gd name="T1" fmla="*/ 657 h 791"/>
                <a:gd name="T2" fmla="*/ 876 w 907"/>
                <a:gd name="T3" fmla="*/ 545 h 791"/>
                <a:gd name="T4" fmla="*/ 907 w 907"/>
                <a:gd name="T5" fmla="*/ 519 h 791"/>
                <a:gd name="T6" fmla="*/ 876 w 907"/>
                <a:gd name="T7" fmla="*/ 493 h 791"/>
                <a:gd name="T8" fmla="*/ 796 w 907"/>
                <a:gd name="T9" fmla="*/ 380 h 791"/>
                <a:gd name="T10" fmla="*/ 902 w 907"/>
                <a:gd name="T11" fmla="*/ 272 h 791"/>
                <a:gd name="T12" fmla="*/ 796 w 907"/>
                <a:gd name="T13" fmla="*/ 165 h 791"/>
                <a:gd name="T14" fmla="*/ 876 w 907"/>
                <a:gd name="T15" fmla="*/ 52 h 791"/>
                <a:gd name="T16" fmla="*/ 876 w 907"/>
                <a:gd name="T17" fmla="*/ 0 h 791"/>
                <a:gd name="T18" fmla="*/ 132 w 907"/>
                <a:gd name="T19" fmla="*/ 0 h 791"/>
                <a:gd name="T20" fmla="*/ 0 w 907"/>
                <a:gd name="T21" fmla="*/ 165 h 791"/>
                <a:gd name="T22" fmla="*/ 0 w 907"/>
                <a:gd name="T23" fmla="*/ 380 h 791"/>
                <a:gd name="T24" fmla="*/ 54 w 907"/>
                <a:gd name="T25" fmla="*/ 519 h 791"/>
                <a:gd name="T26" fmla="*/ 0 w 907"/>
                <a:gd name="T27" fmla="*/ 657 h 791"/>
                <a:gd name="T28" fmla="*/ 869 w 907"/>
                <a:gd name="T29" fmla="*/ 791 h 791"/>
                <a:gd name="T30" fmla="*/ 871 w 907"/>
                <a:gd name="T31" fmla="*/ 791 h 791"/>
                <a:gd name="T32" fmla="*/ 902 w 907"/>
                <a:gd name="T33" fmla="*/ 765 h 791"/>
                <a:gd name="T34" fmla="*/ 772 w 907"/>
                <a:gd name="T35" fmla="*/ 246 h 791"/>
                <a:gd name="T36" fmla="*/ 413 w 907"/>
                <a:gd name="T37" fmla="*/ 272 h 791"/>
                <a:gd name="T38" fmla="*/ 772 w 907"/>
                <a:gd name="T39" fmla="*/ 299 h 791"/>
                <a:gd name="T40" fmla="*/ 744 w 907"/>
                <a:gd name="T41" fmla="*/ 411 h 791"/>
                <a:gd name="T42" fmla="*/ 436 w 907"/>
                <a:gd name="T43" fmla="*/ 493 h 791"/>
                <a:gd name="T44" fmla="*/ 436 w 907"/>
                <a:gd name="T45" fmla="*/ 545 h 791"/>
                <a:gd name="T46" fmla="*/ 744 w 907"/>
                <a:gd name="T47" fmla="*/ 627 h 791"/>
                <a:gd name="T48" fmla="*/ 772 w 907"/>
                <a:gd name="T49" fmla="*/ 739 h 791"/>
                <a:gd name="T50" fmla="*/ 51 w 907"/>
                <a:gd name="T51" fmla="*/ 657 h 791"/>
                <a:gd name="T52" fmla="*/ 132 w 907"/>
                <a:gd name="T53" fmla="*/ 545 h 791"/>
                <a:gd name="T54" fmla="*/ 189 w 907"/>
                <a:gd name="T55" fmla="*/ 519 h 791"/>
                <a:gd name="T56" fmla="*/ 132 w 907"/>
                <a:gd name="T57" fmla="*/ 493 h 791"/>
                <a:gd name="T58" fmla="*/ 51 w 907"/>
                <a:gd name="T59" fmla="*/ 380 h 791"/>
                <a:gd name="T60" fmla="*/ 163 w 907"/>
                <a:gd name="T61" fmla="*/ 299 h 791"/>
                <a:gd name="T62" fmla="*/ 163 w 907"/>
                <a:gd name="T63" fmla="*/ 246 h 791"/>
                <a:gd name="T64" fmla="*/ 51 w 907"/>
                <a:gd name="T65" fmla="*/ 165 h 791"/>
                <a:gd name="T66" fmla="*/ 132 w 907"/>
                <a:gd name="T67" fmla="*/ 52 h 791"/>
                <a:gd name="T68" fmla="*/ 744 w 907"/>
                <a:gd name="T69" fmla="*/ 134 h 791"/>
                <a:gd name="T70" fmla="*/ 772 w 907"/>
                <a:gd name="T71" fmla="*/ 246 h 7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07" h="791">
                  <a:moveTo>
                    <a:pt x="876" y="739"/>
                  </a:moveTo>
                  <a:cubicBezTo>
                    <a:pt x="832" y="739"/>
                    <a:pt x="796" y="702"/>
                    <a:pt x="796" y="657"/>
                  </a:cubicBezTo>
                  <a:cubicBezTo>
                    <a:pt x="796" y="627"/>
                    <a:pt x="796" y="627"/>
                    <a:pt x="796" y="627"/>
                  </a:cubicBezTo>
                  <a:cubicBezTo>
                    <a:pt x="796" y="582"/>
                    <a:pt x="832" y="545"/>
                    <a:pt x="876" y="545"/>
                  </a:cubicBezTo>
                  <a:cubicBezTo>
                    <a:pt x="882" y="545"/>
                    <a:pt x="882" y="545"/>
                    <a:pt x="882" y="545"/>
                  </a:cubicBezTo>
                  <a:cubicBezTo>
                    <a:pt x="896" y="545"/>
                    <a:pt x="907" y="533"/>
                    <a:pt x="907" y="519"/>
                  </a:cubicBezTo>
                  <a:cubicBezTo>
                    <a:pt x="907" y="504"/>
                    <a:pt x="896" y="493"/>
                    <a:pt x="882" y="493"/>
                  </a:cubicBezTo>
                  <a:cubicBezTo>
                    <a:pt x="876" y="493"/>
                    <a:pt x="876" y="493"/>
                    <a:pt x="876" y="493"/>
                  </a:cubicBezTo>
                  <a:cubicBezTo>
                    <a:pt x="832" y="493"/>
                    <a:pt x="796" y="456"/>
                    <a:pt x="796" y="411"/>
                  </a:cubicBezTo>
                  <a:cubicBezTo>
                    <a:pt x="796" y="380"/>
                    <a:pt x="796" y="380"/>
                    <a:pt x="796" y="380"/>
                  </a:cubicBezTo>
                  <a:cubicBezTo>
                    <a:pt x="796" y="335"/>
                    <a:pt x="832" y="299"/>
                    <a:pt x="876" y="299"/>
                  </a:cubicBezTo>
                  <a:cubicBezTo>
                    <a:pt x="890" y="299"/>
                    <a:pt x="902" y="287"/>
                    <a:pt x="902" y="272"/>
                  </a:cubicBezTo>
                  <a:cubicBezTo>
                    <a:pt x="902" y="258"/>
                    <a:pt x="890" y="246"/>
                    <a:pt x="876" y="246"/>
                  </a:cubicBezTo>
                  <a:cubicBezTo>
                    <a:pt x="832" y="246"/>
                    <a:pt x="796" y="210"/>
                    <a:pt x="796" y="165"/>
                  </a:cubicBezTo>
                  <a:cubicBezTo>
                    <a:pt x="796" y="134"/>
                    <a:pt x="796" y="134"/>
                    <a:pt x="796" y="134"/>
                  </a:cubicBezTo>
                  <a:cubicBezTo>
                    <a:pt x="796" y="89"/>
                    <a:pt x="832" y="52"/>
                    <a:pt x="876" y="52"/>
                  </a:cubicBezTo>
                  <a:cubicBezTo>
                    <a:pt x="890" y="52"/>
                    <a:pt x="902" y="40"/>
                    <a:pt x="902" y="26"/>
                  </a:cubicBezTo>
                  <a:cubicBezTo>
                    <a:pt x="902" y="12"/>
                    <a:pt x="890" y="0"/>
                    <a:pt x="876" y="0"/>
                  </a:cubicBezTo>
                  <a:cubicBezTo>
                    <a:pt x="875" y="0"/>
                    <a:pt x="873" y="0"/>
                    <a:pt x="871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59" y="0"/>
                    <a:pt x="0" y="60"/>
                    <a:pt x="0" y="134"/>
                  </a:cubicBezTo>
                  <a:cubicBezTo>
                    <a:pt x="0" y="165"/>
                    <a:pt x="0" y="165"/>
                    <a:pt x="0" y="165"/>
                  </a:cubicBezTo>
                  <a:cubicBezTo>
                    <a:pt x="0" y="208"/>
                    <a:pt x="20" y="247"/>
                    <a:pt x="54" y="272"/>
                  </a:cubicBezTo>
                  <a:cubicBezTo>
                    <a:pt x="20" y="297"/>
                    <a:pt x="0" y="337"/>
                    <a:pt x="0" y="380"/>
                  </a:cubicBezTo>
                  <a:cubicBezTo>
                    <a:pt x="0" y="411"/>
                    <a:pt x="0" y="411"/>
                    <a:pt x="0" y="411"/>
                  </a:cubicBezTo>
                  <a:cubicBezTo>
                    <a:pt x="0" y="454"/>
                    <a:pt x="20" y="494"/>
                    <a:pt x="54" y="519"/>
                  </a:cubicBezTo>
                  <a:cubicBezTo>
                    <a:pt x="20" y="544"/>
                    <a:pt x="0" y="583"/>
                    <a:pt x="0" y="627"/>
                  </a:cubicBezTo>
                  <a:cubicBezTo>
                    <a:pt x="0" y="657"/>
                    <a:pt x="0" y="657"/>
                    <a:pt x="0" y="657"/>
                  </a:cubicBezTo>
                  <a:cubicBezTo>
                    <a:pt x="0" y="731"/>
                    <a:pt x="59" y="791"/>
                    <a:pt x="132" y="791"/>
                  </a:cubicBezTo>
                  <a:cubicBezTo>
                    <a:pt x="869" y="791"/>
                    <a:pt x="869" y="791"/>
                    <a:pt x="869" y="791"/>
                  </a:cubicBezTo>
                  <a:cubicBezTo>
                    <a:pt x="870" y="791"/>
                    <a:pt x="871" y="791"/>
                    <a:pt x="871" y="791"/>
                  </a:cubicBezTo>
                  <a:cubicBezTo>
                    <a:pt x="871" y="791"/>
                    <a:pt x="871" y="791"/>
                    <a:pt x="871" y="791"/>
                  </a:cubicBezTo>
                  <a:cubicBezTo>
                    <a:pt x="873" y="791"/>
                    <a:pt x="875" y="791"/>
                    <a:pt x="876" y="791"/>
                  </a:cubicBezTo>
                  <a:cubicBezTo>
                    <a:pt x="890" y="791"/>
                    <a:pt x="902" y="780"/>
                    <a:pt x="902" y="765"/>
                  </a:cubicBezTo>
                  <a:cubicBezTo>
                    <a:pt x="902" y="751"/>
                    <a:pt x="890" y="739"/>
                    <a:pt x="876" y="739"/>
                  </a:cubicBezTo>
                  <a:close/>
                  <a:moveTo>
                    <a:pt x="772" y="246"/>
                  </a:moveTo>
                  <a:cubicBezTo>
                    <a:pt x="439" y="246"/>
                    <a:pt x="439" y="246"/>
                    <a:pt x="439" y="246"/>
                  </a:cubicBezTo>
                  <a:cubicBezTo>
                    <a:pt x="425" y="246"/>
                    <a:pt x="413" y="258"/>
                    <a:pt x="413" y="272"/>
                  </a:cubicBezTo>
                  <a:cubicBezTo>
                    <a:pt x="413" y="287"/>
                    <a:pt x="425" y="299"/>
                    <a:pt x="439" y="299"/>
                  </a:cubicBezTo>
                  <a:cubicBezTo>
                    <a:pt x="772" y="299"/>
                    <a:pt x="772" y="299"/>
                    <a:pt x="772" y="299"/>
                  </a:cubicBezTo>
                  <a:cubicBezTo>
                    <a:pt x="754" y="322"/>
                    <a:pt x="744" y="350"/>
                    <a:pt x="744" y="380"/>
                  </a:cubicBezTo>
                  <a:cubicBezTo>
                    <a:pt x="744" y="411"/>
                    <a:pt x="744" y="411"/>
                    <a:pt x="744" y="411"/>
                  </a:cubicBezTo>
                  <a:cubicBezTo>
                    <a:pt x="744" y="441"/>
                    <a:pt x="754" y="470"/>
                    <a:pt x="772" y="493"/>
                  </a:cubicBezTo>
                  <a:cubicBezTo>
                    <a:pt x="436" y="493"/>
                    <a:pt x="436" y="493"/>
                    <a:pt x="436" y="493"/>
                  </a:cubicBezTo>
                  <a:cubicBezTo>
                    <a:pt x="422" y="493"/>
                    <a:pt x="411" y="504"/>
                    <a:pt x="411" y="519"/>
                  </a:cubicBezTo>
                  <a:cubicBezTo>
                    <a:pt x="411" y="533"/>
                    <a:pt x="422" y="545"/>
                    <a:pt x="436" y="545"/>
                  </a:cubicBezTo>
                  <a:cubicBezTo>
                    <a:pt x="772" y="545"/>
                    <a:pt x="772" y="545"/>
                    <a:pt x="772" y="545"/>
                  </a:cubicBezTo>
                  <a:cubicBezTo>
                    <a:pt x="754" y="568"/>
                    <a:pt x="744" y="597"/>
                    <a:pt x="744" y="627"/>
                  </a:cubicBezTo>
                  <a:cubicBezTo>
                    <a:pt x="744" y="657"/>
                    <a:pt x="744" y="657"/>
                    <a:pt x="744" y="657"/>
                  </a:cubicBezTo>
                  <a:cubicBezTo>
                    <a:pt x="744" y="687"/>
                    <a:pt x="754" y="716"/>
                    <a:pt x="772" y="739"/>
                  </a:cubicBezTo>
                  <a:cubicBezTo>
                    <a:pt x="132" y="739"/>
                    <a:pt x="132" y="739"/>
                    <a:pt x="132" y="739"/>
                  </a:cubicBezTo>
                  <a:cubicBezTo>
                    <a:pt x="88" y="739"/>
                    <a:pt x="51" y="702"/>
                    <a:pt x="51" y="657"/>
                  </a:cubicBezTo>
                  <a:cubicBezTo>
                    <a:pt x="51" y="627"/>
                    <a:pt x="51" y="627"/>
                    <a:pt x="51" y="627"/>
                  </a:cubicBezTo>
                  <a:cubicBezTo>
                    <a:pt x="51" y="582"/>
                    <a:pt x="88" y="545"/>
                    <a:pt x="132" y="545"/>
                  </a:cubicBezTo>
                  <a:cubicBezTo>
                    <a:pt x="163" y="545"/>
                    <a:pt x="163" y="545"/>
                    <a:pt x="163" y="545"/>
                  </a:cubicBezTo>
                  <a:cubicBezTo>
                    <a:pt x="178" y="545"/>
                    <a:pt x="189" y="533"/>
                    <a:pt x="189" y="519"/>
                  </a:cubicBezTo>
                  <a:cubicBezTo>
                    <a:pt x="189" y="504"/>
                    <a:pt x="178" y="493"/>
                    <a:pt x="163" y="493"/>
                  </a:cubicBezTo>
                  <a:cubicBezTo>
                    <a:pt x="132" y="493"/>
                    <a:pt x="132" y="493"/>
                    <a:pt x="132" y="493"/>
                  </a:cubicBezTo>
                  <a:cubicBezTo>
                    <a:pt x="88" y="493"/>
                    <a:pt x="51" y="456"/>
                    <a:pt x="51" y="411"/>
                  </a:cubicBezTo>
                  <a:cubicBezTo>
                    <a:pt x="51" y="380"/>
                    <a:pt x="51" y="380"/>
                    <a:pt x="51" y="380"/>
                  </a:cubicBezTo>
                  <a:cubicBezTo>
                    <a:pt x="51" y="335"/>
                    <a:pt x="88" y="299"/>
                    <a:pt x="132" y="299"/>
                  </a:cubicBezTo>
                  <a:cubicBezTo>
                    <a:pt x="163" y="299"/>
                    <a:pt x="163" y="299"/>
                    <a:pt x="163" y="299"/>
                  </a:cubicBezTo>
                  <a:cubicBezTo>
                    <a:pt x="178" y="299"/>
                    <a:pt x="189" y="287"/>
                    <a:pt x="189" y="272"/>
                  </a:cubicBezTo>
                  <a:cubicBezTo>
                    <a:pt x="189" y="258"/>
                    <a:pt x="178" y="246"/>
                    <a:pt x="163" y="246"/>
                  </a:cubicBezTo>
                  <a:cubicBezTo>
                    <a:pt x="132" y="246"/>
                    <a:pt x="132" y="246"/>
                    <a:pt x="132" y="246"/>
                  </a:cubicBezTo>
                  <a:cubicBezTo>
                    <a:pt x="88" y="246"/>
                    <a:pt x="51" y="210"/>
                    <a:pt x="51" y="165"/>
                  </a:cubicBezTo>
                  <a:cubicBezTo>
                    <a:pt x="51" y="134"/>
                    <a:pt x="51" y="134"/>
                    <a:pt x="51" y="134"/>
                  </a:cubicBezTo>
                  <a:cubicBezTo>
                    <a:pt x="51" y="89"/>
                    <a:pt x="88" y="52"/>
                    <a:pt x="132" y="52"/>
                  </a:cubicBezTo>
                  <a:cubicBezTo>
                    <a:pt x="772" y="52"/>
                    <a:pt x="772" y="52"/>
                    <a:pt x="772" y="52"/>
                  </a:cubicBezTo>
                  <a:cubicBezTo>
                    <a:pt x="754" y="75"/>
                    <a:pt x="744" y="104"/>
                    <a:pt x="744" y="134"/>
                  </a:cubicBezTo>
                  <a:cubicBezTo>
                    <a:pt x="744" y="165"/>
                    <a:pt x="744" y="165"/>
                    <a:pt x="744" y="165"/>
                  </a:cubicBezTo>
                  <a:cubicBezTo>
                    <a:pt x="744" y="195"/>
                    <a:pt x="754" y="223"/>
                    <a:pt x="772" y="2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B19E084A-9718-3663-55C0-5C7FAB00B0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2" y="2923"/>
              <a:ext cx="187" cy="507"/>
            </a:xfrm>
            <a:custGeom>
              <a:avLst/>
              <a:gdLst>
                <a:gd name="T0" fmla="*/ 171 w 196"/>
                <a:gd name="T1" fmla="*/ 0 h 529"/>
                <a:gd name="T2" fmla="*/ 26 w 196"/>
                <a:gd name="T3" fmla="*/ 0 h 529"/>
                <a:gd name="T4" fmla="*/ 0 w 196"/>
                <a:gd name="T5" fmla="*/ 26 h 529"/>
                <a:gd name="T6" fmla="*/ 0 w 196"/>
                <a:gd name="T7" fmla="*/ 502 h 529"/>
                <a:gd name="T8" fmla="*/ 2 w 196"/>
                <a:gd name="T9" fmla="*/ 512 h 529"/>
                <a:gd name="T10" fmla="*/ 16 w 196"/>
                <a:gd name="T11" fmla="*/ 526 h 529"/>
                <a:gd name="T12" fmla="*/ 36 w 196"/>
                <a:gd name="T13" fmla="*/ 526 h 529"/>
                <a:gd name="T14" fmla="*/ 44 w 196"/>
                <a:gd name="T15" fmla="*/ 520 h 529"/>
                <a:gd name="T16" fmla="*/ 98 w 196"/>
                <a:gd name="T17" fmla="*/ 466 h 529"/>
                <a:gd name="T18" fmla="*/ 152 w 196"/>
                <a:gd name="T19" fmla="*/ 520 h 529"/>
                <a:gd name="T20" fmla="*/ 161 w 196"/>
                <a:gd name="T21" fmla="*/ 526 h 529"/>
                <a:gd name="T22" fmla="*/ 171 w 196"/>
                <a:gd name="T23" fmla="*/ 528 h 529"/>
                <a:gd name="T24" fmla="*/ 180 w 196"/>
                <a:gd name="T25" fmla="*/ 526 h 529"/>
                <a:gd name="T26" fmla="*/ 194 w 196"/>
                <a:gd name="T27" fmla="*/ 512 h 529"/>
                <a:gd name="T28" fmla="*/ 196 w 196"/>
                <a:gd name="T29" fmla="*/ 502 h 529"/>
                <a:gd name="T30" fmla="*/ 196 w 196"/>
                <a:gd name="T31" fmla="*/ 26 h 529"/>
                <a:gd name="T32" fmla="*/ 171 w 196"/>
                <a:gd name="T33" fmla="*/ 0 h 529"/>
                <a:gd name="T34" fmla="*/ 145 w 196"/>
                <a:gd name="T35" fmla="*/ 439 h 529"/>
                <a:gd name="T36" fmla="*/ 117 w 196"/>
                <a:gd name="T37" fmla="*/ 410 h 529"/>
                <a:gd name="T38" fmla="*/ 80 w 196"/>
                <a:gd name="T39" fmla="*/ 410 h 529"/>
                <a:gd name="T40" fmla="*/ 52 w 196"/>
                <a:gd name="T41" fmla="*/ 439 h 529"/>
                <a:gd name="T42" fmla="*/ 52 w 196"/>
                <a:gd name="T43" fmla="*/ 53 h 529"/>
                <a:gd name="T44" fmla="*/ 145 w 196"/>
                <a:gd name="T45" fmla="*/ 53 h 529"/>
                <a:gd name="T46" fmla="*/ 145 w 196"/>
                <a:gd name="T47" fmla="*/ 439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96" h="529">
                  <a:moveTo>
                    <a:pt x="171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6"/>
                  </a:cubicBezTo>
                  <a:cubicBezTo>
                    <a:pt x="0" y="502"/>
                    <a:pt x="0" y="502"/>
                    <a:pt x="0" y="502"/>
                  </a:cubicBezTo>
                  <a:cubicBezTo>
                    <a:pt x="0" y="505"/>
                    <a:pt x="1" y="509"/>
                    <a:pt x="2" y="512"/>
                  </a:cubicBezTo>
                  <a:cubicBezTo>
                    <a:pt x="5" y="518"/>
                    <a:pt x="10" y="523"/>
                    <a:pt x="16" y="526"/>
                  </a:cubicBezTo>
                  <a:cubicBezTo>
                    <a:pt x="23" y="529"/>
                    <a:pt x="30" y="529"/>
                    <a:pt x="36" y="526"/>
                  </a:cubicBezTo>
                  <a:cubicBezTo>
                    <a:pt x="39" y="525"/>
                    <a:pt x="42" y="523"/>
                    <a:pt x="44" y="520"/>
                  </a:cubicBezTo>
                  <a:cubicBezTo>
                    <a:pt x="98" y="466"/>
                    <a:pt x="98" y="466"/>
                    <a:pt x="98" y="466"/>
                  </a:cubicBezTo>
                  <a:cubicBezTo>
                    <a:pt x="152" y="520"/>
                    <a:pt x="152" y="520"/>
                    <a:pt x="152" y="520"/>
                  </a:cubicBezTo>
                  <a:cubicBezTo>
                    <a:pt x="155" y="523"/>
                    <a:pt x="158" y="525"/>
                    <a:pt x="161" y="526"/>
                  </a:cubicBezTo>
                  <a:cubicBezTo>
                    <a:pt x="164" y="527"/>
                    <a:pt x="167" y="528"/>
                    <a:pt x="171" y="528"/>
                  </a:cubicBezTo>
                  <a:cubicBezTo>
                    <a:pt x="174" y="528"/>
                    <a:pt x="177" y="527"/>
                    <a:pt x="180" y="526"/>
                  </a:cubicBezTo>
                  <a:cubicBezTo>
                    <a:pt x="187" y="523"/>
                    <a:pt x="192" y="518"/>
                    <a:pt x="194" y="512"/>
                  </a:cubicBezTo>
                  <a:cubicBezTo>
                    <a:pt x="196" y="509"/>
                    <a:pt x="196" y="505"/>
                    <a:pt x="196" y="502"/>
                  </a:cubicBezTo>
                  <a:cubicBezTo>
                    <a:pt x="196" y="26"/>
                    <a:pt x="196" y="26"/>
                    <a:pt x="196" y="26"/>
                  </a:cubicBezTo>
                  <a:cubicBezTo>
                    <a:pt x="196" y="12"/>
                    <a:pt x="185" y="0"/>
                    <a:pt x="171" y="0"/>
                  </a:cubicBezTo>
                  <a:close/>
                  <a:moveTo>
                    <a:pt x="145" y="439"/>
                  </a:moveTo>
                  <a:cubicBezTo>
                    <a:pt x="117" y="410"/>
                    <a:pt x="117" y="410"/>
                    <a:pt x="117" y="410"/>
                  </a:cubicBezTo>
                  <a:cubicBezTo>
                    <a:pt x="107" y="400"/>
                    <a:pt x="90" y="400"/>
                    <a:pt x="80" y="410"/>
                  </a:cubicBezTo>
                  <a:cubicBezTo>
                    <a:pt x="52" y="439"/>
                    <a:pt x="52" y="439"/>
                    <a:pt x="52" y="439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145" y="53"/>
                    <a:pt x="145" y="53"/>
                    <a:pt x="145" y="53"/>
                  </a:cubicBezTo>
                  <a:lnTo>
                    <a:pt x="145" y="4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77111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51000"/>
            <a:duotone>
              <a:prstClr val="black"/>
              <a:schemeClr val="tx2">
                <a:tint val="45000"/>
                <a:satMod val="40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2">
            <a:extLst>
              <a:ext uri="{FF2B5EF4-FFF2-40B4-BE49-F238E27FC236}">
                <a16:creationId xmlns:a16="http://schemas.microsoft.com/office/drawing/2014/main" id="{B3BC0147-6B21-0CA5-3070-C30E183F50A2}"/>
              </a:ext>
            </a:extLst>
          </p:cNvPr>
          <p:cNvSpPr txBox="1">
            <a:spLocks noGrp="1"/>
          </p:cNvSpPr>
          <p:nvPr/>
        </p:nvSpPr>
        <p:spPr>
          <a:xfrm>
            <a:off x="8648753" y="4718050"/>
            <a:ext cx="495247" cy="425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 w="12700">
                  <a:solidFill>
                    <a:srgbClr val="EEF2F5">
                      <a:satMod val="155000"/>
                    </a:srgbClr>
                  </a:solidFill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fld id="{8C20784B-E193-4A71-B927-042B0992C117}" type="slidenum">
              <a:rPr kumimoji="0" lang="en-US" altLang="zh-TW" sz="1600" b="1" i="0" u="none" strike="noStrike" kern="1200" cap="none" spc="0" normalizeH="0" baseline="0" noProof="0" smtClean="0">
                <a:ln w="12700">
                  <a:solidFill>
                    <a:srgbClr val="EEF2F5">
                      <a:satMod val="155000"/>
                    </a:srgbClr>
                  </a:solidFill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pPr marL="0" marR="0" lvl="0" indent="0" algn="l" defTabSz="6858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TW" sz="1600" b="1" i="0" u="none" strike="noStrike" kern="1200" cap="none" spc="0" normalizeH="0" baseline="0" noProof="0" dirty="0">
              <a:ln w="12700">
                <a:solidFill>
                  <a:srgbClr val="EEF2F5">
                    <a:satMod val="155000"/>
                  </a:srgbClr>
                </a:solidFill>
                <a:prstDash val="solid"/>
              </a:ln>
              <a:solidFill>
                <a:prstClr val="black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012DC5D-ABC2-8F74-D571-1F279A637198}"/>
              </a:ext>
            </a:extLst>
          </p:cNvPr>
          <p:cNvSpPr txBox="1">
            <a:spLocks/>
          </p:cNvSpPr>
          <p:nvPr/>
        </p:nvSpPr>
        <p:spPr>
          <a:xfrm>
            <a:off x="0" y="371475"/>
            <a:ext cx="9144000" cy="5365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Step </a:t>
            </a:r>
            <a:r>
              <a:rPr lang="en-US" altLang="zh-TW" sz="32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S</a:t>
            </a:r>
            <a:r>
              <a:rPr kumimoji="0" lang="en-US" altLang="zh-TW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ize</a:t>
            </a:r>
            <a:r>
              <a:rPr kumimoji="0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Calculation[5]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4954E6A-9EBF-9F0E-0240-6AC43B67A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8440" y="1493523"/>
            <a:ext cx="3524605" cy="320419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0E77FAF-BEDD-6B43-F994-81DDD4690665}"/>
              </a:ext>
            </a:extLst>
          </p:cNvPr>
          <p:cNvSpPr txBox="1"/>
          <p:nvPr/>
        </p:nvSpPr>
        <p:spPr>
          <a:xfrm>
            <a:off x="1140144" y="1488233"/>
            <a:ext cx="1618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LMS algorithm: </a:t>
            </a:r>
            <a:endParaRPr lang="zh-TW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91DCE272-7660-E456-FBDB-53421BA1F0A8}"/>
                  </a:ext>
                </a:extLst>
              </p:cNvPr>
              <p:cNvSpPr txBox="1"/>
              <p:nvPr/>
            </p:nvSpPr>
            <p:spPr>
              <a:xfrm>
                <a:off x="6126480" y="1273179"/>
                <a:ext cx="3017520" cy="7505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di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zh-TW" alt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zh-TW" alt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altLang="zh-TW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TW" sz="1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TW" sz="1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4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p>
                          <m:r>
                            <a:rPr lang="en-US" altLang="zh-TW" sz="14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d>
                        <m:dPr>
                          <m:ctrlPr>
                            <a:rPr lang="en-US" altLang="zh-TW" sz="1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b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TW" sz="1400" b="1" i="1" smtClean="0">
                          <a:latin typeface="Cambria Math" panose="02040503050406030204" pitchFamily="18" charset="0"/>
                        </a:rPr>
                        <m:t>𝒘</m:t>
                      </m:r>
                      <m:d>
                        <m:dPr>
                          <m:ctrlP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altLang="zh-TW" sz="1400" b="0" dirty="0"/>
              </a:p>
              <a:p>
                <a:pPr lvl="1" algn="di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𝐮</m:t>
                      </m:r>
                      <m:d>
                        <m:dPr>
                          <m:ctrlPr>
                            <a:rPr lang="zh-TW" alt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zh-TW" alt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1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400" b="1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altLang="zh-TW" sz="1400" b="1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en-US" altLang="zh-TW" sz="1400" b="1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n-US" altLang="zh-TW" sz="14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 altLang="zh-TW" sz="1400" b="1" i="1" dirty="0">
                  <a:latin typeface="Cambria Math" panose="02040503050406030204" pitchFamily="18" charset="0"/>
                </a:endParaRPr>
              </a:p>
              <a:p>
                <a:pPr lvl="1" algn="di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d>
                        <m:dPr>
                          <m:ctrlPr>
                            <a:rPr lang="zh-TW" alt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zh-TW" alt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1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400" b="1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altLang="zh-TW" sz="1400" b="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altLang="zh-TW" sz="1400" b="1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US" altLang="zh-TW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TW" sz="14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1400" b="1" i="1" smtClean="0">
                              <a:latin typeface="Cambria Math" panose="02040503050406030204" pitchFamily="18" charset="0"/>
                            </a:rPr>
                            <m:t>)]</m:t>
                          </m:r>
                        </m:e>
                        <m:sup>
                          <m:r>
                            <a:rPr lang="en-US" altLang="zh-TW" sz="14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91DCE272-7660-E456-FBDB-53421BA1F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480" y="1273179"/>
                <a:ext cx="3017520" cy="750526"/>
              </a:xfrm>
              <a:prstGeom prst="rect">
                <a:avLst/>
              </a:prstGeom>
              <a:blipFill>
                <a:blip r:embed="rId4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圖片 15">
            <a:extLst>
              <a:ext uri="{FF2B5EF4-FFF2-40B4-BE49-F238E27FC236}">
                <a16:creationId xmlns:a16="http://schemas.microsoft.com/office/drawing/2014/main" id="{919F405E-55F0-2834-12C6-DFBE2B20A9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8440" y="2179115"/>
            <a:ext cx="2487403" cy="552756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6C0168C4-8013-A961-21E3-242C6EE3FCB4}"/>
              </a:ext>
            </a:extLst>
          </p:cNvPr>
          <p:cNvSpPr txBox="1"/>
          <p:nvPr/>
        </p:nvSpPr>
        <p:spPr>
          <a:xfrm>
            <a:off x="1208724" y="2320442"/>
            <a:ext cx="1549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size from: </a:t>
            </a:r>
            <a:endParaRPr lang="zh-TW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05292B1A-CE11-7AA3-05AC-A171FC8D5676}"/>
              </a:ext>
            </a:extLst>
          </p:cNvPr>
          <p:cNvSpPr txBox="1"/>
          <p:nvPr/>
        </p:nvSpPr>
        <p:spPr>
          <a:xfrm>
            <a:off x="0" y="4653776"/>
            <a:ext cx="864875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Lopes, P.A., Gerald, J.B.: ‘New normalized LMS algorithms based on the Kalman filter’. IEEE Int. </a:t>
            </a:r>
            <a:r>
              <a:rPr lang="en-US" altLang="zh-TW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Symp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on Circuits and Systems, 2007. ISCAS 2007.IEEE, New Orleans, LA, USA, 2007, pp. 117–120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66A1CC0B-8882-FD5F-53EA-F59DF7276D21}"/>
                  </a:ext>
                </a:extLst>
              </p:cNvPr>
              <p:cNvSpPr txBox="1"/>
              <p:nvPr/>
            </p:nvSpPr>
            <p:spPr>
              <a:xfrm>
                <a:off x="5676373" y="2238445"/>
                <a:ext cx="2617997" cy="834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zh-TW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zh-TW" altLang="en-US" sz="12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1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2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p>
                          <m:r>
                            <a:rPr lang="en-US" altLang="zh-TW" sz="12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d>
                        <m:dPr>
                          <m:ctrlPr>
                            <a:rPr lang="en-US" altLang="zh-TW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b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TW" sz="1200" b="1">
                          <a:latin typeface="Cambria Math" panose="02040503050406030204" pitchFamily="18" charset="0"/>
                        </a:rPr>
                        <m:t>𝐮</m:t>
                      </m:r>
                      <m:d>
                        <m:dPr>
                          <m:ctrlPr>
                            <a:rPr lang="zh-TW" alt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altLang="zh-TW" sz="1200" b="0" dirty="0"/>
              </a:p>
              <a:p>
                <a:pPr algn="di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TW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𝑚𝑒𝑎𝑠𝑢𝑟𝑒𝑚𝑒𝑛𝑡</m:t>
                      </m:r>
                      <m:r>
                        <a:rPr lang="en-US" altLang="zh-TW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𝑛𝑜𝑖𝑠𝑒</m:t>
                      </m:r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𝑣𝑎𝑟𝑖𝑎𝑛𝑐𝑒</m:t>
                      </m:r>
                    </m:oMath>
                  </m:oMathPara>
                </a14:m>
                <a:endParaRPr lang="en-US" altLang="zh-TW" sz="12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di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𝑣𝑎𝑟𝑖𝑎𝑛𝑐𝑒</m:t>
                      </m:r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𝑐𝑢𝑟𝑟𝑒𝑛𝑡</m:t>
                      </m:r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𝑒𝑠𝑡𝑖𝑚𝑎𝑡𝑒</m:t>
                      </m:r>
                    </m:oMath>
                  </m:oMathPara>
                </a14:m>
                <a:endParaRPr lang="en-US" altLang="zh-TW" sz="1200" i="1" dirty="0">
                  <a:latin typeface="Cambria Math" panose="02040503050406030204" pitchFamily="18" charset="0"/>
                </a:endParaRPr>
              </a:p>
              <a:p>
                <a:pPr lvl="1" algn="di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𝑒𝑎𝑐h</m:t>
                      </m:r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𝑐𝑜𝑒𝑓𝑓𝑖𝑐𝑖𝑒𝑛𝑡</m:t>
                      </m:r>
                    </m:oMath>
                  </m:oMathPara>
                </a14:m>
                <a:endParaRPr lang="en-US" altLang="zh-TW" sz="12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66A1CC0B-8882-FD5F-53EA-F59DF7276D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373" y="2238445"/>
                <a:ext cx="2617997" cy="834331"/>
              </a:xfrm>
              <a:prstGeom prst="rect">
                <a:avLst/>
              </a:prstGeom>
              <a:blipFill>
                <a:blip r:embed="rId6"/>
                <a:stretch>
                  <a:fillRect r="-1628" b="-21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圖片 21">
            <a:extLst>
              <a:ext uri="{FF2B5EF4-FFF2-40B4-BE49-F238E27FC236}">
                <a16:creationId xmlns:a16="http://schemas.microsoft.com/office/drawing/2014/main" id="{67369482-57B2-DF3C-A67A-10BC806541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77490" y="3223520"/>
            <a:ext cx="3889534" cy="327402"/>
          </a:xfrm>
          <a:prstGeom prst="rect">
            <a:avLst/>
          </a:prstGeom>
        </p:spPr>
      </p:pic>
      <p:sp>
        <p:nvSpPr>
          <p:cNvPr id="23" name="文字方塊 22">
            <a:extLst>
              <a:ext uri="{FF2B5EF4-FFF2-40B4-BE49-F238E27FC236}">
                <a16:creationId xmlns:a16="http://schemas.microsoft.com/office/drawing/2014/main" id="{AAF8B985-264A-ED76-1AB2-7246A599F76A}"/>
              </a:ext>
            </a:extLst>
          </p:cNvPr>
          <p:cNvSpPr txBox="1"/>
          <p:nvPr/>
        </p:nvSpPr>
        <p:spPr>
          <a:xfrm>
            <a:off x="648228" y="3177068"/>
            <a:ext cx="2091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Optimum coefficient: </a:t>
            </a:r>
            <a:endParaRPr lang="zh-TW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3284D879-8768-69B8-590A-AFDF5C4AC622}"/>
                  </a:ext>
                </a:extLst>
              </p:cNvPr>
              <p:cNvSpPr txBox="1"/>
              <p:nvPr/>
            </p:nvSpPr>
            <p:spPr>
              <a:xfrm>
                <a:off x="6823183" y="3276002"/>
                <a:ext cx="225604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zh-TW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zh-TW" altLang="en-US" sz="12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altLang="zh-TW" sz="12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𝑜𝑝𝑡𝑖𝑚𝑎𝑙</m:t>
                      </m:r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𝑣𝑎𝑙𝑢𝑒𝑠</m:t>
                      </m:r>
                    </m:oMath>
                  </m:oMathPara>
                </a14:m>
                <a:endParaRPr lang="en-US" altLang="zh-TW" sz="1200" b="0" dirty="0"/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3284D879-8768-69B8-590A-AFDF5C4AC6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183" y="3276002"/>
                <a:ext cx="2256047" cy="276999"/>
              </a:xfrm>
              <a:prstGeom prst="rect">
                <a:avLst/>
              </a:prstGeom>
              <a:blipFill>
                <a:blip r:embed="rId8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箭號: 上彎 25">
            <a:extLst>
              <a:ext uri="{FF2B5EF4-FFF2-40B4-BE49-F238E27FC236}">
                <a16:creationId xmlns:a16="http://schemas.microsoft.com/office/drawing/2014/main" id="{97551668-548D-F94B-0FF0-F987914FD044}"/>
              </a:ext>
            </a:extLst>
          </p:cNvPr>
          <p:cNvSpPr/>
          <p:nvPr/>
        </p:nvSpPr>
        <p:spPr>
          <a:xfrm rot="5400000">
            <a:off x="1762006" y="3790820"/>
            <a:ext cx="510540" cy="369332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9D82DD5B-E04B-25E4-2561-7477D6BEEF4D}"/>
              </a:ext>
            </a:extLst>
          </p:cNvPr>
          <p:cNvSpPr txBox="1"/>
          <p:nvPr/>
        </p:nvSpPr>
        <p:spPr>
          <a:xfrm>
            <a:off x="2236470" y="3936376"/>
            <a:ext cx="3337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carefully chosen state noise</a:t>
            </a:r>
            <a:endParaRPr lang="zh-TW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010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51000"/>
            <a:duotone>
              <a:prstClr val="black"/>
              <a:schemeClr val="tx2">
                <a:tint val="45000"/>
                <a:satMod val="40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2">
            <a:extLst>
              <a:ext uri="{FF2B5EF4-FFF2-40B4-BE49-F238E27FC236}">
                <a16:creationId xmlns:a16="http://schemas.microsoft.com/office/drawing/2014/main" id="{B3BC0147-6B21-0CA5-3070-C30E183F50A2}"/>
              </a:ext>
            </a:extLst>
          </p:cNvPr>
          <p:cNvSpPr txBox="1">
            <a:spLocks noGrp="1"/>
          </p:cNvSpPr>
          <p:nvPr/>
        </p:nvSpPr>
        <p:spPr>
          <a:xfrm>
            <a:off x="8648753" y="4718050"/>
            <a:ext cx="495247" cy="425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 w="12700">
                  <a:solidFill>
                    <a:srgbClr val="EEF2F5">
                      <a:satMod val="155000"/>
                    </a:srgbClr>
                  </a:solidFill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fld id="{8C20784B-E193-4A71-B927-042B0992C117}" type="slidenum">
              <a:rPr kumimoji="0" lang="en-US" altLang="zh-TW" sz="1600" b="1" i="0" u="none" strike="noStrike" kern="1200" cap="none" spc="0" normalizeH="0" baseline="0" noProof="0" smtClean="0">
                <a:ln w="12700">
                  <a:solidFill>
                    <a:srgbClr val="EEF2F5">
                      <a:satMod val="155000"/>
                    </a:srgbClr>
                  </a:solidFill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pPr marL="0" marR="0" lvl="0" indent="0" algn="l" defTabSz="6858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TW" sz="1600" b="1" i="0" u="none" strike="noStrike" kern="1200" cap="none" spc="0" normalizeH="0" baseline="0" noProof="0" dirty="0">
              <a:ln w="12700">
                <a:solidFill>
                  <a:srgbClr val="EEF2F5">
                    <a:satMod val="155000"/>
                  </a:srgbClr>
                </a:solidFill>
                <a:prstDash val="solid"/>
              </a:ln>
              <a:solidFill>
                <a:prstClr val="black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012DC5D-ABC2-8F74-D571-1F279A637198}"/>
              </a:ext>
            </a:extLst>
          </p:cNvPr>
          <p:cNvSpPr txBox="1">
            <a:spLocks/>
          </p:cNvSpPr>
          <p:nvPr/>
        </p:nvSpPr>
        <p:spPr>
          <a:xfrm>
            <a:off x="0" y="371475"/>
            <a:ext cx="9144000" cy="5365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Step Size Calculation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91DCE272-7660-E456-FBDB-53421BA1F0A8}"/>
                  </a:ext>
                </a:extLst>
              </p:cNvPr>
              <p:cNvSpPr txBox="1"/>
              <p:nvPr/>
            </p:nvSpPr>
            <p:spPr>
              <a:xfrm>
                <a:off x="4597423" y="1297738"/>
                <a:ext cx="2892985" cy="539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zh-TW" sz="1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d>
                        <m:dPr>
                          <m:ctrlPr>
                            <a:rPr lang="en-US" altLang="zh-TW" sz="1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4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 err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4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4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altLang="zh-TW" sz="14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14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 err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4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4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altLang="zh-TW" sz="14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4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TW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TW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altLang="zh-TW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𝑗𝑜𝑖𝑛𝑡</m:t>
                      </m:r>
                      <m:r>
                        <a:rPr lang="en-US" altLang="zh-TW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1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𝑃𝐷𝐹</m:t>
                      </m:r>
                    </m:oMath>
                  </m:oMathPara>
                </a14:m>
                <a:endParaRPr lang="en-US" altLang="zh-TW" sz="1400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algn="di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𝑜𝑓</m:t>
                      </m:r>
                      <m:sSub>
                        <m:sSubPr>
                          <m:ctrlPr>
                            <a:rPr lang="en-US" altLang="zh-TW" sz="1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i="1" dirty="0" err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1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d>
                        <m:dPr>
                          <m:ctrlPr>
                            <a:rPr lang="en-US" altLang="zh-TW" sz="1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TW" sz="14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1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𝑎𝑛𝑑</m:t>
                      </m:r>
                      <m:sSub>
                        <m:sSubPr>
                          <m:ctrlPr>
                            <a:rPr lang="en-US" altLang="zh-TW" sz="1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1400" i="1" dirty="0" err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14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d>
                        <m:dPr>
                          <m:ctrlPr>
                            <a:rPr lang="en-US" altLang="zh-TW" sz="1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kumimoji="0" lang="en-US" altLang="zh-TW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/>
                  <a:ea typeface="微软雅黑 Light"/>
                  <a:cs typeface="+mn-cs"/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91DCE272-7660-E456-FBDB-53421BA1F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7423" y="1297738"/>
                <a:ext cx="2892985" cy="539828"/>
              </a:xfrm>
              <a:prstGeom prst="rect">
                <a:avLst/>
              </a:prstGeom>
              <a:blipFill>
                <a:blip r:embed="rId3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>
            <a:extLst>
              <a:ext uri="{FF2B5EF4-FFF2-40B4-BE49-F238E27FC236}">
                <a16:creationId xmlns:a16="http://schemas.microsoft.com/office/drawing/2014/main" id="{ECBD42F2-0388-6567-9C62-8772A98D58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606" y="1507093"/>
            <a:ext cx="3493468" cy="11446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8CFF6047-D5D1-5B5D-1AC5-8D73222028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9257" y="937498"/>
                <a:ext cx="8854743" cy="383452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 dirty="0" err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TW" sz="1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altLang="zh-TW" sz="18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18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18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</a:t>
                </a:r>
                <a:r>
                  <a:rPr lang="en-US" altLang="zh-TW" sz="18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 dirty="0" err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TW" sz="1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d>
                      <m:dPr>
                        <m:ctrlPr>
                          <a:rPr lang="en-US" altLang="zh-TW" sz="1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m:rPr>
                        <m:nor/>
                      </m:rPr>
                      <a:rPr lang="en-US" altLang="zh-TW" sz="18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sz="18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are</m:t>
                    </m:r>
                    <m:r>
                      <m:rPr>
                        <m:nor/>
                      </m:rPr>
                      <a:rPr lang="en-US" altLang="zh-TW" sz="18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sz="18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unknown</m:t>
                    </m:r>
                  </m:oMath>
                </a14:m>
                <a:endParaRPr lang="en-US" altLang="zh-TW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endParaRPr lang="en-US" altLang="zh-TW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endParaRPr lang="en-US" altLang="zh-TW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endParaRPr lang="en-US" altLang="zh-TW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TW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8CFF6047-D5D1-5B5D-1AC5-8D7322202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257" y="937498"/>
                <a:ext cx="8854743" cy="3834527"/>
              </a:xfrm>
              <a:prstGeom prst="rect">
                <a:avLst/>
              </a:prstGeom>
              <a:blipFill>
                <a:blip r:embed="rId5"/>
                <a:stretch>
                  <a:fillRect l="-4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圖片 11">
            <a:extLst>
              <a:ext uri="{FF2B5EF4-FFF2-40B4-BE49-F238E27FC236}">
                <a16:creationId xmlns:a16="http://schemas.microsoft.com/office/drawing/2014/main" id="{A58BE5FF-5BE3-4F4F-3E8E-1C5F41FEA3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606" y="3041449"/>
            <a:ext cx="4546577" cy="604679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EA676A3B-D7A2-12DF-8C81-96709FF036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926" y="4501603"/>
            <a:ext cx="5214642" cy="525816"/>
          </a:xfrm>
          <a:prstGeom prst="rect">
            <a:avLst/>
          </a:prstGeom>
        </p:spPr>
      </p:pic>
      <p:sp>
        <p:nvSpPr>
          <p:cNvPr id="20" name="箭號: 向右 19">
            <a:extLst>
              <a:ext uri="{FF2B5EF4-FFF2-40B4-BE49-F238E27FC236}">
                <a16:creationId xmlns:a16="http://schemas.microsoft.com/office/drawing/2014/main" id="{34C3C151-7F8D-37C4-4670-998DACDE698B}"/>
              </a:ext>
            </a:extLst>
          </p:cNvPr>
          <p:cNvSpPr/>
          <p:nvPr/>
        </p:nvSpPr>
        <p:spPr>
          <a:xfrm rot="777493">
            <a:off x="4331506" y="2137008"/>
            <a:ext cx="480988" cy="1981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D525D45E-9883-DF4E-438B-B81C222A5DBF}"/>
                  </a:ext>
                </a:extLst>
              </p:cNvPr>
              <p:cNvSpPr txBox="1"/>
              <p:nvPr/>
            </p:nvSpPr>
            <p:spPr>
              <a:xfrm>
                <a:off x="5029521" y="2123203"/>
                <a:ext cx="2892985" cy="8434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Law of total probability:</a:t>
                </a:r>
                <a:endParaRPr lang="en-US" altLang="zh-TW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zh-TW" alt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zh-TW" altLang="en-US" sz="1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grow m:val="on"/>
                          <m:subHide m:val="on"/>
                          <m:supHide m:val="on"/>
                          <m:ctrlPr>
                            <a:rPr lang="zh-TW" alt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zh-TW" alt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zh-TW" alt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zh-TW" alt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  <m:r>
                                <a:rPr lang="en-US" altLang="zh-TW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  <m:r>
                            <a:rPr lang="zh-TW" altLang="en-US" sz="1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zh-TW" alt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zh-TW" alt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  <m:r>
                            <a:rPr lang="zh-TW" altLang="en-US" sz="1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altLang="zh-TW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nary>
                    </m:oMath>
                  </m:oMathPara>
                </a14:m>
                <a:endParaRPr lang="zh-TW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D525D45E-9883-DF4E-438B-B81C222A5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521" y="2123203"/>
                <a:ext cx="2892985" cy="843436"/>
              </a:xfrm>
              <a:prstGeom prst="rect">
                <a:avLst/>
              </a:prstGeom>
              <a:blipFill>
                <a:blip r:embed="rId8"/>
                <a:stretch>
                  <a:fillRect l="-4842" t="-93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圖片 27">
            <a:extLst>
              <a:ext uri="{FF2B5EF4-FFF2-40B4-BE49-F238E27FC236}">
                <a16:creationId xmlns:a16="http://schemas.microsoft.com/office/drawing/2014/main" id="{370D2251-B425-49A2-BDBD-F0CD5EFFACC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926" y="4033052"/>
            <a:ext cx="4030474" cy="345899"/>
          </a:xfrm>
          <a:prstGeom prst="rect">
            <a:avLst/>
          </a:prstGeom>
        </p:spPr>
      </p:pic>
      <p:sp>
        <p:nvSpPr>
          <p:cNvPr id="29" name="箭號: 向右 28">
            <a:extLst>
              <a:ext uri="{FF2B5EF4-FFF2-40B4-BE49-F238E27FC236}">
                <a16:creationId xmlns:a16="http://schemas.microsoft.com/office/drawing/2014/main" id="{149B613D-9F99-3A33-13EF-BD1228FDDD4C}"/>
              </a:ext>
            </a:extLst>
          </p:cNvPr>
          <p:cNvSpPr/>
          <p:nvPr/>
        </p:nvSpPr>
        <p:spPr>
          <a:xfrm rot="19562617">
            <a:off x="5980707" y="4496389"/>
            <a:ext cx="480988" cy="1981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A9A44EF7-457E-EF4E-0850-A04885CDFE33}"/>
                  </a:ext>
                </a:extLst>
              </p:cNvPr>
              <p:cNvSpPr txBox="1"/>
              <p:nvPr/>
            </p:nvSpPr>
            <p:spPr>
              <a:xfrm>
                <a:off x="6153177" y="3717896"/>
                <a:ext cx="274319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Since only </a:t>
                </a:r>
                <a14:m>
                  <m:oMath xmlns:m="http://schemas.openxmlformats.org/officeDocument/2006/math">
                    <m:r>
                      <a:rPr lang="en-US" altLang="zh-TW" sz="1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altLang="zh-TW" sz="1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TW" sz="1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depends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 dirty="0" err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TW" sz="1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d>
                      <m:dPr>
                        <m:ctrlPr>
                          <a:rPr lang="en-US" altLang="zh-TW" sz="1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TW" sz="18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18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1800" i="1" dirty="0" err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TW" sz="1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d>
                      <m:dPr>
                        <m:ctrlPr>
                          <a:rPr lang="en-US" altLang="zh-TW" sz="1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altLang="zh-TW" sz="18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A9A44EF7-457E-EF4E-0850-A04885CDFE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3177" y="3717896"/>
                <a:ext cx="2743199" cy="646331"/>
              </a:xfrm>
              <a:prstGeom prst="rect">
                <a:avLst/>
              </a:prstGeom>
              <a:blipFill>
                <a:blip r:embed="rId10"/>
                <a:stretch>
                  <a:fillRect l="-1778" t="-566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5984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51000"/>
            <a:duotone>
              <a:prstClr val="black"/>
              <a:schemeClr val="tx2">
                <a:tint val="45000"/>
                <a:satMod val="40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2">
            <a:extLst>
              <a:ext uri="{FF2B5EF4-FFF2-40B4-BE49-F238E27FC236}">
                <a16:creationId xmlns:a16="http://schemas.microsoft.com/office/drawing/2014/main" id="{B3BC0147-6B21-0CA5-3070-C30E183F50A2}"/>
              </a:ext>
            </a:extLst>
          </p:cNvPr>
          <p:cNvSpPr txBox="1">
            <a:spLocks noGrp="1"/>
          </p:cNvSpPr>
          <p:nvPr/>
        </p:nvSpPr>
        <p:spPr>
          <a:xfrm>
            <a:off x="8648753" y="4718050"/>
            <a:ext cx="495247" cy="425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 w="12700">
                  <a:solidFill>
                    <a:srgbClr val="EEF2F5">
                      <a:satMod val="155000"/>
                    </a:srgbClr>
                  </a:solidFill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fld id="{8C20784B-E193-4A71-B927-042B0992C117}" type="slidenum">
              <a:rPr kumimoji="0" lang="en-US" altLang="zh-TW" sz="1600" b="1" i="0" u="none" strike="noStrike" kern="1200" cap="none" spc="0" normalizeH="0" baseline="0" noProof="0" smtClean="0">
                <a:ln w="12700">
                  <a:solidFill>
                    <a:srgbClr val="EEF2F5">
                      <a:satMod val="155000"/>
                    </a:srgbClr>
                  </a:solidFill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pPr marL="0" marR="0" lvl="0" indent="0" algn="l" defTabSz="6858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TW" sz="1600" b="1" i="0" u="none" strike="noStrike" kern="1200" cap="none" spc="0" normalizeH="0" baseline="0" noProof="0" dirty="0">
              <a:ln w="12700">
                <a:solidFill>
                  <a:srgbClr val="EEF2F5">
                    <a:satMod val="155000"/>
                  </a:srgbClr>
                </a:solidFill>
                <a:prstDash val="solid"/>
              </a:ln>
              <a:solidFill>
                <a:prstClr val="black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012DC5D-ABC2-8F74-D571-1F279A637198}"/>
              </a:ext>
            </a:extLst>
          </p:cNvPr>
          <p:cNvSpPr txBox="1">
            <a:spLocks/>
          </p:cNvSpPr>
          <p:nvPr/>
        </p:nvSpPr>
        <p:spPr>
          <a:xfrm>
            <a:off x="0" y="371475"/>
            <a:ext cx="9144000" cy="5365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State Variables PDF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8CFF6047-D5D1-5B5D-1AC5-8D73222028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9257" y="937498"/>
                <a:ext cx="8854743" cy="383452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50000"/>
                  </a:lnSpc>
                </a:pPr>
                <a:r>
                  <a:rPr lang="en-US" altLang="zh-TW" sz="18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TW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TW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</m:t>
                        </m:r>
                        <m:r>
                          <a:rPr kumimoji="0" lang="en-US" altLang="zh-TW" sz="1800" b="0" i="1" u="none" strike="noStrike" kern="1200" cap="none" spc="0" normalizeH="0" baseline="0" noProof="0" dirty="0" err="1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𝑞</m:t>
                        </m:r>
                      </m:e>
                      <m:sub>
                        <m:r>
                          <a:rPr kumimoji="0" lang="en-US" altLang="zh-TW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𝑤</m:t>
                        </m:r>
                      </m:sub>
                    </m:sSub>
                    <m:sSub>
                      <m:sSubPr>
                        <m:ctrlPr>
                          <a:rPr lang="en-US" altLang="zh-TW" sz="1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TW" sz="1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d>
                      <m:dPr>
                        <m:ctrlPr>
                          <a:rPr lang="en-US" altLang="zh-TW" sz="1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1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 dirty="0" err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altLang="zh-TW" sz="1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1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 dirty="0" err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altLang="zh-TW" sz="1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 Light"/>
                  <a:cs typeface="Times New Roman" panose="02020603050405020304" pitchFamily="18" charset="0"/>
                </a:endParaRPr>
              </a:p>
              <a:p>
                <a:pPr marL="171450" marR="0" lvl="0" indent="-171450" algn="l" defTabSz="685800" rtl="0" eaLnBrk="1" fontAlgn="auto" latinLnBrk="0" hangingPunct="1">
                  <a:lnSpc>
                    <a:spcPct val="15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Ø"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 Light"/>
                    <a:cs typeface="Times New Roman" panose="02020603050405020304" pitchFamily="18" charset="0"/>
                  </a:rPr>
                  <a:t> </a:t>
                </a:r>
              </a:p>
              <a:p>
                <a:pPr marL="171450" marR="0" lvl="0" indent="-171450" algn="l" defTabSz="685800" rtl="0" eaLnBrk="1" fontAlgn="auto" latinLnBrk="0" hangingPunct="1">
                  <a:lnSpc>
                    <a:spcPct val="15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Ø"/>
                  <a:tabLst/>
                  <a:defRPr/>
                </a:pPr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 Light"/>
                  <a:cs typeface="Times New Roman" panose="02020603050405020304" pitchFamily="18" charset="0"/>
                </a:endParaRPr>
              </a:p>
              <a:p>
                <a:pPr marL="171450" marR="0" lvl="0" indent="-171450" algn="l" defTabSz="685800" rtl="0" eaLnBrk="1" fontAlgn="auto" latinLnBrk="0" hangingPunct="1">
                  <a:lnSpc>
                    <a:spcPct val="15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Ø"/>
                  <a:tabLst/>
                  <a:defRPr/>
                </a:pPr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 Light"/>
                  <a:cs typeface="Times New Roman" panose="02020603050405020304" pitchFamily="18" charset="0"/>
                </a:endParaRPr>
              </a:p>
              <a:p>
                <a:pPr marL="171450" marR="0" lvl="0" indent="-171450" algn="l" defTabSz="685800" rtl="0" eaLnBrk="1" fontAlgn="auto" latinLnBrk="0" hangingPunct="1">
                  <a:lnSpc>
                    <a:spcPct val="15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Ø"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 Light"/>
                    <a:cs typeface="Times New Roman" panose="02020603050405020304" pitchFamily="18" charset="0"/>
                  </a:rPr>
                  <a:t>  </a:t>
                </a:r>
              </a:p>
              <a:p>
                <a:pPr marL="171450" marR="0" lvl="0" indent="-171450" algn="l" defTabSz="685800" rtl="0" eaLnBrk="1" fontAlgn="auto" latinLnBrk="0" hangingPunct="1">
                  <a:lnSpc>
                    <a:spcPct val="15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Ø"/>
                  <a:tabLst/>
                  <a:defRPr/>
                </a:pPr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 Light"/>
                  <a:cs typeface="Times New Roman" panose="02020603050405020304" pitchFamily="18" charset="0"/>
                </a:endParaRPr>
              </a:p>
              <a:p>
                <a:pPr marL="171450" marR="0" lvl="0" indent="-171450" algn="l" defTabSz="685800" rtl="0" eaLnBrk="1" fontAlgn="auto" latinLnBrk="0" hangingPunct="1">
                  <a:lnSpc>
                    <a:spcPct val="15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Ø"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 Light"/>
                    <a:cs typeface="Times New Roman" panose="02020603050405020304" pitchFamily="18" charset="0"/>
                  </a:rPr>
                  <a:t>  </a:t>
                </a:r>
              </a:p>
              <a:p>
                <a:pPr marL="0" marR="0" lvl="0" indent="0" algn="l" defTabSz="685800" rtl="0" eaLnBrk="1" fontAlgn="auto" latinLnBrk="0" hangingPunct="1">
                  <a:lnSpc>
                    <a:spcPct val="15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 Ligh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8CFF6047-D5D1-5B5D-1AC5-8D7322202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257" y="937498"/>
                <a:ext cx="8854743" cy="3834527"/>
              </a:xfrm>
              <a:prstGeom prst="rect">
                <a:avLst/>
              </a:prstGeom>
              <a:blipFill>
                <a:blip r:embed="rId3"/>
                <a:stretch>
                  <a:fillRect l="-4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>
            <a:extLst>
              <a:ext uri="{FF2B5EF4-FFF2-40B4-BE49-F238E27FC236}">
                <a16:creationId xmlns:a16="http://schemas.microsoft.com/office/drawing/2014/main" id="{F20F4813-06EF-79CE-13EE-01B7923BEA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" y="1508113"/>
            <a:ext cx="4762500" cy="890575"/>
          </a:xfrm>
          <a:prstGeom prst="rect">
            <a:avLst/>
          </a:prstGeom>
        </p:spPr>
      </p:pic>
      <p:sp>
        <p:nvSpPr>
          <p:cNvPr id="8" name="箭號: 向右 7">
            <a:extLst>
              <a:ext uri="{FF2B5EF4-FFF2-40B4-BE49-F238E27FC236}">
                <a16:creationId xmlns:a16="http://schemas.microsoft.com/office/drawing/2014/main" id="{66404A17-D661-742C-4929-E0F6D38C50F6}"/>
              </a:ext>
            </a:extLst>
          </p:cNvPr>
          <p:cNvSpPr/>
          <p:nvPr/>
        </p:nvSpPr>
        <p:spPr>
          <a:xfrm rot="836342">
            <a:off x="5405845" y="2260307"/>
            <a:ext cx="480988" cy="1981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D8A9456F-04D4-3E53-C125-FE5BF0FDFA0A}"/>
                  </a:ext>
                </a:extLst>
              </p:cNvPr>
              <p:cNvSpPr txBox="1"/>
              <p:nvPr/>
            </p:nvSpPr>
            <p:spPr>
              <a:xfrm>
                <a:off x="6079570" y="2138544"/>
                <a:ext cx="2892985" cy="8653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Bayes’ rule:</a:t>
                </a:r>
                <a:endParaRPr lang="en-US" altLang="zh-TW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d>
                            <m:dPr>
                              <m:begChr m:val=""/>
                              <m:endChr m:val="|"/>
                              <m:ctrlPr>
                                <a:rPr lang="zh-TW" altLang="en-U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zh-TW" alt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zh-TW" alt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TW" altLang="en-U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zh-TW" alt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zh-TW" altLang="en-US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TW" altLang="en-U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TW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altLang="zh-TW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)⋅</m:t>
                          </m:r>
                          <m:sSub>
                            <m:sSubPr>
                              <m:ctrlPr>
                                <a:rPr lang="zh-TW" altLang="en-U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zh-TW" alt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d>
                              <m:r>
                                <a:rPr lang="en-US" altLang="zh-TW" sz="18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altLang="zh-TW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d>
                            <m:dPr>
                              <m:begChr m:val=""/>
                              <m:endChr m:val="|"/>
                              <m:ctrlPr>
                                <a:rPr lang="zh-TW" alt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zh-TW" alt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8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TW" sz="18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TW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D8A9456F-04D4-3E53-C125-FE5BF0FDFA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9570" y="2138544"/>
                <a:ext cx="2892985" cy="865365"/>
              </a:xfrm>
              <a:prstGeom prst="rect">
                <a:avLst/>
              </a:prstGeom>
              <a:blipFill>
                <a:blip r:embed="rId5"/>
                <a:stretch>
                  <a:fillRect l="-4842" t="-91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圖片 10">
            <a:extLst>
              <a:ext uri="{FF2B5EF4-FFF2-40B4-BE49-F238E27FC236}">
                <a16:creationId xmlns:a16="http://schemas.microsoft.com/office/drawing/2014/main" id="{F7826163-21C5-53D1-BE93-5666EC59D2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0" y="2879456"/>
            <a:ext cx="4168140" cy="777898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33F04579-EA2F-9B28-EB1E-088313300F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488" y="4074845"/>
            <a:ext cx="4945380" cy="6971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3D4BB024-5474-67B3-F864-21F6196E739F}"/>
                  </a:ext>
                </a:extLst>
              </p:cNvPr>
              <p:cNvSpPr txBox="1"/>
              <p:nvPr/>
            </p:nvSpPr>
            <p:spPr>
              <a:xfrm>
                <a:off x="5570868" y="1066955"/>
                <a:ext cx="3077885" cy="11816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d>
                        <m:dPr>
                          <m:ctrlPr>
                            <a:rPr lang="zh-TW" alt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zh-TW" alt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altLang="zh-TW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 err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altLang="zh-TW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 err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altLang="zh-TW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n-US" altLang="zh-TW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 altLang="zh-TW" sz="1400" b="0" dirty="0">
                  <a:solidFill>
                    <a:schemeClr val="tx1"/>
                  </a:solidFill>
                </a:endParaRPr>
              </a:p>
              <a:p>
                <a:pPr lvl="2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d>
                        <m:dPr>
                          <m:ctrlPr>
                            <a:rPr lang="zh-TW" alt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zh-TW" alt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altLang="zh-TW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TW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n-US" altLang="zh-TW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 altLang="zh-TW" sz="14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lvl="2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TW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en-US" altLang="zh-TW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p>
                          <m:r>
                            <a:rPr lang="en-US" altLang="zh-TW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TW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altLang="zh-TW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)]=</m:t>
                      </m:r>
                      <m:sSup>
                        <m:sSupPr>
                          <m:ctrlPr>
                            <a:rPr lang="en-US" altLang="zh-TW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d>
                        <m:dPr>
                          <m:ctrlPr>
                            <a:rPr lang="en-US" altLang="zh-TW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TW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TW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TW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1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altLang="zh-TW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𝒆</m:t>
                    </m:r>
                    <m:d>
                      <m:dPr>
                        <m:ctrlPr>
                          <a:rPr lang="zh-TW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TW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zero-mean Gaussian</a:t>
                </a:r>
              </a:p>
              <a:p>
                <a:pPr lvl="2"/>
                <a:endParaRPr lang="zh-TW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3D4BB024-5474-67B3-F864-21F6196E73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0868" y="1066955"/>
                <a:ext cx="3077885" cy="118167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箭號: 向右 17">
            <a:extLst>
              <a:ext uri="{FF2B5EF4-FFF2-40B4-BE49-F238E27FC236}">
                <a16:creationId xmlns:a16="http://schemas.microsoft.com/office/drawing/2014/main" id="{352A2341-905E-95A9-1864-EEC788072108}"/>
              </a:ext>
            </a:extLst>
          </p:cNvPr>
          <p:cNvSpPr/>
          <p:nvPr/>
        </p:nvSpPr>
        <p:spPr>
          <a:xfrm>
            <a:off x="5026443" y="3329859"/>
            <a:ext cx="480988" cy="1981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C0332CC9-7604-7B69-B734-EFAD939198DC}"/>
                  </a:ext>
                </a:extLst>
              </p:cNvPr>
              <p:cNvSpPr txBox="1"/>
              <p:nvPr/>
            </p:nvSpPr>
            <p:spPr>
              <a:xfrm>
                <a:off x="5663317" y="3075317"/>
                <a:ext cx="2892985" cy="6963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</a:t>
                </a:r>
                <a:endParaRPr lang="en-US" altLang="zh-TW" sz="180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zh-TW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  <m:d>
                            <m:dPr>
                              <m:begChr m:val=""/>
                              <m:endChr m:val="|"/>
                              <m:ctrlPr>
                                <a:rPr lang="zh-TW" alt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d>
                        <m:dPr>
                          <m:ctrlPr>
                            <a:rPr lang="en-US" altLang="zh-TW" sz="1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</m:d>
                      <m:r>
                        <a:rPr lang="en-US" altLang="zh-TW" sz="1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zh-TW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  <m:d>
                            <m:dPr>
                              <m:begChr m:val=""/>
                              <m:endChr m:val="|"/>
                              <m:ctrlPr>
                                <a:rPr lang="zh-TW" alt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d>
                        <m:dPr>
                          <m:ctrlPr>
                            <a:rPr lang="en-US" altLang="zh-TW" sz="1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</m:d>
                    </m:oMath>
                  </m:oMathPara>
                </a14:m>
                <a:endParaRPr lang="zh-TW" altLang="en-US" sz="1800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C0332CC9-7604-7B69-B734-EFAD939198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3317" y="3075317"/>
                <a:ext cx="2892985" cy="696344"/>
              </a:xfrm>
              <a:prstGeom prst="rect">
                <a:avLst/>
              </a:prstGeom>
              <a:blipFill>
                <a:blip r:embed="rId9"/>
                <a:stretch>
                  <a:fillRect l="-1684" t="-4348" b="-678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ABBC7583-0A04-0DA9-E840-41A71BD87A7B}"/>
                  </a:ext>
                </a:extLst>
              </p:cNvPr>
              <p:cNvSpPr txBox="1"/>
              <p:nvPr/>
            </p:nvSpPr>
            <p:spPr>
              <a:xfrm>
                <a:off x="6080649" y="3965241"/>
                <a:ext cx="2058319" cy="4794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𝑫</m:t>
                      </m:r>
                      <m:d>
                        <m:dPr>
                          <m:ctrlPr>
                            <a:rPr lang="zh-TW" alt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zh-TW" alt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TW" alt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zh-TW" altLang="en-US" sz="1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TW" sz="1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  <m:r>
                                  <a:rPr lang="en-US" altLang="zh-TW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TW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zh-TW" alt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TW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altLang="zh-TW" sz="1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TW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TW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TW" alt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14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TW" sz="14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TW" sz="1400"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zh-TW" alt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14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TW" sz="14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TW" sz="140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ABBC7583-0A04-0DA9-E840-41A71BD87A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0649" y="3965241"/>
                <a:ext cx="2058319" cy="479427"/>
              </a:xfrm>
              <a:prstGeom prst="rect">
                <a:avLst/>
              </a:prstGeom>
              <a:blipFill>
                <a:blip r:embed="rId10"/>
                <a:stretch>
                  <a:fillRect l="-1775" b="-88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BB365B93-FDAC-C785-6639-31E6F431D380}"/>
                  </a:ext>
                </a:extLst>
              </p:cNvPr>
              <p:cNvSpPr txBox="1"/>
              <p:nvPr/>
            </p:nvSpPr>
            <p:spPr>
              <a:xfrm>
                <a:off x="5389064" y="4524157"/>
                <a:ext cx="2621280" cy="3118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𝐜</m:t>
                      </m:r>
                      <m:d>
                        <m:dPr>
                          <m:ctrlPr>
                            <a:rPr lang="zh-TW" alt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zh-TW" alt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zh-TW" alt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TW" altLang="en-US" sz="1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TW" alt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TW" sz="14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altLang="zh-TW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n-US" altLang="zh-TW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 altLang="zh-TW" sz="14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BB365B93-FDAC-C785-6639-31E6F431D3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9064" y="4524157"/>
                <a:ext cx="2621280" cy="311817"/>
              </a:xfrm>
              <a:prstGeom prst="rect">
                <a:avLst/>
              </a:prstGeom>
              <a:blipFill>
                <a:blip r:embed="rId11"/>
                <a:stretch>
                  <a:fillRect b="-117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4954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51000"/>
            <a:duotone>
              <a:prstClr val="black"/>
              <a:schemeClr val="tx2">
                <a:tint val="45000"/>
                <a:satMod val="40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2">
            <a:extLst>
              <a:ext uri="{FF2B5EF4-FFF2-40B4-BE49-F238E27FC236}">
                <a16:creationId xmlns:a16="http://schemas.microsoft.com/office/drawing/2014/main" id="{B3BC0147-6B21-0CA5-3070-C30E183F50A2}"/>
              </a:ext>
            </a:extLst>
          </p:cNvPr>
          <p:cNvSpPr txBox="1">
            <a:spLocks noGrp="1"/>
          </p:cNvSpPr>
          <p:nvPr/>
        </p:nvSpPr>
        <p:spPr>
          <a:xfrm>
            <a:off x="8648753" y="4718050"/>
            <a:ext cx="495247" cy="425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 w="12700">
                  <a:solidFill>
                    <a:srgbClr val="EEF2F5">
                      <a:satMod val="155000"/>
                    </a:srgbClr>
                  </a:solidFill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fld id="{8C20784B-E193-4A71-B927-042B0992C117}" type="slidenum">
              <a:rPr kumimoji="0" lang="en-US" altLang="zh-TW" sz="1600" b="1" i="0" u="none" strike="noStrike" kern="1200" cap="none" spc="0" normalizeH="0" baseline="0" noProof="0" smtClean="0">
                <a:ln w="12700">
                  <a:solidFill>
                    <a:srgbClr val="EEF2F5">
                      <a:satMod val="155000"/>
                    </a:srgbClr>
                  </a:solidFill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pPr marL="0" marR="0" lvl="0" indent="0" algn="l" defTabSz="6858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TW" sz="1600" b="1" i="0" u="none" strike="noStrike" kern="1200" cap="none" spc="0" normalizeH="0" baseline="0" noProof="0" dirty="0">
              <a:ln w="12700">
                <a:solidFill>
                  <a:srgbClr val="EEF2F5">
                    <a:satMod val="155000"/>
                  </a:srgbClr>
                </a:solidFill>
                <a:prstDash val="solid"/>
              </a:ln>
              <a:solidFill>
                <a:prstClr val="black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012DC5D-ABC2-8F74-D571-1F279A637198}"/>
              </a:ext>
            </a:extLst>
          </p:cNvPr>
          <p:cNvSpPr txBox="1">
            <a:spLocks/>
          </p:cNvSpPr>
          <p:nvPr/>
        </p:nvSpPr>
        <p:spPr>
          <a:xfrm>
            <a:off x="0" y="371475"/>
            <a:ext cx="9144000" cy="5365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State Variables PDF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8CFF6047-D5D1-5B5D-1AC5-8D73222028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9257" y="937498"/>
                <a:ext cx="8854743" cy="383452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71450" marR="0" lvl="0" indent="-171450" algn="l" defTabSz="685800" rtl="0" eaLnBrk="1" fontAlgn="auto" latinLnBrk="0" hangingPunct="1">
                  <a:lnSpc>
                    <a:spcPct val="15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 Light"/>
                    <a:cs typeface="Times New Roman" panose="02020603050405020304" pitchFamily="18" charset="0"/>
                  </a:rPr>
                  <a:t>Calculate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TW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TW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</m:t>
                        </m:r>
                        <m:r>
                          <a:rPr kumimoji="0" lang="en-US" altLang="zh-TW" sz="1800" b="0" i="1" u="none" strike="noStrike" kern="1200" cap="none" spc="0" normalizeH="0" baseline="0" noProof="0" dirty="0" err="1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𝑞</m:t>
                        </m:r>
                      </m:e>
                      <m:sub>
                        <m:r>
                          <a:rPr kumimoji="0" lang="en-US" altLang="zh-TW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𝑤</m:t>
                        </m:r>
                      </m:sub>
                    </m:sSub>
                    <m:sSub>
                      <m:sSubPr>
                        <m:ctrlP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83696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𝜌</m:t>
                        </m:r>
                      </m:e>
                      <m:sub>
                        <m: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𝑞</m:t>
                        </m:r>
                      </m:sub>
                    </m:sSub>
                    <m:d>
                      <m:dPr>
                        <m:ctrlPr>
                          <a:rPr kumimoji="0" lang="en-US" altLang="zh-TW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TW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800" b="0" i="1" u="none" strike="noStrike" kern="1200" cap="none" spc="0" normalizeH="0" baseline="0" noProof="0" dirty="0" err="1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𝑞</m:t>
                            </m:r>
                          </m:e>
                          <m:sub>
                            <m:r>
                              <a:rPr kumimoji="0" lang="en-US" altLang="zh-TW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𝑤</m:t>
                            </m:r>
                          </m:sub>
                        </m:sSub>
                        <m:d>
                          <m:dPr>
                            <m:ctrlPr>
                              <a:rPr kumimoji="0" lang="en-US" altLang="zh-TW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altLang="zh-TW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</m:e>
                        </m:d>
                        <m:r>
                          <a:rPr kumimoji="0" lang="en-US" altLang="zh-TW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,</m:t>
                        </m:r>
                        <m:sSub>
                          <m:sSubPr>
                            <m:ctrlPr>
                              <a:rPr kumimoji="0" lang="en-US" altLang="zh-TW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TW" sz="1800" b="0" i="1" u="none" strike="noStrike" kern="1200" cap="none" spc="0" normalizeH="0" baseline="0" noProof="0" dirty="0" err="1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𝑞</m:t>
                            </m:r>
                          </m:e>
                          <m:sub>
                            <m:r>
                              <a:rPr kumimoji="0" lang="en-US" altLang="zh-TW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𝑣</m:t>
                            </m:r>
                          </m:sub>
                        </m:sSub>
                        <m:d>
                          <m:dPr>
                            <m:ctrlPr>
                              <a:rPr kumimoji="0" lang="en-US" altLang="zh-TW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altLang="zh-TW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</m:e>
                        </m:d>
                        <m:r>
                          <a:rPr kumimoji="0" lang="en-US" altLang="zh-TW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,</m:t>
                        </m:r>
                        <m:r>
                          <a:rPr kumimoji="0" lang="en-US" altLang="zh-TW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𝑛</m:t>
                        </m:r>
                      </m:e>
                    </m:d>
                  </m:oMath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 Light"/>
                  <a:cs typeface="Times New Roman" panose="02020603050405020304" pitchFamily="18" charset="0"/>
                </a:endParaRPr>
              </a:p>
              <a:p>
                <a:pPr marL="171450" marR="0" lvl="0" indent="-171450" algn="l" defTabSz="685800" rtl="0" eaLnBrk="1" fontAlgn="auto" latinLnBrk="0" hangingPunct="1">
                  <a:lnSpc>
                    <a:spcPct val="15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Ø"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 Light"/>
                    <a:cs typeface="Times New Roman" panose="02020603050405020304" pitchFamily="18" charset="0"/>
                  </a:rPr>
                  <a:t> </a:t>
                </a:r>
              </a:p>
              <a:p>
                <a:pPr marL="171450" marR="0" lvl="0" indent="-171450" algn="l" defTabSz="685800" rtl="0" eaLnBrk="1" fontAlgn="auto" latinLnBrk="0" hangingPunct="1">
                  <a:lnSpc>
                    <a:spcPct val="15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Ø"/>
                  <a:tabLst/>
                  <a:defRPr/>
                </a:pPr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 Light"/>
                  <a:cs typeface="Times New Roman" panose="02020603050405020304" pitchFamily="18" charset="0"/>
                </a:endParaRPr>
              </a:p>
              <a:p>
                <a:pPr marL="171450" marR="0" lvl="0" indent="-171450" algn="l" defTabSz="685800" rtl="0" eaLnBrk="1" fontAlgn="auto" latinLnBrk="0" hangingPunct="1">
                  <a:lnSpc>
                    <a:spcPct val="15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Ø"/>
                  <a:tabLst/>
                  <a:defRPr/>
                </a:pPr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 Light"/>
                  <a:cs typeface="Times New Roman" panose="02020603050405020304" pitchFamily="18" charset="0"/>
                </a:endParaRPr>
              </a:p>
              <a:p>
                <a:pPr marL="171450" marR="0" lvl="0" indent="-171450" algn="l" defTabSz="685800" rtl="0" eaLnBrk="1" fontAlgn="auto" latinLnBrk="0" hangingPunct="1">
                  <a:lnSpc>
                    <a:spcPct val="15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Ø"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 Light"/>
                    <a:cs typeface="Times New Roman" panose="02020603050405020304" pitchFamily="18" charset="0"/>
                  </a:rPr>
                  <a:t>  </a:t>
                </a:r>
              </a:p>
              <a:p>
                <a:pPr marL="171450" marR="0" lvl="0" indent="-171450" algn="l" defTabSz="685800" rtl="0" eaLnBrk="1" fontAlgn="auto" latinLnBrk="0" hangingPunct="1">
                  <a:lnSpc>
                    <a:spcPct val="15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Ø"/>
                  <a:tabLst/>
                  <a:defRPr/>
                </a:pPr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 Light"/>
                  <a:cs typeface="Times New Roman" panose="02020603050405020304" pitchFamily="18" charset="0"/>
                </a:endParaRPr>
              </a:p>
              <a:p>
                <a:pPr marL="171450" marR="0" lvl="0" indent="-171450" algn="l" defTabSz="685800" rtl="0" eaLnBrk="1" fontAlgn="auto" latinLnBrk="0" hangingPunct="1">
                  <a:lnSpc>
                    <a:spcPct val="15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Ø"/>
                  <a:tabLst/>
                  <a:defRPr/>
                </a:pP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 Light"/>
                    <a:cs typeface="Times New Roman" panose="02020603050405020304" pitchFamily="18" charset="0"/>
                  </a:rPr>
                  <a:t>  </a:t>
                </a:r>
              </a:p>
              <a:p>
                <a:pPr marL="0" marR="0" lvl="0" indent="0" algn="l" defTabSz="685800" rtl="0" eaLnBrk="1" fontAlgn="auto" latinLnBrk="0" hangingPunct="1">
                  <a:lnSpc>
                    <a:spcPct val="1500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 Ligh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8CFF6047-D5D1-5B5D-1AC5-8D7322202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257" y="937498"/>
                <a:ext cx="8854743" cy="3834527"/>
              </a:xfrm>
              <a:prstGeom prst="rect">
                <a:avLst/>
              </a:prstGeom>
              <a:blipFill>
                <a:blip r:embed="rId3"/>
                <a:stretch>
                  <a:fillRect l="-4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>
            <a:extLst>
              <a:ext uri="{FF2B5EF4-FFF2-40B4-BE49-F238E27FC236}">
                <a16:creationId xmlns:a16="http://schemas.microsoft.com/office/drawing/2014/main" id="{303C657D-37B1-9829-4B2D-BE218590A0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" y="1438579"/>
            <a:ext cx="3477416" cy="1416182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7140BBC1-2A00-A7FF-CB24-B6F02E9B40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80" y="2977758"/>
            <a:ext cx="2073947" cy="634247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A33EBAC7-B481-1BC1-12F7-E402E925E24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739" t="2383"/>
          <a:stretch/>
        </p:blipFill>
        <p:spPr>
          <a:xfrm>
            <a:off x="563880" y="3890992"/>
            <a:ext cx="2598421" cy="1226443"/>
          </a:xfrm>
          <a:prstGeom prst="rect">
            <a:avLst/>
          </a:prstGeom>
        </p:spPr>
      </p:pic>
      <p:sp>
        <p:nvSpPr>
          <p:cNvPr id="15" name="箭號: 向右 14">
            <a:extLst>
              <a:ext uri="{FF2B5EF4-FFF2-40B4-BE49-F238E27FC236}">
                <a16:creationId xmlns:a16="http://schemas.microsoft.com/office/drawing/2014/main" id="{C60425A2-9C59-CCB2-EC42-E73CBFE7F914}"/>
              </a:ext>
            </a:extLst>
          </p:cNvPr>
          <p:cNvSpPr/>
          <p:nvPr/>
        </p:nvSpPr>
        <p:spPr>
          <a:xfrm>
            <a:off x="4112411" y="2047610"/>
            <a:ext cx="480988" cy="1981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157FAA75-2CFB-2535-C446-767D27CF4DFB}"/>
                  </a:ext>
                </a:extLst>
              </p:cNvPr>
              <p:cNvSpPr txBox="1"/>
              <p:nvPr/>
            </p:nvSpPr>
            <p:spPr>
              <a:xfrm>
                <a:off x="4749150" y="1725190"/>
                <a:ext cx="3731910" cy="108882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Change of random variable:</a:t>
                </a:r>
                <a:endParaRPr lang="en-US" altLang="zh-TW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zh-TW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zh-TW" alt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zh-TW" altLang="en-US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grow m:val="on"/>
                          <m:subHide m:val="on"/>
                          <m:supHide m:val="on"/>
                          <m:ctrlPr>
                            <a:rPr lang="zh-TW" alt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zh-TW" altLang="en-U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zh-TW" altLang="en-U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ctrlPr>
                                <a:rPr lang="zh-TW" altLang="en-U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zh-TW" altLang="en-U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en-US" sz="1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1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𝑑𝑦</m:t>
                                  </m:r>
                                </m:num>
                                <m:den>
                                  <m:r>
                                    <a:rPr lang="zh-TW" altLang="en-US" sz="1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den>
                              </m:f>
                            </m:e>
                          </m:d>
                          <m:r>
                            <a:rPr lang="zh-TW" alt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zh-TW" altLang="en-U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TW" altLang="en-U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altLang="zh-TW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zh-TW" alt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altLang="zh-TW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zh-TW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157FAA75-2CFB-2535-C446-767D27CF4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9150" y="1725190"/>
                <a:ext cx="3731910" cy="1088824"/>
              </a:xfrm>
              <a:prstGeom prst="rect">
                <a:avLst/>
              </a:prstGeom>
              <a:blipFill>
                <a:blip r:embed="rId7"/>
                <a:stretch>
                  <a:fillRect l="-3758" t="-72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9C535C64-C07D-CDEE-6D2F-0E031F95FEB0}"/>
                  </a:ext>
                </a:extLst>
              </p:cNvPr>
              <p:cNvSpPr txBox="1"/>
              <p:nvPr/>
            </p:nvSpPr>
            <p:spPr>
              <a:xfrm>
                <a:off x="4749150" y="1261618"/>
                <a:ext cx="174011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𝛤</m:t>
                    </m:r>
                    <m:r>
                      <a:rPr lang="en-US" altLang="zh-TW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Gamma function</a:t>
                </a:r>
              </a:p>
              <a:p>
                <a:pPr lvl="2"/>
                <a:endParaRPr lang="zh-TW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9C535C64-C07D-CDEE-6D2F-0E031F95FE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9150" y="1261618"/>
                <a:ext cx="1740117" cy="523220"/>
              </a:xfrm>
              <a:prstGeom prst="rect">
                <a:avLst/>
              </a:prstGeom>
              <a:blipFill>
                <a:blip r:embed="rId8"/>
                <a:stretch>
                  <a:fillRect t="-23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箭號: 向右 20">
            <a:extLst>
              <a:ext uri="{FF2B5EF4-FFF2-40B4-BE49-F238E27FC236}">
                <a16:creationId xmlns:a16="http://schemas.microsoft.com/office/drawing/2014/main" id="{D772568F-4B12-EDAD-2D8A-375DD47701F2}"/>
              </a:ext>
            </a:extLst>
          </p:cNvPr>
          <p:cNvSpPr/>
          <p:nvPr/>
        </p:nvSpPr>
        <p:spPr>
          <a:xfrm>
            <a:off x="4112411" y="3195821"/>
            <a:ext cx="480988" cy="1981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8989487-900E-3D95-758D-9AF34CF70A8A}"/>
              </a:ext>
            </a:extLst>
          </p:cNvPr>
          <p:cNvSpPr txBox="1"/>
          <p:nvPr/>
        </p:nvSpPr>
        <p:spPr>
          <a:xfrm>
            <a:off x="4716628" y="3110215"/>
            <a:ext cx="3741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Approximated by a Gaussian function</a:t>
            </a:r>
            <a:endParaRPr lang="zh-TW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E1B0A101-C7FF-508C-592A-807F1632BE58}"/>
                  </a:ext>
                </a:extLst>
              </p:cNvPr>
              <p:cNvSpPr txBox="1"/>
              <p:nvPr/>
            </p:nvSpPr>
            <p:spPr>
              <a:xfrm>
                <a:off x="4593399" y="3790813"/>
                <a:ext cx="2933852" cy="15337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TW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ean</a:t>
                </a:r>
                <a:r>
                  <a:rPr lang="en-US" altLang="zh-TW" sz="1400" dirty="0">
                    <a:solidFill>
                      <a:schemeClr val="tx1"/>
                    </a:solidFill>
                  </a:rPr>
                  <a:t>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TW" sz="1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1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1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TW" sz="1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TW" sz="1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TW" sz="1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sz="1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altLang="zh-TW" sz="1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TW" sz="1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zh-TW" sz="1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altLang="zh-TW" sz="1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TW" sz="1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endParaRPr lang="en-US" altLang="zh-TW" sz="1400" dirty="0">
                  <a:solidFill>
                    <a:schemeClr val="tx1"/>
                  </a:solidFill>
                </a:endParaRPr>
              </a:p>
              <a:p>
                <a:r>
                  <a:rPr lang="en-US" altLang="zh-TW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variance: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TW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altLang="zh-TW" sz="1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TW" sz="1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TW" sz="1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altLang="zh-TW" sz="1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TW" sz="1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endParaRPr lang="en-US" altLang="zh-TW" sz="1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</a:t>
                </a:r>
                <a:r>
                  <a:rPr lang="en-US" altLang="zh-TW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1400" i="1" dirty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altLang="zh-TW" sz="14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1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14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den>
                    </m:f>
                  </m:oMath>
                </a14:m>
                <a:endParaRPr lang="en-US" altLang="zh-TW" sz="1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1400" b="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𝑒𝑟𝑓</m:t>
                    </m:r>
                    <m:r>
                      <a:rPr lang="en-US" altLang="zh-TW" sz="1400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1400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TW" sz="1400" i="1">
                        <a:latin typeface="Cambria Math" panose="02040503050406030204" pitchFamily="18" charset="0"/>
                      </a:rPr>
                      <m:t>𝐺𝑎𝑢𝑠𝑠</m:t>
                    </m:r>
                    <m:r>
                      <a:rPr lang="en-US" altLang="zh-TW" sz="1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1400" i="1">
                        <a:latin typeface="Cambria Math" panose="02040503050406030204" pitchFamily="18" charset="0"/>
                      </a:rPr>
                      <m:t>𝑒𝑟𝑟𝑜𝑟</m:t>
                    </m:r>
                    <m:r>
                      <a:rPr lang="en-US" altLang="zh-TW" sz="1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1400" i="1">
                        <a:latin typeface="Cambria Math" panose="02040503050406030204" pitchFamily="18" charset="0"/>
                      </a:rPr>
                      <m:t>𝑓𝑢𝑛𝑐𝑡𝑖𝑜𝑛</m:t>
                    </m:r>
                  </m:oMath>
                </a14:m>
                <a:endPara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/>
                <a:endParaRPr lang="zh-TW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E1B0A101-C7FF-508C-592A-807F1632BE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3399" y="3790813"/>
                <a:ext cx="2933852" cy="1533753"/>
              </a:xfrm>
              <a:prstGeom prst="rect">
                <a:avLst/>
              </a:prstGeom>
              <a:blipFill>
                <a:blip r:embed="rId9"/>
                <a:stretch>
                  <a:fillRect l="-6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6754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51000"/>
            <a:duotone>
              <a:prstClr val="black"/>
              <a:schemeClr val="tx2">
                <a:tint val="45000"/>
                <a:satMod val="40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2">
            <a:extLst>
              <a:ext uri="{FF2B5EF4-FFF2-40B4-BE49-F238E27FC236}">
                <a16:creationId xmlns:a16="http://schemas.microsoft.com/office/drawing/2014/main" id="{B3BC0147-6B21-0CA5-3070-C30E183F50A2}"/>
              </a:ext>
            </a:extLst>
          </p:cNvPr>
          <p:cNvSpPr txBox="1">
            <a:spLocks noGrp="1"/>
          </p:cNvSpPr>
          <p:nvPr/>
        </p:nvSpPr>
        <p:spPr>
          <a:xfrm>
            <a:off x="8648753" y="4718050"/>
            <a:ext cx="495247" cy="425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 w="12700">
                  <a:solidFill>
                    <a:srgbClr val="EEF2F5">
                      <a:satMod val="155000"/>
                    </a:srgbClr>
                  </a:solidFill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fld id="{8C20784B-E193-4A71-B927-042B0992C117}" type="slidenum">
              <a:rPr kumimoji="0" lang="en-US" altLang="zh-TW" sz="1600" b="1" i="0" u="none" strike="noStrike" kern="1200" cap="none" spc="0" normalizeH="0" baseline="0" noProof="0" smtClean="0">
                <a:ln w="12700">
                  <a:solidFill>
                    <a:srgbClr val="EEF2F5">
                      <a:satMod val="155000"/>
                    </a:srgbClr>
                  </a:solidFill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pPr marL="0" marR="0" lvl="0" indent="0" algn="l" defTabSz="6858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zh-TW" sz="1600" b="1" i="0" u="none" strike="noStrike" kern="1200" cap="none" spc="0" normalizeH="0" baseline="0" noProof="0" dirty="0">
              <a:ln w="12700">
                <a:solidFill>
                  <a:srgbClr val="EEF2F5">
                    <a:satMod val="155000"/>
                  </a:srgbClr>
                </a:solidFill>
                <a:prstDash val="solid"/>
              </a:ln>
              <a:solidFill>
                <a:prstClr val="black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012DC5D-ABC2-8F74-D571-1F279A637198}"/>
              </a:ext>
            </a:extLst>
          </p:cNvPr>
          <p:cNvSpPr txBox="1">
            <a:spLocks/>
          </p:cNvSpPr>
          <p:nvPr/>
        </p:nvSpPr>
        <p:spPr>
          <a:xfrm>
            <a:off x="0" y="371475"/>
            <a:ext cx="9144000" cy="5365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Measure Update </a:t>
            </a:r>
            <a:r>
              <a:rPr lang="en-US" altLang="zh-TW" sz="32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E</a:t>
            </a:r>
            <a:r>
              <a:rPr kumimoji="0" lang="en-US" altLang="zh-TW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quations</a:t>
            </a:r>
            <a:endParaRPr kumimoji="0" lang="en-US" altLang="zh-TW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8CFF6047-D5D1-5B5D-1AC5-8D7322202844}"/>
              </a:ext>
            </a:extLst>
          </p:cNvPr>
          <p:cNvSpPr txBox="1">
            <a:spLocks/>
          </p:cNvSpPr>
          <p:nvPr/>
        </p:nvSpPr>
        <p:spPr>
          <a:xfrm>
            <a:off x="289257" y="912205"/>
            <a:ext cx="8854743" cy="3834527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US" altLang="zh-TW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Determine how to update </a:t>
            </a:r>
            <a:r>
              <a:rPr lang="en-US" altLang="zh-TW" sz="1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TW" sz="1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 Light"/>
              <a:cs typeface="Times New Roman" panose="02020603050405020304" pitchFamily="18" charset="0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 </a:t>
            </a:r>
          </a:p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 Light"/>
              <a:cs typeface="Times New Roman" panose="02020603050405020304" pitchFamily="18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  </a:t>
            </a:r>
          </a:p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 Light"/>
              <a:cs typeface="Times New Roman" panose="02020603050405020304" pitchFamily="18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 Light"/>
              <a:cs typeface="Times New Roman" panose="02020603050405020304" pitchFamily="18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 Light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9C535C64-C07D-CDEE-6D2F-0E031F95FEB0}"/>
                  </a:ext>
                </a:extLst>
              </p:cNvPr>
              <p:cNvSpPr txBox="1"/>
              <p:nvPr/>
            </p:nvSpPr>
            <p:spPr>
              <a:xfrm>
                <a:off x="5488290" y="1007616"/>
                <a:ext cx="3655710" cy="7434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TW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TW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𝑨</m:t>
                        </m:r>
                      </m:e>
                      <m:sup>
                        <m:r>
                          <a:rPr kumimoji="0" lang="en-US" altLang="zh-TW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</m:t>
                        </m:r>
                        <m:r>
                          <a:rPr kumimoji="0" lang="en-US" altLang="zh-TW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𝟏</m:t>
                        </m:r>
                      </m:sup>
                    </m:sSup>
                    <m:r>
                      <a:rPr lang="en-US" altLang="zh-TW" sz="1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TW" sz="14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multivariate Gaussian</a:t>
                </a:r>
                <a:r>
                  <a:rPr lang="zh-TW" altLang="en-US" sz="14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4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covariance matrix</a:t>
                </a:r>
              </a:p>
              <a:p>
                <a:pPr lvl="0"/>
                <a:r>
                  <a:rPr lang="en-US" altLang="zh-TW" sz="14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TW" sz="1400" i="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TW" sz="1400" i="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1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US" altLang="zh-TW" sz="1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1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TW" sz="1400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altLang="zh-TW" sz="140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685800" marR="0" lvl="2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/>
                  <a:ea typeface="微软雅黑 Light"/>
                  <a:cs typeface="+mn-cs"/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9C535C64-C07D-CDEE-6D2F-0E031F95FE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8290" y="1007616"/>
                <a:ext cx="3655710" cy="743473"/>
              </a:xfrm>
              <a:prstGeom prst="rect">
                <a:avLst/>
              </a:prstGeom>
              <a:blipFill>
                <a:blip r:embed="rId3"/>
                <a:stretch>
                  <a:fillRect l="-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箭號: 向右 20">
            <a:extLst>
              <a:ext uri="{FF2B5EF4-FFF2-40B4-BE49-F238E27FC236}">
                <a16:creationId xmlns:a16="http://schemas.microsoft.com/office/drawing/2014/main" id="{D772568F-4B12-EDAD-2D8A-375DD47701F2}"/>
              </a:ext>
            </a:extLst>
          </p:cNvPr>
          <p:cNvSpPr/>
          <p:nvPr/>
        </p:nvSpPr>
        <p:spPr>
          <a:xfrm>
            <a:off x="4639422" y="1722147"/>
            <a:ext cx="480988" cy="1981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微软雅黑 Light"/>
              <a:cs typeface="+mn-cs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8989487-900E-3D95-758D-9AF34CF70A8A}"/>
              </a:ext>
            </a:extLst>
          </p:cNvPr>
          <p:cNvSpPr txBox="1"/>
          <p:nvPr/>
        </p:nvSpPr>
        <p:spPr>
          <a:xfrm>
            <a:off x="5261343" y="1595871"/>
            <a:ext cx="3741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Approximated by a Gaussian function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 Light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C4E9513-148E-B72B-9656-73D3679F8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1546901"/>
            <a:ext cx="3817620" cy="323990"/>
          </a:xfrm>
          <a:prstGeom prst="rect">
            <a:avLst/>
          </a:prstGeom>
        </p:spPr>
      </p:pic>
      <p:sp>
        <p:nvSpPr>
          <p:cNvPr id="8" name="左大括弧 7">
            <a:extLst>
              <a:ext uri="{FF2B5EF4-FFF2-40B4-BE49-F238E27FC236}">
                <a16:creationId xmlns:a16="http://schemas.microsoft.com/office/drawing/2014/main" id="{2649735F-AF58-E17E-0FC2-1AF7EE0473F5}"/>
              </a:ext>
            </a:extLst>
          </p:cNvPr>
          <p:cNvSpPr/>
          <p:nvPr/>
        </p:nvSpPr>
        <p:spPr>
          <a:xfrm>
            <a:off x="533097" y="2458597"/>
            <a:ext cx="754683" cy="127504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ABD93DE-ED53-70A4-87F0-9A8CAC8F6BAD}"/>
              </a:ext>
            </a:extLst>
          </p:cNvPr>
          <p:cNvSpPr txBox="1"/>
          <p:nvPr/>
        </p:nvSpPr>
        <p:spPr>
          <a:xfrm>
            <a:off x="1295248" y="2274480"/>
            <a:ext cx="6842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The values of </a:t>
            </a:r>
            <a:r>
              <a:rPr lang="en-US" altLang="zh-TW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maximizes both functions are equal.</a:t>
            </a:r>
            <a:endParaRPr lang="zh-TW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C3528544-B36B-A2DE-BFDA-D5208E8350CA}"/>
                  </a:ext>
                </a:extLst>
              </p:cNvPr>
              <p:cNvSpPr txBox="1"/>
              <p:nvPr/>
            </p:nvSpPr>
            <p:spPr>
              <a:xfrm>
                <a:off x="1295247" y="3439540"/>
                <a:ext cx="7559495" cy="6963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(ii) The Hessian matrices of the logarithm of both functions(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sz="18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180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acc>
                          <m:accPr>
                            <m:chr m:val="̂"/>
                            <m:ctrlPr>
                              <a:rPr lang="en-US" altLang="zh-TW" sz="18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TW" sz="180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800" i="1" smtClean="0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en-US" altLang="zh-TW" sz="1800" b="1" i="1" smtClean="0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sub>
                            </m:sSub>
                          </m:e>
                        </m:acc>
                      </m:e>
                    </m:func>
                    <m:r>
                      <a:rPr lang="en-US" altLang="zh-TW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180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acc>
                          <m:accPr>
                            <m:chr m:val="̃"/>
                            <m:ctrlPr>
                              <a:rPr lang="en-US" altLang="zh-TW" sz="18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TW" sz="18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800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en-US" altLang="zh-TW" sz="18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sub>
                            </m:sSub>
                          </m:e>
                        </m:acc>
                      </m:e>
                    </m:func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)are equal at the maximum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altLang="zh-TW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TW" sz="18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TW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C3528544-B36B-A2DE-BFDA-D5208E835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247" y="3439540"/>
                <a:ext cx="7559495" cy="696344"/>
              </a:xfrm>
              <a:prstGeom prst="rect">
                <a:avLst/>
              </a:prstGeom>
              <a:blipFill>
                <a:blip r:embed="rId5"/>
                <a:stretch>
                  <a:fillRect l="-645" t="-4386" r="-2417" b="-96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圖片 15">
            <a:extLst>
              <a:ext uri="{FF2B5EF4-FFF2-40B4-BE49-F238E27FC236}">
                <a16:creationId xmlns:a16="http://schemas.microsoft.com/office/drawing/2014/main" id="{2EFE75D5-9B99-4067-E446-73BEB62108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7991" y="2680358"/>
            <a:ext cx="2132029" cy="615825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FDCBF86A-D846-194F-0BA4-89B7159B64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37991" y="4279241"/>
            <a:ext cx="2167145" cy="539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286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51000"/>
            <a:duotone>
              <a:prstClr val="black"/>
              <a:schemeClr val="tx2">
                <a:tint val="45000"/>
                <a:satMod val="40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2">
            <a:extLst>
              <a:ext uri="{FF2B5EF4-FFF2-40B4-BE49-F238E27FC236}">
                <a16:creationId xmlns:a16="http://schemas.microsoft.com/office/drawing/2014/main" id="{B3BC0147-6B21-0CA5-3070-C30E183F50A2}"/>
              </a:ext>
            </a:extLst>
          </p:cNvPr>
          <p:cNvSpPr txBox="1">
            <a:spLocks noGrp="1"/>
          </p:cNvSpPr>
          <p:nvPr/>
        </p:nvSpPr>
        <p:spPr>
          <a:xfrm>
            <a:off x="8648753" y="4718050"/>
            <a:ext cx="495247" cy="425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 w="12700">
                  <a:solidFill>
                    <a:srgbClr val="EEF2F5">
                      <a:satMod val="155000"/>
                    </a:srgbClr>
                  </a:solidFill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fld id="{8C20784B-E193-4A71-B927-042B0992C117}" type="slidenum">
              <a:rPr kumimoji="0" lang="en-US" altLang="zh-TW" sz="1600" b="1" i="0" u="none" strike="noStrike" kern="1200" cap="none" spc="0" normalizeH="0" baseline="0" noProof="0" smtClean="0">
                <a:ln w="12700">
                  <a:solidFill>
                    <a:srgbClr val="EEF2F5">
                      <a:satMod val="155000"/>
                    </a:srgbClr>
                  </a:solidFill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pPr marL="0" marR="0" lvl="0" indent="0" algn="l" defTabSz="6858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zh-TW" sz="1600" b="1" i="0" u="none" strike="noStrike" kern="1200" cap="none" spc="0" normalizeH="0" baseline="0" noProof="0" dirty="0">
              <a:ln w="12700">
                <a:solidFill>
                  <a:srgbClr val="EEF2F5">
                    <a:satMod val="155000"/>
                  </a:srgbClr>
                </a:solidFill>
                <a:prstDash val="solid"/>
              </a:ln>
              <a:solidFill>
                <a:prstClr val="black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012DC5D-ABC2-8F74-D571-1F279A637198}"/>
              </a:ext>
            </a:extLst>
          </p:cNvPr>
          <p:cNvSpPr txBox="1">
            <a:spLocks/>
          </p:cNvSpPr>
          <p:nvPr/>
        </p:nvSpPr>
        <p:spPr>
          <a:xfrm>
            <a:off x="0" y="371475"/>
            <a:ext cx="9144000" cy="5365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Measure Update E</a:t>
            </a:r>
            <a:r>
              <a:rPr kumimoji="0" lang="en-US" altLang="zh-TW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quations</a:t>
            </a:r>
            <a:endParaRPr kumimoji="0" lang="en-US" altLang="zh-TW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8CFF6047-D5D1-5B5D-1AC5-8D7322202844}"/>
              </a:ext>
            </a:extLst>
          </p:cNvPr>
          <p:cNvSpPr txBox="1">
            <a:spLocks/>
          </p:cNvSpPr>
          <p:nvPr/>
        </p:nvSpPr>
        <p:spPr>
          <a:xfrm>
            <a:off x="289257" y="912205"/>
            <a:ext cx="8854743" cy="3834527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Determine how to update </a:t>
            </a: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D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 and </a:t>
            </a: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c</a:t>
            </a:r>
          </a:p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 </a:t>
            </a:r>
          </a:p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en-US" altLang="zh-TW" sz="1800" dirty="0">
              <a:solidFill>
                <a:prstClr val="black"/>
              </a:solidFill>
              <a:latin typeface="Times New Roman" panose="02020603050405020304" pitchFamily="18" charset="0"/>
              <a:ea typeface="微软雅黑 Light"/>
              <a:cs typeface="Times New Roman" panose="02020603050405020304" pitchFamily="18" charset="0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 Light"/>
              <a:cs typeface="Times New Roman" panose="02020603050405020304" pitchFamily="18" charset="0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altLang="zh-TW" sz="1800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a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 Light"/>
              <a:cs typeface="Times New Roman" panose="02020603050405020304" pitchFamily="18" charset="0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en-US" altLang="zh-TW" sz="1800" dirty="0">
              <a:solidFill>
                <a:prstClr val="black"/>
              </a:solidFill>
              <a:latin typeface="Times New Roman" panose="02020603050405020304" pitchFamily="18" charset="0"/>
              <a:ea typeface="微软雅黑 Light"/>
              <a:cs typeface="Times New Roman" panose="02020603050405020304" pitchFamily="18" charset="0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altLang="zh-TW" sz="1800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a</a:t>
            </a:r>
          </a:p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 Light"/>
              <a:cs typeface="Times New Roman" panose="02020603050405020304" pitchFamily="18" charset="0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 Light"/>
              <a:cs typeface="Times New Roman" panose="02020603050405020304" pitchFamily="18" charset="0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 Light"/>
              <a:cs typeface="Times New Roman" panose="02020603050405020304" pitchFamily="18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  </a:t>
            </a:r>
          </a:p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 Light"/>
              <a:cs typeface="Times New Roman" panose="02020603050405020304" pitchFamily="18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 Light"/>
              <a:cs typeface="Times New Roman" panose="02020603050405020304" pitchFamily="18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 Light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9C535C64-C07D-CDEE-6D2F-0E031F95FEB0}"/>
                  </a:ext>
                </a:extLst>
              </p:cNvPr>
              <p:cNvSpPr txBox="1"/>
              <p:nvPr/>
            </p:nvSpPr>
            <p:spPr>
              <a:xfrm>
                <a:off x="4307190" y="1511751"/>
                <a:ext cx="1775308" cy="7462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TW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𝜉</m:t>
                      </m:r>
                      <m:r>
                        <a:rPr kumimoji="0" lang="en-US" altLang="zh-TW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altLang="zh-TW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altLang="zh-TW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𝒃</m:t>
                          </m:r>
                        </m:e>
                        <m:sup>
                          <m:r>
                            <a:rPr kumimoji="0" lang="en-US" altLang="zh-TW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𝑻</m:t>
                          </m:r>
                        </m:sup>
                      </m:sSup>
                      <m:sSub>
                        <m:sSubPr>
                          <m:ctrlPr>
                            <a:rPr kumimoji="0" lang="en-US" altLang="zh-TW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𝒒</m:t>
                          </m:r>
                        </m:e>
                        <m:sub>
                          <m:r>
                            <a:rPr kumimoji="0" lang="en-US" altLang="zh-TW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𝟎</m:t>
                          </m:r>
                        </m:sub>
                      </m:sSub>
                      <m:r>
                        <a:rPr kumimoji="0" lang="en-US" altLang="zh-TW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lang="en-US" altLang="zh-TW" sz="1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TW" sz="14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4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  <m:sup>
                          <m:r>
                            <a:rPr lang="en-US" altLang="zh-TW" sz="1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TW" sz="14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sSub>
                        <m:sSubPr>
                          <m:ctrlPr>
                            <a:rPr lang="en-US" altLang="zh-TW" sz="1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TW" sz="1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kumimoji="0" lang="en-US" altLang="zh-TW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/>
                  <a:ea typeface="微软雅黑 Light"/>
                </a:endParaRPr>
              </a:p>
              <a:p>
                <a14:m>
                  <m:oMath xmlns:m="http://schemas.openxmlformats.org/officeDocument/2006/math">
                    <m:r>
                      <a:rPr kumimoji="0" lang="en-US" altLang="zh-TW" sz="14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𝜁</m:t>
                    </m:r>
                    <m:r>
                      <a:rPr kumimoji="0" lang="en-US" altLang="zh-TW" sz="14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1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TW" sz="1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sSub>
                      <m:sSubPr>
                        <m:ctrlPr>
                          <a:rPr lang="en-US" altLang="zh-TW" sz="1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altLang="zh-TW" sz="1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kumimoji="0" lang="en-US" altLang="zh-TW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 Light"/>
                    <a:ea typeface="微软雅黑 Light"/>
                  </a:rPr>
                  <a:t> </a:t>
                </a:r>
              </a:p>
              <a:p>
                <a:endParaRPr kumimoji="0" lang="zh-TW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/>
                  <a:ea typeface="微软雅黑 Light"/>
                  <a:cs typeface="+mn-cs"/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9C535C64-C07D-CDEE-6D2F-0E031F95FE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190" y="1511751"/>
                <a:ext cx="1775308" cy="7462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>
            <a:extLst>
              <a:ext uri="{FF2B5EF4-FFF2-40B4-BE49-F238E27FC236}">
                <a16:creationId xmlns:a16="http://schemas.microsoft.com/office/drawing/2014/main" id="{EFCF1FDB-C63A-82E1-04B3-A099771B55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479" y="1433486"/>
            <a:ext cx="1775308" cy="991872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5C88514C-EE77-5B5D-2493-4058E6C80C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479" y="2847439"/>
            <a:ext cx="4465320" cy="735360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FE531A3A-1E8A-9BA9-473A-EA82E9CC50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479" y="3671584"/>
            <a:ext cx="2580581" cy="13780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3016771B-FA87-F54A-E9E9-6D2E1024CB8A}"/>
                  </a:ext>
                </a:extLst>
              </p:cNvPr>
              <p:cNvSpPr txBox="1"/>
              <p:nvPr/>
            </p:nvSpPr>
            <p:spPr>
              <a:xfrm>
                <a:off x="5389230" y="2827027"/>
                <a:ext cx="1775308" cy="7424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14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TW" sz="1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d>
                      <m:dPr>
                        <m:ctrlPr>
                          <a:rPr lang="en-US" altLang="zh-TW" sz="1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TW" sz="1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d>
                      <m:dPr>
                        <m:ctrlPr>
                          <a:rPr lang="en-US" altLang="zh-TW" sz="1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altLang="zh-TW" sz="1400" b="1" dirty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  <a:p>
                <a:r>
                  <a:rPr lang="en-US" altLang="zh-TW" sz="1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微软雅黑 Light"/>
                    <a:cs typeface="Times New Roman" panose="02020603050405020304" pitchFamily="18" charset="0"/>
                  </a:rPr>
                  <a:t>v</a:t>
                </a:r>
                <a:r>
                  <a:rPr kumimoji="0" lang="en-US" altLang="zh-TW" sz="140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 Light"/>
                    <a:cs typeface="Times New Roman" panose="02020603050405020304" pitchFamily="18" charset="0"/>
                  </a:rPr>
                  <a:t>ariance</a:t>
                </a:r>
                <a:r>
                  <a:rPr kumimoji="0" lang="en-US" altLang="zh-TW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 Light"/>
                    <a:ea typeface="微软雅黑 Light"/>
                  </a:rPr>
                  <a:t>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TW" sz="14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TW" sz="14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0" lang="en-US" altLang="zh-TW" sz="1400" b="1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𝜁</m:t>
                        </m:r>
                      </m:e>
                      <m:sup>
                        <m:r>
                          <a:rPr kumimoji="0" lang="en-US" altLang="zh-TW" sz="1400" b="1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0" lang="en-US" altLang="zh-TW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/>
                  <a:ea typeface="微软雅黑 Light"/>
                </a:endParaRPr>
              </a:p>
              <a:p>
                <a:endParaRPr kumimoji="0" lang="zh-TW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/>
                  <a:ea typeface="微软雅黑 Light"/>
                  <a:cs typeface="+mn-cs"/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3016771B-FA87-F54A-E9E9-6D2E1024CB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9230" y="2827027"/>
                <a:ext cx="1775308" cy="742447"/>
              </a:xfrm>
              <a:prstGeom prst="rect">
                <a:avLst/>
              </a:prstGeom>
              <a:blipFill>
                <a:blip r:embed="rId7"/>
                <a:stretch>
                  <a:fillRect l="-1031" t="-82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箭號: 向右 16">
            <a:extLst>
              <a:ext uri="{FF2B5EF4-FFF2-40B4-BE49-F238E27FC236}">
                <a16:creationId xmlns:a16="http://schemas.microsoft.com/office/drawing/2014/main" id="{779A14A1-BF5A-1BA5-EA0F-741EB0A9FDE3}"/>
              </a:ext>
            </a:extLst>
          </p:cNvPr>
          <p:cNvSpPr/>
          <p:nvPr/>
        </p:nvSpPr>
        <p:spPr>
          <a:xfrm>
            <a:off x="3504159" y="4435335"/>
            <a:ext cx="480988" cy="1981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微软雅黑 Light"/>
              <a:cs typeface="+mn-cs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39D9B9DC-2E56-6A1C-DA4A-931C5B1070D2}"/>
              </a:ext>
            </a:extLst>
          </p:cNvPr>
          <p:cNvSpPr txBox="1"/>
          <p:nvPr/>
        </p:nvSpPr>
        <p:spPr>
          <a:xfrm>
            <a:off x="4126080" y="4309059"/>
            <a:ext cx="3741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the measure update equations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 Ligh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1000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51000"/>
            <a:duotone>
              <a:prstClr val="black"/>
              <a:schemeClr val="tx2">
                <a:tint val="45000"/>
                <a:satMod val="40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2">
            <a:extLst>
              <a:ext uri="{FF2B5EF4-FFF2-40B4-BE49-F238E27FC236}">
                <a16:creationId xmlns:a16="http://schemas.microsoft.com/office/drawing/2014/main" id="{B3BC0147-6B21-0CA5-3070-C30E183F50A2}"/>
              </a:ext>
            </a:extLst>
          </p:cNvPr>
          <p:cNvSpPr txBox="1">
            <a:spLocks noGrp="1"/>
          </p:cNvSpPr>
          <p:nvPr/>
        </p:nvSpPr>
        <p:spPr>
          <a:xfrm>
            <a:off x="8648753" y="4718050"/>
            <a:ext cx="495247" cy="425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 w="12700">
                  <a:solidFill>
                    <a:srgbClr val="EEF2F5">
                      <a:satMod val="155000"/>
                    </a:srgbClr>
                  </a:solidFill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fld id="{8C20784B-E193-4A71-B927-042B0992C117}" type="slidenum">
              <a:rPr kumimoji="0" lang="en-US" altLang="zh-TW" sz="1600" b="1" i="0" u="none" strike="noStrike" kern="1200" cap="none" spc="0" normalizeH="0" baseline="0" noProof="0" smtClean="0">
                <a:ln w="12700">
                  <a:solidFill>
                    <a:srgbClr val="EEF2F5">
                      <a:satMod val="155000"/>
                    </a:srgbClr>
                  </a:solidFill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pPr marL="0" marR="0" lvl="0" indent="0" algn="l" defTabSz="6858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zh-TW" sz="1600" b="1" i="0" u="none" strike="noStrike" kern="1200" cap="none" spc="0" normalizeH="0" baseline="0" noProof="0" dirty="0">
              <a:ln w="12700">
                <a:solidFill>
                  <a:srgbClr val="EEF2F5">
                    <a:satMod val="155000"/>
                  </a:srgbClr>
                </a:solidFill>
                <a:prstDash val="solid"/>
              </a:ln>
              <a:solidFill>
                <a:prstClr val="black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012DC5D-ABC2-8F74-D571-1F279A637198}"/>
              </a:ext>
            </a:extLst>
          </p:cNvPr>
          <p:cNvSpPr txBox="1">
            <a:spLocks/>
          </p:cNvSpPr>
          <p:nvPr/>
        </p:nvSpPr>
        <p:spPr>
          <a:xfrm>
            <a:off x="0" y="371475"/>
            <a:ext cx="9144000" cy="5365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Time Update </a:t>
            </a:r>
            <a:r>
              <a:rPr lang="en-US" altLang="zh-TW" sz="32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E</a:t>
            </a:r>
            <a:r>
              <a:rPr kumimoji="0" lang="en-US" altLang="zh-TW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quations</a:t>
            </a:r>
            <a:endParaRPr kumimoji="0" lang="en-US" altLang="zh-TW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4B47B48-2933-7D3C-1E6C-9118ED605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831" y="1134278"/>
            <a:ext cx="4064689" cy="3894922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7537FF55-AE0D-8A4E-E102-D0366C667F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6055" y="1222025"/>
            <a:ext cx="4268370" cy="386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496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51000"/>
            <a:duotone>
              <a:prstClr val="black"/>
              <a:schemeClr val="tx2">
                <a:tint val="45000"/>
                <a:satMod val="40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2">
            <a:extLst>
              <a:ext uri="{FF2B5EF4-FFF2-40B4-BE49-F238E27FC236}">
                <a16:creationId xmlns:a16="http://schemas.microsoft.com/office/drawing/2014/main" id="{B3BC0147-6B21-0CA5-3070-C30E183F50A2}"/>
              </a:ext>
            </a:extLst>
          </p:cNvPr>
          <p:cNvSpPr txBox="1">
            <a:spLocks noGrp="1"/>
          </p:cNvSpPr>
          <p:nvPr/>
        </p:nvSpPr>
        <p:spPr>
          <a:xfrm>
            <a:off x="8648753" y="4718050"/>
            <a:ext cx="495247" cy="425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 w="12700">
                  <a:solidFill>
                    <a:srgbClr val="EEF2F5">
                      <a:satMod val="155000"/>
                    </a:srgbClr>
                  </a:solidFill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fld id="{8C20784B-E193-4A71-B927-042B0992C117}" type="slidenum">
              <a:rPr kumimoji="0" lang="en-US" altLang="zh-TW" sz="1600" b="1" i="0" u="none" strike="noStrike" kern="1200" cap="none" spc="0" normalizeH="0" baseline="0" noProof="0" smtClean="0">
                <a:ln w="12700">
                  <a:solidFill>
                    <a:srgbClr val="EEF2F5">
                      <a:satMod val="155000"/>
                    </a:srgbClr>
                  </a:solidFill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pPr marL="0" marR="0" lvl="0" indent="0" algn="l" defTabSz="6858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zh-TW" sz="1600" b="1" i="0" u="none" strike="noStrike" kern="1200" cap="none" spc="0" normalizeH="0" baseline="0" noProof="0" dirty="0">
              <a:ln w="12700">
                <a:solidFill>
                  <a:srgbClr val="EEF2F5">
                    <a:satMod val="155000"/>
                  </a:srgbClr>
                </a:solidFill>
                <a:prstDash val="solid"/>
              </a:ln>
              <a:solidFill>
                <a:prstClr val="black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012DC5D-ABC2-8F74-D571-1F279A637198}"/>
              </a:ext>
            </a:extLst>
          </p:cNvPr>
          <p:cNvSpPr txBox="1">
            <a:spLocks/>
          </p:cNvSpPr>
          <p:nvPr/>
        </p:nvSpPr>
        <p:spPr>
          <a:xfrm>
            <a:off x="0" y="371475"/>
            <a:ext cx="9144000" cy="5365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Time Update E</a:t>
            </a:r>
            <a:r>
              <a:rPr kumimoji="0" lang="en-US" altLang="zh-TW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quations</a:t>
            </a:r>
            <a:endParaRPr kumimoji="0" lang="en-US" altLang="zh-TW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F6271D6-6100-B3FA-B692-2A39FC89BA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03" y="991553"/>
            <a:ext cx="4254501" cy="372649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EFD13D2-5D9F-A025-075A-1D0E1EDDB1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1" y="1045528"/>
            <a:ext cx="4334302" cy="3793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910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51000"/>
            <a:duotone>
              <a:prstClr val="black"/>
              <a:schemeClr val="tx2">
                <a:tint val="45000"/>
                <a:satMod val="40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 bwMode="auto">
          <a:xfrm>
            <a:off x="2921141" y="1986975"/>
            <a:ext cx="329769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00" cap="none" spc="0" normalizeH="0" baseline="0" noProof="0" dirty="0">
                <a:ln>
                  <a:noFill/>
                </a:ln>
                <a:solidFill>
                  <a:srgbClr val="30437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Simulation 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2606040" y="2617503"/>
                <a:ext cx="3939539" cy="11060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 Light"/>
                    <a:cs typeface="Times New Roman" panose="02020603050405020304" pitchFamily="18" charset="0"/>
                  </a:rPr>
                  <a:t>This low value will make the </a:t>
                </a:r>
                <a:r>
                  <a:rPr kumimoji="0" lang="en-US" altLang="zh-CN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 Light"/>
                    <a:cs typeface="Times New Roman" panose="02020603050405020304" pitchFamily="18" charset="0"/>
                  </a:rPr>
                  <a:t>C</a:t>
                </a:r>
                <a:r>
                  <a:rPr lang="en-US" altLang="zh-CN" sz="11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Times New Roman" panose="02020603050405020304" pitchFamily="18" charset="0"/>
                    <a:ea typeface="微软雅黑 Light"/>
                    <a:cs typeface="Times New Roman" panose="02020603050405020304" pitchFamily="18" charset="0"/>
                  </a:rPr>
                  <a:t>(</a:t>
                </a: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 Light"/>
                    <a:cs typeface="Times New Roman" panose="02020603050405020304" pitchFamily="18" charset="0"/>
                  </a:rPr>
                  <a:t>n) matrix close to identity and</a:t>
                </a:r>
              </a:p>
              <a:p>
                <a:pPr marL="0" marR="0" lvl="0" indent="0" algn="ctr" defTabSz="6858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 Light"/>
                    <a:cs typeface="Times New Roman" panose="02020603050405020304" pitchFamily="18" charset="0"/>
                  </a:rPr>
                  <a:t>the </a:t>
                </a:r>
                <a:r>
                  <a:rPr kumimoji="0" lang="en-US" altLang="zh-CN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 Light"/>
                    <a:cs typeface="Times New Roman" panose="02020603050405020304" pitchFamily="18" charset="0"/>
                  </a:rPr>
                  <a:t>A</a:t>
                </a: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 Light"/>
                    <a:cs typeface="Times New Roman" panose="02020603050405020304" pitchFamily="18" charset="0"/>
                  </a:rPr>
                  <a:t>(n) matrix close to singular, resulting in there being</a:t>
                </a:r>
              </a:p>
              <a:p>
                <a:pPr lvl="0" algn="ctr">
                  <a:lnSpc>
                    <a:spcPct val="150000"/>
                  </a:lnSpc>
                  <a:defRPr/>
                </a:pP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 Light"/>
                    <a:cs typeface="Times New Roman" panose="02020603050405020304" pitchFamily="18" charset="0"/>
                  </a:rPr>
                  <a:t>insufficient information to determine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1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zh-CN" sz="1100" b="0" i="0" u="none" strike="noStrike" kern="1200" cap="none" spc="0" normalizeH="0" baseline="0" noProof="0" dirty="0" err="1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kumimoji="0" lang="en-US" altLang="zh-CN" sz="1100" b="0" i="0" u="none" strike="noStrike" kern="1200" cap="none" spc="0" normalizeH="0" baseline="0" noProof="0" dirty="0" err="1" smtClean="0">
                            <a:ln>
                              <a:noFill/>
                            </a:ln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 Light"/>
                    <a:cs typeface="Times New Roman" panose="02020603050405020304" pitchFamily="18" charset="0"/>
                  </a:rPr>
                  <a:t> and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00" i="1" dirty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100" dirty="0" err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1100" b="0" i="1" dirty="0" smtClean="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 Light"/>
                    <a:cs typeface="Times New Roman" panose="02020603050405020304" pitchFamily="18" charset="0"/>
                  </a:rPr>
                  <a:t>accurately </a:t>
                </a:r>
              </a:p>
              <a:p>
                <a:pPr lvl="0" algn="ctr">
                  <a:lnSpc>
                    <a:spcPct val="150000"/>
                  </a:lnSpc>
                  <a:defRPr/>
                </a:pP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 Light"/>
                    <a:cs typeface="Times New Roman" panose="02020603050405020304" pitchFamily="18" charset="0"/>
                  </a:rPr>
                  <a:t>in a short time.</a:t>
                </a:r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6040" y="2617503"/>
                <a:ext cx="3939539" cy="1106072"/>
              </a:xfrm>
              <a:prstGeom prst="rect">
                <a:avLst/>
              </a:prstGeom>
              <a:blipFill>
                <a:blip r:embed="rId3"/>
                <a:stretch>
                  <a:fillRect b="-5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接连接符 15"/>
          <p:cNvCxnSpPr>
            <a:cxnSpLocks/>
          </p:cNvCxnSpPr>
          <p:nvPr/>
        </p:nvCxnSpPr>
        <p:spPr>
          <a:xfrm>
            <a:off x="4074527" y="2645799"/>
            <a:ext cx="102235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任意多边形 22"/>
          <p:cNvSpPr/>
          <p:nvPr/>
        </p:nvSpPr>
        <p:spPr>
          <a:xfrm>
            <a:off x="2496968" y="-465601"/>
            <a:ext cx="4171119" cy="2085559"/>
          </a:xfrm>
          <a:custGeom>
            <a:avLst/>
            <a:gdLst>
              <a:gd name="connsiteX0" fmla="*/ 0 w 3557939"/>
              <a:gd name="connsiteY0" fmla="*/ 0 h 1778969"/>
              <a:gd name="connsiteX1" fmla="*/ 3557939 w 3557939"/>
              <a:gd name="connsiteY1" fmla="*/ 0 h 1778969"/>
              <a:gd name="connsiteX2" fmla="*/ 1778970 w 3557939"/>
              <a:gd name="connsiteY2" fmla="*/ 1778969 h 1778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7939" h="1778969">
                <a:moveTo>
                  <a:pt x="0" y="0"/>
                </a:moveTo>
                <a:lnTo>
                  <a:pt x="3557939" y="0"/>
                </a:lnTo>
                <a:lnTo>
                  <a:pt x="1778970" y="1778969"/>
                </a:lnTo>
                <a:close/>
              </a:path>
            </a:pathLst>
          </a:cu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微软雅黑 Light"/>
              <a:cs typeface="+mn-cs"/>
            </a:endParaRPr>
          </a:p>
        </p:txBody>
      </p:sp>
      <p:sp>
        <p:nvSpPr>
          <p:cNvPr id="25" name="菱形 24"/>
          <p:cNvSpPr/>
          <p:nvPr/>
        </p:nvSpPr>
        <p:spPr>
          <a:xfrm>
            <a:off x="2184101" y="229604"/>
            <a:ext cx="4775798" cy="4775798"/>
          </a:xfrm>
          <a:prstGeom prst="diamond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微软雅黑 Light"/>
              <a:cs typeface="+mn-cs"/>
            </a:endParaRPr>
          </a:p>
        </p:txBody>
      </p:sp>
      <p:sp>
        <p:nvSpPr>
          <p:cNvPr id="4" name="投影片編號版面配置區 2">
            <a:extLst>
              <a:ext uri="{FF2B5EF4-FFF2-40B4-BE49-F238E27FC236}">
                <a16:creationId xmlns:a16="http://schemas.microsoft.com/office/drawing/2014/main" id="{B3BC0147-6B21-0CA5-3070-C30E183F50A2}"/>
              </a:ext>
            </a:extLst>
          </p:cNvPr>
          <p:cNvSpPr txBox="1">
            <a:spLocks noGrp="1"/>
          </p:cNvSpPr>
          <p:nvPr/>
        </p:nvSpPr>
        <p:spPr>
          <a:xfrm>
            <a:off x="8648753" y="4718050"/>
            <a:ext cx="495247" cy="425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 w="12700">
                  <a:solidFill>
                    <a:srgbClr val="EEF2F5">
                      <a:satMod val="155000"/>
                    </a:srgbClr>
                  </a:solidFill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fld id="{8C20784B-E193-4A71-B927-042B0992C117}" type="slidenum">
              <a:rPr kumimoji="0" lang="en-US" altLang="zh-TW" sz="1600" b="1" i="0" u="none" strike="noStrike" kern="1200" cap="none" spc="0" normalizeH="0" baseline="0" noProof="0" smtClean="0">
                <a:ln w="12700">
                  <a:solidFill>
                    <a:srgbClr val="EEF2F5">
                      <a:satMod val="155000"/>
                    </a:srgbClr>
                  </a:solidFill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pPr marL="0" marR="0" lvl="0" indent="0" algn="l" defTabSz="6858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TW" sz="1600" b="1" i="0" u="none" strike="noStrike" kern="1200" cap="none" spc="0" normalizeH="0" baseline="0" noProof="0" dirty="0">
              <a:ln w="12700">
                <a:solidFill>
                  <a:srgbClr val="EEF2F5">
                    <a:satMod val="155000"/>
                  </a:srgbClr>
                </a:solidFill>
                <a:prstDash val="solid"/>
              </a:ln>
              <a:solidFill>
                <a:prstClr val="black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11" name="Freeform 871">
            <a:extLst>
              <a:ext uri="{FF2B5EF4-FFF2-40B4-BE49-F238E27FC236}">
                <a16:creationId xmlns:a16="http://schemas.microsoft.com/office/drawing/2014/main" id="{687F4B63-DAC5-BBBA-10DD-D35D1B4CE0E3}"/>
              </a:ext>
            </a:extLst>
          </p:cNvPr>
          <p:cNvSpPr>
            <a:spLocks noEditPoints="1"/>
          </p:cNvSpPr>
          <p:nvPr/>
        </p:nvSpPr>
        <p:spPr bwMode="auto">
          <a:xfrm>
            <a:off x="4375357" y="656135"/>
            <a:ext cx="414339" cy="543943"/>
          </a:xfrm>
          <a:custGeom>
            <a:avLst/>
            <a:gdLst>
              <a:gd name="T0" fmla="*/ 79 w 218"/>
              <a:gd name="T1" fmla="*/ 0 h 286"/>
              <a:gd name="T2" fmla="*/ 36 w 218"/>
              <a:gd name="T3" fmla="*/ 30 h 286"/>
              <a:gd name="T4" fmla="*/ 56 w 218"/>
              <a:gd name="T5" fmla="*/ 77 h 286"/>
              <a:gd name="T6" fmla="*/ 81 w 218"/>
              <a:gd name="T7" fmla="*/ 120 h 286"/>
              <a:gd name="T8" fmla="*/ 96 w 218"/>
              <a:gd name="T9" fmla="*/ 149 h 286"/>
              <a:gd name="T10" fmla="*/ 137 w 218"/>
              <a:gd name="T11" fmla="*/ 87 h 286"/>
              <a:gd name="T12" fmla="*/ 89 w 218"/>
              <a:gd name="T13" fmla="*/ 23 h 286"/>
              <a:gd name="T14" fmla="*/ 61 w 218"/>
              <a:gd name="T15" fmla="*/ 51 h 286"/>
              <a:gd name="T16" fmla="*/ 119 w 218"/>
              <a:gd name="T17" fmla="*/ 92 h 286"/>
              <a:gd name="T18" fmla="*/ 84 w 218"/>
              <a:gd name="T19" fmla="*/ 92 h 286"/>
              <a:gd name="T20" fmla="*/ 66 w 218"/>
              <a:gd name="T21" fmla="*/ 61 h 286"/>
              <a:gd name="T22" fmla="*/ 67 w 218"/>
              <a:gd name="T23" fmla="*/ 74 h 286"/>
              <a:gd name="T24" fmla="*/ 67 w 218"/>
              <a:gd name="T25" fmla="*/ 74 h 286"/>
              <a:gd name="T26" fmla="*/ 124 w 218"/>
              <a:gd name="T27" fmla="*/ 100 h 286"/>
              <a:gd name="T28" fmla="*/ 108 w 218"/>
              <a:gd name="T29" fmla="*/ 133 h 286"/>
              <a:gd name="T30" fmla="*/ 10 w 218"/>
              <a:gd name="T31" fmla="*/ 178 h 286"/>
              <a:gd name="T32" fmla="*/ 58 w 218"/>
              <a:gd name="T33" fmla="*/ 96 h 286"/>
              <a:gd name="T34" fmla="*/ 55 w 218"/>
              <a:gd name="T35" fmla="*/ 183 h 286"/>
              <a:gd name="T36" fmla="*/ 99 w 218"/>
              <a:gd name="T37" fmla="*/ 240 h 286"/>
              <a:gd name="T38" fmla="*/ 131 w 218"/>
              <a:gd name="T39" fmla="*/ 204 h 286"/>
              <a:gd name="T40" fmla="*/ 118 w 218"/>
              <a:gd name="T41" fmla="*/ 191 h 286"/>
              <a:gd name="T42" fmla="*/ 215 w 218"/>
              <a:gd name="T43" fmla="*/ 202 h 286"/>
              <a:gd name="T44" fmla="*/ 164 w 218"/>
              <a:gd name="T45" fmla="*/ 231 h 286"/>
              <a:gd name="T46" fmla="*/ 210 w 218"/>
              <a:gd name="T47" fmla="*/ 272 h 286"/>
              <a:gd name="T48" fmla="*/ 3 w 218"/>
              <a:gd name="T49" fmla="*/ 284 h 286"/>
              <a:gd name="T50" fmla="*/ 70 w 218"/>
              <a:gd name="T51" fmla="*/ 272 h 286"/>
              <a:gd name="T52" fmla="*/ 6 w 218"/>
              <a:gd name="T53" fmla="*/ 209 h 286"/>
              <a:gd name="T54" fmla="*/ 23 w 218"/>
              <a:gd name="T55" fmla="*/ 185 h 286"/>
              <a:gd name="T56" fmla="*/ 23 w 218"/>
              <a:gd name="T57" fmla="*/ 185 h 286"/>
              <a:gd name="T58" fmla="*/ 157 w 218"/>
              <a:gd name="T59" fmla="*/ 216 h 286"/>
              <a:gd name="T60" fmla="*/ 143 w 218"/>
              <a:gd name="T61" fmla="*/ 204 h 286"/>
              <a:gd name="T62" fmla="*/ 149 w 218"/>
              <a:gd name="T63" fmla="*/ 128 h 286"/>
              <a:gd name="T64" fmla="*/ 148 w 218"/>
              <a:gd name="T65" fmla="*/ 149 h 286"/>
              <a:gd name="T66" fmla="*/ 135 w 218"/>
              <a:gd name="T67" fmla="*/ 161 h 286"/>
              <a:gd name="T68" fmla="*/ 116 w 218"/>
              <a:gd name="T69" fmla="*/ 176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8" h="286">
                <a:moveTo>
                  <a:pt x="36" y="30"/>
                </a:moveTo>
                <a:cubicBezTo>
                  <a:pt x="41" y="13"/>
                  <a:pt x="63" y="6"/>
                  <a:pt x="79" y="0"/>
                </a:cubicBezTo>
                <a:cubicBezTo>
                  <a:pt x="84" y="11"/>
                  <a:pt x="68" y="21"/>
                  <a:pt x="61" y="30"/>
                </a:cubicBezTo>
                <a:cubicBezTo>
                  <a:pt x="53" y="30"/>
                  <a:pt x="44" y="30"/>
                  <a:pt x="36" y="30"/>
                </a:cubicBezTo>
                <a:close/>
                <a:moveTo>
                  <a:pt x="48" y="47"/>
                </a:moveTo>
                <a:cubicBezTo>
                  <a:pt x="53" y="57"/>
                  <a:pt x="59" y="66"/>
                  <a:pt x="56" y="77"/>
                </a:cubicBezTo>
                <a:cubicBezTo>
                  <a:pt x="52" y="90"/>
                  <a:pt x="66" y="94"/>
                  <a:pt x="76" y="97"/>
                </a:cubicBezTo>
                <a:cubicBezTo>
                  <a:pt x="80" y="104"/>
                  <a:pt x="84" y="111"/>
                  <a:pt x="81" y="120"/>
                </a:cubicBezTo>
                <a:cubicBezTo>
                  <a:pt x="90" y="121"/>
                  <a:pt x="94" y="129"/>
                  <a:pt x="98" y="135"/>
                </a:cubicBezTo>
                <a:cubicBezTo>
                  <a:pt x="97" y="140"/>
                  <a:pt x="97" y="145"/>
                  <a:pt x="96" y="149"/>
                </a:cubicBezTo>
                <a:cubicBezTo>
                  <a:pt x="117" y="142"/>
                  <a:pt x="137" y="131"/>
                  <a:pt x="154" y="117"/>
                </a:cubicBezTo>
                <a:cubicBezTo>
                  <a:pt x="144" y="110"/>
                  <a:pt x="130" y="101"/>
                  <a:pt x="137" y="87"/>
                </a:cubicBezTo>
                <a:cubicBezTo>
                  <a:pt x="135" y="87"/>
                  <a:pt x="131" y="85"/>
                  <a:pt x="129" y="84"/>
                </a:cubicBezTo>
                <a:cubicBezTo>
                  <a:pt x="112" y="67"/>
                  <a:pt x="106" y="41"/>
                  <a:pt x="89" y="23"/>
                </a:cubicBezTo>
                <a:cubicBezTo>
                  <a:pt x="75" y="30"/>
                  <a:pt x="61" y="39"/>
                  <a:pt x="48" y="47"/>
                </a:cubicBezTo>
                <a:close/>
                <a:moveTo>
                  <a:pt x="61" y="51"/>
                </a:moveTo>
                <a:cubicBezTo>
                  <a:pt x="70" y="46"/>
                  <a:pt x="79" y="41"/>
                  <a:pt x="87" y="36"/>
                </a:cubicBezTo>
                <a:cubicBezTo>
                  <a:pt x="98" y="55"/>
                  <a:pt x="109" y="73"/>
                  <a:pt x="119" y="92"/>
                </a:cubicBezTo>
                <a:cubicBezTo>
                  <a:pt x="111" y="97"/>
                  <a:pt x="102" y="102"/>
                  <a:pt x="93" y="107"/>
                </a:cubicBezTo>
                <a:cubicBezTo>
                  <a:pt x="90" y="102"/>
                  <a:pt x="87" y="97"/>
                  <a:pt x="84" y="92"/>
                </a:cubicBezTo>
                <a:cubicBezTo>
                  <a:pt x="86" y="84"/>
                  <a:pt x="89" y="76"/>
                  <a:pt x="84" y="68"/>
                </a:cubicBezTo>
                <a:cubicBezTo>
                  <a:pt x="80" y="63"/>
                  <a:pt x="72" y="63"/>
                  <a:pt x="66" y="61"/>
                </a:cubicBezTo>
                <a:cubicBezTo>
                  <a:pt x="64" y="57"/>
                  <a:pt x="62" y="54"/>
                  <a:pt x="61" y="51"/>
                </a:cubicBezTo>
                <a:close/>
                <a:moveTo>
                  <a:pt x="67" y="74"/>
                </a:moveTo>
                <a:cubicBezTo>
                  <a:pt x="74" y="66"/>
                  <a:pt x="77" y="81"/>
                  <a:pt x="78" y="85"/>
                </a:cubicBezTo>
                <a:cubicBezTo>
                  <a:pt x="73" y="85"/>
                  <a:pt x="59" y="81"/>
                  <a:pt x="67" y="74"/>
                </a:cubicBezTo>
                <a:close/>
                <a:moveTo>
                  <a:pt x="99" y="115"/>
                </a:moveTo>
                <a:cubicBezTo>
                  <a:pt x="107" y="110"/>
                  <a:pt x="116" y="105"/>
                  <a:pt x="124" y="100"/>
                </a:cubicBezTo>
                <a:cubicBezTo>
                  <a:pt x="128" y="107"/>
                  <a:pt x="131" y="113"/>
                  <a:pt x="135" y="119"/>
                </a:cubicBezTo>
                <a:cubicBezTo>
                  <a:pt x="126" y="124"/>
                  <a:pt x="117" y="129"/>
                  <a:pt x="108" y="133"/>
                </a:cubicBezTo>
                <a:cubicBezTo>
                  <a:pt x="105" y="127"/>
                  <a:pt x="102" y="121"/>
                  <a:pt x="99" y="115"/>
                </a:cubicBezTo>
                <a:close/>
                <a:moveTo>
                  <a:pt x="10" y="178"/>
                </a:moveTo>
                <a:cubicBezTo>
                  <a:pt x="5" y="143"/>
                  <a:pt x="21" y="109"/>
                  <a:pt x="46" y="84"/>
                </a:cubicBezTo>
                <a:cubicBezTo>
                  <a:pt x="50" y="88"/>
                  <a:pt x="54" y="92"/>
                  <a:pt x="58" y="96"/>
                </a:cubicBezTo>
                <a:cubicBezTo>
                  <a:pt x="41" y="116"/>
                  <a:pt x="26" y="141"/>
                  <a:pt x="30" y="168"/>
                </a:cubicBezTo>
                <a:cubicBezTo>
                  <a:pt x="39" y="172"/>
                  <a:pt x="50" y="174"/>
                  <a:pt x="55" y="183"/>
                </a:cubicBezTo>
                <a:cubicBezTo>
                  <a:pt x="62" y="193"/>
                  <a:pt x="58" y="205"/>
                  <a:pt x="54" y="215"/>
                </a:cubicBezTo>
                <a:cubicBezTo>
                  <a:pt x="66" y="228"/>
                  <a:pt x="81" y="240"/>
                  <a:pt x="99" y="240"/>
                </a:cubicBezTo>
                <a:cubicBezTo>
                  <a:pt x="115" y="239"/>
                  <a:pt x="126" y="228"/>
                  <a:pt x="137" y="217"/>
                </a:cubicBezTo>
                <a:cubicBezTo>
                  <a:pt x="135" y="214"/>
                  <a:pt x="133" y="207"/>
                  <a:pt x="131" y="204"/>
                </a:cubicBezTo>
                <a:cubicBezTo>
                  <a:pt x="121" y="203"/>
                  <a:pt x="110" y="206"/>
                  <a:pt x="102" y="198"/>
                </a:cubicBezTo>
                <a:cubicBezTo>
                  <a:pt x="106" y="192"/>
                  <a:pt x="112" y="190"/>
                  <a:pt x="118" y="191"/>
                </a:cubicBezTo>
                <a:cubicBezTo>
                  <a:pt x="150" y="191"/>
                  <a:pt x="182" y="191"/>
                  <a:pt x="214" y="191"/>
                </a:cubicBezTo>
                <a:cubicBezTo>
                  <a:pt x="214" y="194"/>
                  <a:pt x="215" y="200"/>
                  <a:pt x="215" y="202"/>
                </a:cubicBezTo>
                <a:cubicBezTo>
                  <a:pt x="206" y="203"/>
                  <a:pt x="197" y="203"/>
                  <a:pt x="189" y="204"/>
                </a:cubicBezTo>
                <a:cubicBezTo>
                  <a:pt x="186" y="217"/>
                  <a:pt x="175" y="225"/>
                  <a:pt x="164" y="231"/>
                </a:cubicBezTo>
                <a:cubicBezTo>
                  <a:pt x="152" y="243"/>
                  <a:pt x="144" y="258"/>
                  <a:pt x="133" y="272"/>
                </a:cubicBezTo>
                <a:cubicBezTo>
                  <a:pt x="159" y="272"/>
                  <a:pt x="184" y="271"/>
                  <a:pt x="210" y="272"/>
                </a:cubicBezTo>
                <a:cubicBezTo>
                  <a:pt x="216" y="271"/>
                  <a:pt x="218" y="286"/>
                  <a:pt x="210" y="284"/>
                </a:cubicBezTo>
                <a:cubicBezTo>
                  <a:pt x="141" y="285"/>
                  <a:pt x="72" y="285"/>
                  <a:pt x="3" y="284"/>
                </a:cubicBezTo>
                <a:cubicBezTo>
                  <a:pt x="3" y="281"/>
                  <a:pt x="3" y="275"/>
                  <a:pt x="4" y="272"/>
                </a:cubicBezTo>
                <a:cubicBezTo>
                  <a:pt x="26" y="272"/>
                  <a:pt x="48" y="271"/>
                  <a:pt x="70" y="272"/>
                </a:cubicBezTo>
                <a:cubicBezTo>
                  <a:pt x="57" y="260"/>
                  <a:pt x="46" y="248"/>
                  <a:pt x="35" y="234"/>
                </a:cubicBezTo>
                <a:cubicBezTo>
                  <a:pt x="28" y="223"/>
                  <a:pt x="11" y="222"/>
                  <a:pt x="6" y="209"/>
                </a:cubicBezTo>
                <a:cubicBezTo>
                  <a:pt x="0" y="199"/>
                  <a:pt x="6" y="188"/>
                  <a:pt x="10" y="178"/>
                </a:cubicBezTo>
                <a:close/>
                <a:moveTo>
                  <a:pt x="23" y="185"/>
                </a:moveTo>
                <a:cubicBezTo>
                  <a:pt x="7" y="195"/>
                  <a:pt x="24" y="222"/>
                  <a:pt x="39" y="210"/>
                </a:cubicBezTo>
                <a:cubicBezTo>
                  <a:pt x="55" y="200"/>
                  <a:pt x="39" y="174"/>
                  <a:pt x="23" y="185"/>
                </a:cubicBezTo>
                <a:close/>
                <a:moveTo>
                  <a:pt x="143" y="204"/>
                </a:moveTo>
                <a:cubicBezTo>
                  <a:pt x="148" y="208"/>
                  <a:pt x="151" y="215"/>
                  <a:pt x="157" y="216"/>
                </a:cubicBezTo>
                <a:cubicBezTo>
                  <a:pt x="166" y="218"/>
                  <a:pt x="171" y="209"/>
                  <a:pt x="177" y="205"/>
                </a:cubicBezTo>
                <a:cubicBezTo>
                  <a:pt x="166" y="203"/>
                  <a:pt x="155" y="203"/>
                  <a:pt x="143" y="204"/>
                </a:cubicBezTo>
                <a:close/>
                <a:moveTo>
                  <a:pt x="111" y="151"/>
                </a:moveTo>
                <a:cubicBezTo>
                  <a:pt x="123" y="143"/>
                  <a:pt x="137" y="136"/>
                  <a:pt x="149" y="128"/>
                </a:cubicBezTo>
                <a:cubicBezTo>
                  <a:pt x="155" y="135"/>
                  <a:pt x="161" y="140"/>
                  <a:pt x="167" y="146"/>
                </a:cubicBezTo>
                <a:cubicBezTo>
                  <a:pt x="160" y="147"/>
                  <a:pt x="154" y="148"/>
                  <a:pt x="148" y="149"/>
                </a:cubicBezTo>
                <a:cubicBezTo>
                  <a:pt x="147" y="156"/>
                  <a:pt x="146" y="163"/>
                  <a:pt x="145" y="170"/>
                </a:cubicBezTo>
                <a:cubicBezTo>
                  <a:pt x="142" y="167"/>
                  <a:pt x="139" y="164"/>
                  <a:pt x="135" y="161"/>
                </a:cubicBezTo>
                <a:cubicBezTo>
                  <a:pt x="133" y="161"/>
                  <a:pt x="129" y="162"/>
                  <a:pt x="126" y="162"/>
                </a:cubicBezTo>
                <a:cubicBezTo>
                  <a:pt x="123" y="166"/>
                  <a:pt x="120" y="171"/>
                  <a:pt x="116" y="176"/>
                </a:cubicBezTo>
                <a:cubicBezTo>
                  <a:pt x="114" y="167"/>
                  <a:pt x="112" y="159"/>
                  <a:pt x="111" y="1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254830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51000"/>
            <a:duotone>
              <a:prstClr val="black"/>
              <a:schemeClr val="tx2">
                <a:tint val="45000"/>
                <a:satMod val="40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2">
            <a:extLst>
              <a:ext uri="{FF2B5EF4-FFF2-40B4-BE49-F238E27FC236}">
                <a16:creationId xmlns:a16="http://schemas.microsoft.com/office/drawing/2014/main" id="{B3BC0147-6B21-0CA5-3070-C30E183F50A2}"/>
              </a:ext>
            </a:extLst>
          </p:cNvPr>
          <p:cNvSpPr txBox="1">
            <a:spLocks noGrp="1"/>
          </p:cNvSpPr>
          <p:nvPr/>
        </p:nvSpPr>
        <p:spPr>
          <a:xfrm>
            <a:off x="8648753" y="4718050"/>
            <a:ext cx="495247" cy="425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 w="12700">
                  <a:solidFill>
                    <a:srgbClr val="EEF2F5">
                      <a:satMod val="155000"/>
                    </a:srgbClr>
                  </a:solidFill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fld id="{8C20784B-E193-4A71-B927-042B0992C117}" type="slidenum">
              <a:rPr kumimoji="0" lang="en-US" altLang="zh-TW" sz="1600" b="1" i="0" u="none" strike="noStrike" kern="1200" cap="none" spc="0" normalizeH="0" baseline="0" noProof="0" smtClean="0">
                <a:ln w="12700">
                  <a:solidFill>
                    <a:srgbClr val="EEF2F5">
                      <a:satMod val="155000"/>
                    </a:srgbClr>
                  </a:solidFill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pPr marL="0" marR="0" lvl="0" indent="0" algn="l" defTabSz="6858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zh-TW" sz="1600" b="1" i="0" u="none" strike="noStrike" kern="1200" cap="none" spc="0" normalizeH="0" baseline="0" noProof="0" dirty="0">
              <a:ln w="12700">
                <a:solidFill>
                  <a:srgbClr val="EEF2F5">
                    <a:satMod val="155000"/>
                  </a:srgbClr>
                </a:solidFill>
                <a:prstDash val="solid"/>
              </a:ln>
              <a:solidFill>
                <a:prstClr val="black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012DC5D-ABC2-8F74-D571-1F279A637198}"/>
              </a:ext>
            </a:extLst>
          </p:cNvPr>
          <p:cNvSpPr txBox="1">
            <a:spLocks/>
          </p:cNvSpPr>
          <p:nvPr/>
        </p:nvSpPr>
        <p:spPr>
          <a:xfrm>
            <a:off x="0" y="371475"/>
            <a:ext cx="9144000" cy="5365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Simulation Results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89995290-A4D3-B7F0-9E13-940EF76FF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24" y="1476781"/>
            <a:ext cx="4324376" cy="3241269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D6D7ADD0-A4AD-42FD-5C73-664B6B8810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642" y="1182370"/>
            <a:ext cx="3798734" cy="1346050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D9AC8A2A-EECA-1F06-5FDE-E65A6A8C7C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7642" y="3363671"/>
            <a:ext cx="3916680" cy="5974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CF1DF035-02C5-F015-116C-07856EEEE864}"/>
                  </a:ext>
                </a:extLst>
              </p:cNvPr>
              <p:cNvSpPr txBox="1"/>
              <p:nvPr/>
            </p:nvSpPr>
            <p:spPr>
              <a:xfrm>
                <a:off x="602118" y="1038527"/>
                <a:ext cx="402322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Estimation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TW" sz="140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zh-TW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TW" sz="14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zh-TW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Average of 50 simulations</a:t>
                </a:r>
                <a:endParaRPr lang="zh-TW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CF1DF035-02C5-F015-116C-07856EEEE8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118" y="1038527"/>
                <a:ext cx="4023222" cy="307777"/>
              </a:xfrm>
              <a:prstGeom prst="rect">
                <a:avLst/>
              </a:prstGeom>
              <a:blipFill>
                <a:blip r:embed="rId6"/>
                <a:stretch>
                  <a:fillRect l="-455" t="-1961" b="-196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903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51000"/>
            <a:duotone>
              <a:prstClr val="black"/>
              <a:schemeClr val="tx2">
                <a:tint val="45000"/>
                <a:satMod val="40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2">
            <a:extLst>
              <a:ext uri="{FF2B5EF4-FFF2-40B4-BE49-F238E27FC236}">
                <a16:creationId xmlns:a16="http://schemas.microsoft.com/office/drawing/2014/main" id="{B3BC0147-6B21-0CA5-3070-C30E183F50A2}"/>
              </a:ext>
            </a:extLst>
          </p:cNvPr>
          <p:cNvSpPr txBox="1">
            <a:spLocks noGrp="1"/>
          </p:cNvSpPr>
          <p:nvPr/>
        </p:nvSpPr>
        <p:spPr>
          <a:xfrm>
            <a:off x="8648753" y="4718050"/>
            <a:ext cx="495247" cy="425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 w="12700">
                  <a:solidFill>
                    <a:srgbClr val="EEF2F5">
                      <a:satMod val="155000"/>
                    </a:srgbClr>
                  </a:solidFill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fld id="{8C20784B-E193-4A71-B927-042B0992C117}" type="slidenum">
              <a:rPr kumimoji="0" lang="en-US" altLang="zh-TW" sz="1600" b="1" i="0" u="none" strike="noStrike" kern="1200" cap="none" spc="0" normalizeH="0" baseline="0" noProof="0" smtClean="0">
                <a:ln w="12700">
                  <a:solidFill>
                    <a:srgbClr val="EEF2F5">
                      <a:satMod val="155000"/>
                    </a:srgbClr>
                  </a:solidFill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pPr marL="0" marR="0" lvl="0" indent="0" algn="l" defTabSz="6858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zh-TW" sz="1600" b="1" i="0" u="none" strike="noStrike" kern="1200" cap="none" spc="0" normalizeH="0" baseline="0" noProof="0" dirty="0">
              <a:ln w="12700">
                <a:solidFill>
                  <a:srgbClr val="EEF2F5">
                    <a:satMod val="155000"/>
                  </a:srgbClr>
                </a:solidFill>
                <a:prstDash val="solid"/>
              </a:ln>
              <a:solidFill>
                <a:prstClr val="black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012DC5D-ABC2-8F74-D571-1F279A637198}"/>
              </a:ext>
            </a:extLst>
          </p:cNvPr>
          <p:cNvSpPr txBox="1">
            <a:spLocks/>
          </p:cNvSpPr>
          <p:nvPr/>
        </p:nvSpPr>
        <p:spPr>
          <a:xfrm>
            <a:off x="0" y="371475"/>
            <a:ext cx="9144000" cy="5365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Simulation Results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08005F-D4C8-43AB-045E-F542A690C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833" y="1601470"/>
            <a:ext cx="3958618" cy="2961322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0ACB309-B5C2-EF08-F4FA-F110936AED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1551" y="1601470"/>
            <a:ext cx="3677204" cy="29613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40D584CD-A63A-B3A3-B74D-74D93B7A98A4}"/>
                  </a:ext>
                </a:extLst>
              </p:cNvPr>
              <p:cNvSpPr txBox="1"/>
              <p:nvPr/>
            </p:nvSpPr>
            <p:spPr>
              <a:xfrm>
                <a:off x="995718" y="963950"/>
                <a:ext cx="301704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Estimates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TW" sz="140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.Results of 100 single Monte Carlo runs.</a:t>
                </a:r>
                <a:endParaRPr lang="zh-TW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40D584CD-A63A-B3A3-B74D-74D93B7A9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718" y="963950"/>
                <a:ext cx="3017047" cy="523220"/>
              </a:xfrm>
              <a:prstGeom prst="rect">
                <a:avLst/>
              </a:prstGeom>
              <a:blipFill>
                <a:blip r:embed="rId5"/>
                <a:stretch>
                  <a:fillRect t="-2326" b="-1162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字方塊 8">
            <a:extLst>
              <a:ext uri="{FF2B5EF4-FFF2-40B4-BE49-F238E27FC236}">
                <a16:creationId xmlns:a16="http://schemas.microsoft.com/office/drawing/2014/main" id="{BE313A05-2921-4AB9-565E-4BBA74E83857}"/>
              </a:ext>
            </a:extLst>
          </p:cNvPr>
          <p:cNvSpPr txBox="1"/>
          <p:nvPr/>
        </p:nvSpPr>
        <p:spPr>
          <a:xfrm>
            <a:off x="5046289" y="963950"/>
            <a:ext cx="3527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 of the final value for the mean coefficient error variance</a:t>
            </a:r>
            <a:endParaRPr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3748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51000"/>
            <a:duotone>
              <a:prstClr val="black"/>
              <a:schemeClr val="tx2">
                <a:tint val="45000"/>
                <a:satMod val="40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2">
            <a:extLst>
              <a:ext uri="{FF2B5EF4-FFF2-40B4-BE49-F238E27FC236}">
                <a16:creationId xmlns:a16="http://schemas.microsoft.com/office/drawing/2014/main" id="{B3BC0147-6B21-0CA5-3070-C30E183F50A2}"/>
              </a:ext>
            </a:extLst>
          </p:cNvPr>
          <p:cNvSpPr txBox="1">
            <a:spLocks noGrp="1"/>
          </p:cNvSpPr>
          <p:nvPr/>
        </p:nvSpPr>
        <p:spPr>
          <a:xfrm>
            <a:off x="8648753" y="4718050"/>
            <a:ext cx="495247" cy="425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 w="12700">
                  <a:solidFill>
                    <a:srgbClr val="EEF2F5">
                      <a:satMod val="155000"/>
                    </a:srgbClr>
                  </a:solidFill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fld id="{8C20784B-E193-4A71-B927-042B0992C117}" type="slidenum">
              <a:rPr kumimoji="0" lang="en-US" altLang="zh-TW" sz="1600" b="1" i="0" u="none" strike="noStrike" kern="1200" cap="none" spc="0" normalizeH="0" baseline="0" noProof="0" smtClean="0">
                <a:ln w="12700">
                  <a:solidFill>
                    <a:srgbClr val="EEF2F5">
                      <a:satMod val="155000"/>
                    </a:srgbClr>
                  </a:solidFill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pPr marL="0" marR="0" lvl="0" indent="0" algn="l" defTabSz="6858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zh-TW" sz="1600" b="1" i="0" u="none" strike="noStrike" kern="1200" cap="none" spc="0" normalizeH="0" baseline="0" noProof="0" dirty="0">
              <a:ln w="12700">
                <a:solidFill>
                  <a:srgbClr val="EEF2F5">
                    <a:satMod val="155000"/>
                  </a:srgbClr>
                </a:solidFill>
                <a:prstDash val="solid"/>
              </a:ln>
              <a:solidFill>
                <a:prstClr val="black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012DC5D-ABC2-8F74-D571-1F279A637198}"/>
              </a:ext>
            </a:extLst>
          </p:cNvPr>
          <p:cNvSpPr txBox="1">
            <a:spLocks/>
          </p:cNvSpPr>
          <p:nvPr/>
        </p:nvSpPr>
        <p:spPr>
          <a:xfrm>
            <a:off x="0" y="371475"/>
            <a:ext cx="9144000" cy="5365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Simulation 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40D584CD-A63A-B3A3-B74D-74D93B7A98A4}"/>
                  </a:ext>
                </a:extLst>
              </p:cNvPr>
              <p:cNvSpPr txBox="1"/>
              <p:nvPr/>
            </p:nvSpPr>
            <p:spPr>
              <a:xfrm>
                <a:off x="980478" y="963950"/>
                <a:ext cx="318004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en-US" altLang="zh-TW" sz="14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 coefficient estimation error for different values of true-</a:t>
                </a:r>
                <a:r>
                  <a:rPr lang="en-US" altLang="zh-TW" sz="1400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TW" sz="140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altLang="zh-TW" sz="14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TW" sz="1400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altLang="zh-TW" sz="14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kumimoji="0" lang="zh-TW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 Ligh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40D584CD-A63A-B3A3-B74D-74D93B7A9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478" y="963950"/>
                <a:ext cx="3180042" cy="523220"/>
              </a:xfrm>
              <a:prstGeom prst="rect">
                <a:avLst/>
              </a:prstGeom>
              <a:blipFill>
                <a:blip r:embed="rId3"/>
                <a:stretch>
                  <a:fillRect t="-2326" b="-104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BE313A05-2921-4AB9-565E-4BBA74E83857}"/>
                  </a:ext>
                </a:extLst>
              </p:cNvPr>
              <p:cNvSpPr txBox="1"/>
              <p:nvPr/>
            </p:nvSpPr>
            <p:spPr>
              <a:xfrm>
                <a:off x="5046289" y="963950"/>
                <a:ext cx="352772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kumimoji="0" lang="en-US" altLang="zh-TW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 Light"/>
                    <a:cs typeface="Times New Roman" panose="02020603050405020304" pitchFamily="18" charset="0"/>
                  </a:rPr>
                  <a:t>Estimate of the measurement noise variance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TW" sz="140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kumimoji="0" lang="en-US" altLang="zh-TW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 Light"/>
                    <a:cs typeface="Times New Roman" panose="02020603050405020304" pitchFamily="18" charset="0"/>
                  </a:rPr>
                  <a:t> for different values of true-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TW" sz="1400" i="1" dirty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kumimoji="0" lang="en-US" altLang="zh-TW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 Light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TW" sz="1400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altLang="zh-TW" sz="14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kumimoji="0" lang="zh-TW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 Ligh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BE313A05-2921-4AB9-565E-4BBA74E83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6289" y="963950"/>
                <a:ext cx="3527725" cy="523220"/>
              </a:xfrm>
              <a:prstGeom prst="rect">
                <a:avLst/>
              </a:prstGeom>
              <a:blipFill>
                <a:blip r:embed="rId4"/>
                <a:stretch>
                  <a:fillRect t="-2326" b="-1162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>
            <a:extLst>
              <a:ext uri="{FF2B5EF4-FFF2-40B4-BE49-F238E27FC236}">
                <a16:creationId xmlns:a16="http://schemas.microsoft.com/office/drawing/2014/main" id="{CF21E9C1-DF80-B6BE-9B84-7C46797C20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4313" y="1543069"/>
            <a:ext cx="3798022" cy="285989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A292B0DD-C686-6BE9-164F-5CA55A7300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247" y="1543070"/>
            <a:ext cx="3756225" cy="2859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869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51000"/>
            <a:duotone>
              <a:prstClr val="black"/>
              <a:schemeClr val="tx2">
                <a:tint val="45000"/>
                <a:satMod val="40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2">
            <a:extLst>
              <a:ext uri="{FF2B5EF4-FFF2-40B4-BE49-F238E27FC236}">
                <a16:creationId xmlns:a16="http://schemas.microsoft.com/office/drawing/2014/main" id="{B3BC0147-6B21-0CA5-3070-C30E183F50A2}"/>
              </a:ext>
            </a:extLst>
          </p:cNvPr>
          <p:cNvSpPr txBox="1">
            <a:spLocks noGrp="1"/>
          </p:cNvSpPr>
          <p:nvPr/>
        </p:nvSpPr>
        <p:spPr>
          <a:xfrm>
            <a:off x="8648753" y="4718050"/>
            <a:ext cx="495247" cy="425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 w="12700">
                  <a:solidFill>
                    <a:srgbClr val="EEF2F5">
                      <a:satMod val="155000"/>
                    </a:srgbClr>
                  </a:solidFill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fld id="{8C20784B-E193-4A71-B927-042B0992C117}" type="slidenum">
              <a:rPr kumimoji="0" lang="en-US" altLang="zh-TW" sz="1600" b="1" i="0" u="none" strike="noStrike" kern="1200" cap="none" spc="0" normalizeH="0" baseline="0" noProof="0" smtClean="0">
                <a:ln w="12700">
                  <a:solidFill>
                    <a:srgbClr val="EEF2F5">
                      <a:satMod val="155000"/>
                    </a:srgbClr>
                  </a:solidFill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pPr marL="0" marR="0" lvl="0" indent="0" algn="l" defTabSz="6858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zh-TW" sz="1600" b="1" i="0" u="none" strike="noStrike" kern="1200" cap="none" spc="0" normalizeH="0" baseline="0" noProof="0" dirty="0">
              <a:ln w="12700">
                <a:solidFill>
                  <a:srgbClr val="EEF2F5">
                    <a:satMod val="155000"/>
                  </a:srgbClr>
                </a:solidFill>
                <a:prstDash val="solid"/>
              </a:ln>
              <a:solidFill>
                <a:prstClr val="black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012DC5D-ABC2-8F74-D571-1F279A637198}"/>
              </a:ext>
            </a:extLst>
          </p:cNvPr>
          <p:cNvSpPr txBox="1">
            <a:spLocks/>
          </p:cNvSpPr>
          <p:nvPr/>
        </p:nvSpPr>
        <p:spPr>
          <a:xfrm>
            <a:off x="0" y="371475"/>
            <a:ext cx="9144000" cy="5365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Simulation Results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2D11F53-A4F2-D4A6-2CF4-0B49361D1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97" y="1583813"/>
            <a:ext cx="4007859" cy="304927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97917B8-1D66-9B11-C2FA-400C4A68F2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863" y="1583813"/>
            <a:ext cx="3961890" cy="30492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F3246E7-7698-6E62-09FD-9AA80F765651}"/>
                  </a:ext>
                </a:extLst>
              </p:cNvPr>
              <p:cNvSpPr txBox="1"/>
              <p:nvPr/>
            </p:nvSpPr>
            <p:spPr>
              <a:xfrm>
                <a:off x="5474461" y="4418082"/>
                <a:ext cx="11430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US" altLang="zh-TW" sz="2000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altLang="zh-TW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F3246E7-7698-6E62-09FD-9AA80F765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4461" y="4418082"/>
                <a:ext cx="1143000" cy="707886"/>
              </a:xfrm>
              <a:prstGeom prst="rect">
                <a:avLst/>
              </a:prstGeom>
              <a:blipFill>
                <a:blip r:embed="rId5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字方塊 8">
            <a:extLst>
              <a:ext uri="{FF2B5EF4-FFF2-40B4-BE49-F238E27FC236}">
                <a16:creationId xmlns:a16="http://schemas.microsoft.com/office/drawing/2014/main" id="{F024A1DB-114F-5EBE-DA58-3EC0B39AB255}"/>
              </a:ext>
            </a:extLst>
          </p:cNvPr>
          <p:cNvSpPr txBox="1"/>
          <p:nvPr/>
        </p:nvSpPr>
        <p:spPr>
          <a:xfrm>
            <a:off x="995718" y="963950"/>
            <a:ext cx="30170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other algorithms with optimized parameters</a:t>
            </a:r>
            <a:endParaRPr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789B6BC-438D-731F-E55E-0754FE55EC26}"/>
              </a:ext>
            </a:extLst>
          </p:cNvPr>
          <p:cNvSpPr txBox="1"/>
          <p:nvPr/>
        </p:nvSpPr>
        <p:spPr>
          <a:xfrm>
            <a:off x="5159284" y="984321"/>
            <a:ext cx="30170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other algorithms with non-optimized parameters</a:t>
            </a:r>
            <a:endParaRPr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418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51000"/>
            <a:duotone>
              <a:prstClr val="black"/>
              <a:schemeClr val="tx2">
                <a:tint val="45000"/>
                <a:satMod val="40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2">
            <a:extLst>
              <a:ext uri="{FF2B5EF4-FFF2-40B4-BE49-F238E27FC236}">
                <a16:creationId xmlns:a16="http://schemas.microsoft.com/office/drawing/2014/main" id="{B3BC0147-6B21-0CA5-3070-C30E183F50A2}"/>
              </a:ext>
            </a:extLst>
          </p:cNvPr>
          <p:cNvSpPr txBox="1">
            <a:spLocks noGrp="1"/>
          </p:cNvSpPr>
          <p:nvPr/>
        </p:nvSpPr>
        <p:spPr>
          <a:xfrm>
            <a:off x="8648753" y="4718050"/>
            <a:ext cx="495247" cy="425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 w="12700">
                  <a:solidFill>
                    <a:srgbClr val="EEF2F5">
                      <a:satMod val="155000"/>
                    </a:srgbClr>
                  </a:solidFill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fld id="{8C20784B-E193-4A71-B927-042B0992C117}" type="slidenum">
              <a:rPr kumimoji="0" lang="en-US" altLang="zh-TW" sz="1600" b="1" i="0" u="none" strike="noStrike" kern="1200" cap="none" spc="0" normalizeH="0" baseline="0" noProof="0" smtClean="0">
                <a:ln w="12700">
                  <a:solidFill>
                    <a:srgbClr val="EEF2F5">
                      <a:satMod val="155000"/>
                    </a:srgbClr>
                  </a:solidFill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pPr marL="0" marR="0" lvl="0" indent="0" algn="l" defTabSz="6858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zh-TW" sz="1600" b="1" i="0" u="none" strike="noStrike" kern="1200" cap="none" spc="0" normalizeH="0" baseline="0" noProof="0" dirty="0">
              <a:ln w="12700">
                <a:solidFill>
                  <a:srgbClr val="EEF2F5">
                    <a:satMod val="155000"/>
                  </a:srgbClr>
                </a:solidFill>
                <a:prstDash val="solid"/>
              </a:ln>
              <a:solidFill>
                <a:prstClr val="black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012DC5D-ABC2-8F74-D571-1F279A637198}"/>
              </a:ext>
            </a:extLst>
          </p:cNvPr>
          <p:cNvSpPr txBox="1">
            <a:spLocks/>
          </p:cNvSpPr>
          <p:nvPr/>
        </p:nvSpPr>
        <p:spPr>
          <a:xfrm>
            <a:off x="0" y="371475"/>
            <a:ext cx="9144000" cy="5365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2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Change I</a:t>
            </a:r>
            <a:r>
              <a:rPr kumimoji="0" lang="en-US" altLang="zh-TW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nitial</a:t>
            </a:r>
            <a:r>
              <a:rPr kumimoji="0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Value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789B6BC-438D-731F-E55E-0754FE55EC26}"/>
              </a:ext>
            </a:extLst>
          </p:cNvPr>
          <p:cNvSpPr txBox="1"/>
          <p:nvPr/>
        </p:nvSpPr>
        <p:spPr>
          <a:xfrm>
            <a:off x="5108937" y="984321"/>
            <a:ext cx="30170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Our simulation results 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53ED7CA-54DC-333E-53B4-40E87CDB7F05}"/>
              </a:ext>
            </a:extLst>
          </p:cNvPr>
          <p:cNvSpPr txBox="1"/>
          <p:nvPr/>
        </p:nvSpPr>
        <p:spPr>
          <a:xfrm>
            <a:off x="1256974" y="984321"/>
            <a:ext cx="30170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Simulation results in paper</a:t>
            </a:r>
            <a:endParaRPr kumimoji="0" lang="zh-TW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 Light"/>
              <a:cs typeface="Times New Roman" panose="02020603050405020304" pitchFamily="18" charset="0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3A24E69D-EF2D-F8B7-74CD-366B40A3D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480" y="1507601"/>
            <a:ext cx="3476650" cy="2818718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F25F4E56-E120-1AD1-0361-0CF75D7EFF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5653" y="1505968"/>
            <a:ext cx="3539047" cy="2839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885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51000"/>
            <a:duotone>
              <a:prstClr val="black"/>
              <a:schemeClr val="tx2">
                <a:tint val="45000"/>
                <a:satMod val="40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2">
            <a:extLst>
              <a:ext uri="{FF2B5EF4-FFF2-40B4-BE49-F238E27FC236}">
                <a16:creationId xmlns:a16="http://schemas.microsoft.com/office/drawing/2014/main" id="{B3BC0147-6B21-0CA5-3070-C30E183F50A2}"/>
              </a:ext>
            </a:extLst>
          </p:cNvPr>
          <p:cNvSpPr txBox="1">
            <a:spLocks noGrp="1"/>
          </p:cNvSpPr>
          <p:nvPr/>
        </p:nvSpPr>
        <p:spPr>
          <a:xfrm>
            <a:off x="8648753" y="4718050"/>
            <a:ext cx="495247" cy="425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 w="12700">
                  <a:solidFill>
                    <a:srgbClr val="EEF2F5">
                      <a:satMod val="155000"/>
                    </a:srgbClr>
                  </a:solidFill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fld id="{8C20784B-E193-4A71-B927-042B0992C117}" type="slidenum">
              <a:rPr kumimoji="0" lang="en-US" altLang="zh-TW" sz="1600" b="1" i="0" u="none" strike="noStrike" kern="1200" cap="none" spc="0" normalizeH="0" baseline="0" noProof="0" smtClean="0">
                <a:ln w="12700">
                  <a:solidFill>
                    <a:srgbClr val="EEF2F5">
                      <a:satMod val="155000"/>
                    </a:srgbClr>
                  </a:solidFill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pPr marL="0" marR="0" lvl="0" indent="0" algn="l" defTabSz="6858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zh-TW" sz="1600" b="1" i="0" u="none" strike="noStrike" kern="1200" cap="none" spc="0" normalizeH="0" baseline="0" noProof="0" dirty="0">
              <a:ln w="12700">
                <a:solidFill>
                  <a:srgbClr val="EEF2F5">
                    <a:satMod val="155000"/>
                  </a:srgbClr>
                </a:solidFill>
                <a:prstDash val="solid"/>
              </a:ln>
              <a:solidFill>
                <a:prstClr val="black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012DC5D-ABC2-8F74-D571-1F279A637198}"/>
              </a:ext>
            </a:extLst>
          </p:cNvPr>
          <p:cNvSpPr txBox="1">
            <a:spLocks/>
          </p:cNvSpPr>
          <p:nvPr/>
        </p:nvSpPr>
        <p:spPr>
          <a:xfrm>
            <a:off x="0" y="371475"/>
            <a:ext cx="9144000" cy="5365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Change I</a:t>
            </a:r>
            <a:r>
              <a:rPr kumimoji="0" lang="en-US" altLang="zh-TW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nitial</a:t>
            </a:r>
            <a:r>
              <a:rPr kumimoji="0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F3246E7-7698-6E62-09FD-9AA80F765651}"/>
                  </a:ext>
                </a:extLst>
              </p:cNvPr>
              <p:cNvSpPr txBox="1"/>
              <p:nvPr/>
            </p:nvSpPr>
            <p:spPr>
              <a:xfrm>
                <a:off x="5474461" y="4418082"/>
                <a:ext cx="11430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TW" alt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83696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zh-TW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𝑠</m:t>
                          </m:r>
                        </m:e>
                        <m:sub>
                          <m:r>
                            <a:rPr kumimoji="0" lang="en-US" altLang="zh-TW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sub>
                      </m:sSub>
                      <m:r>
                        <a:rPr kumimoji="0" lang="en-US" altLang="zh-TW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=10</m:t>
                      </m:r>
                    </m:oMath>
                  </m:oMathPara>
                </a14:m>
                <a:endParaRPr kumimoji="0" lang="en-US" altLang="zh-TW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/>
                  <a:ea typeface="微软雅黑 Light"/>
                  <a:cs typeface="+mn-cs"/>
                </a:endParaRPr>
              </a:p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TW" alt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𝑞</m:t>
                          </m:r>
                        </m:e>
                        <m:sub>
                          <m:r>
                            <a:rPr kumimoji="0" lang="en-US" altLang="zh-TW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𝑣</m:t>
                          </m:r>
                        </m:sub>
                      </m:sSub>
                      <m:r>
                        <a:rPr kumimoji="0" lang="en-US" altLang="zh-TW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=1</m:t>
                      </m:r>
                    </m:oMath>
                  </m:oMathPara>
                </a14:m>
                <a:endParaRPr kumimoji="0" lang="zh-TW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/>
                  <a:ea typeface="微软雅黑 Light"/>
                  <a:cs typeface="+mn-cs"/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F3246E7-7698-6E62-09FD-9AA80F765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4461" y="4418082"/>
                <a:ext cx="1143000" cy="707886"/>
              </a:xfrm>
              <a:prstGeom prst="rect">
                <a:avLst/>
              </a:prstGeom>
              <a:blipFill>
                <a:blip r:embed="rId5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字方塊 9">
            <a:extLst>
              <a:ext uri="{FF2B5EF4-FFF2-40B4-BE49-F238E27FC236}">
                <a16:creationId xmlns:a16="http://schemas.microsoft.com/office/drawing/2014/main" id="{7789B6BC-438D-731F-E55E-0754FE55EC26}"/>
              </a:ext>
            </a:extLst>
          </p:cNvPr>
          <p:cNvSpPr txBox="1"/>
          <p:nvPr/>
        </p:nvSpPr>
        <p:spPr>
          <a:xfrm>
            <a:off x="5108937" y="984321"/>
            <a:ext cx="30170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Our simulation results 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53ED7CA-54DC-333E-53B4-40E87CDB7F05}"/>
              </a:ext>
            </a:extLst>
          </p:cNvPr>
          <p:cNvSpPr txBox="1"/>
          <p:nvPr/>
        </p:nvSpPr>
        <p:spPr>
          <a:xfrm>
            <a:off x="1256974" y="984321"/>
            <a:ext cx="30170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Simulation results in paper</a:t>
            </a:r>
            <a:endParaRPr kumimoji="0" lang="zh-TW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 Light"/>
              <a:cs typeface="Times New Roman" panose="02020603050405020304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7DEDBC8-7E6F-2A0D-5A64-E589F00BDB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4583" y="1617907"/>
            <a:ext cx="3341828" cy="270046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38D97312-B2F1-37B1-3F61-6EACB80104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3290" y="1625381"/>
            <a:ext cx="3341828" cy="2685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417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51000"/>
            <a:duotone>
              <a:prstClr val="black"/>
              <a:schemeClr val="tx2">
                <a:tint val="45000"/>
                <a:satMod val="40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 bwMode="auto">
          <a:xfrm>
            <a:off x="3542304" y="1986975"/>
            <a:ext cx="205537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00" cap="none" spc="0" normalizeH="0" baseline="0" noProof="0" dirty="0">
                <a:ln>
                  <a:noFill/>
                </a:ln>
                <a:solidFill>
                  <a:srgbClr val="30437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5" name="矩形 14"/>
          <p:cNvSpPr/>
          <p:nvPr/>
        </p:nvSpPr>
        <p:spPr>
          <a:xfrm>
            <a:off x="2496968" y="2609010"/>
            <a:ext cx="4146045" cy="8236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The step size</a:t>
            </a:r>
          </a:p>
          <a:p>
            <a:pPr marL="0" marR="0" lvl="0" indent="0" algn="ctr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is selected using the expected value of the step of the KLMS</a:t>
            </a:r>
          </a:p>
          <a:p>
            <a:pPr marL="0" marR="0" lvl="0" indent="0" algn="ctr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algorithm by integrating the corresponding PDF.</a:t>
            </a:r>
          </a:p>
        </p:txBody>
      </p:sp>
      <p:cxnSp>
        <p:nvCxnSpPr>
          <p:cNvPr id="16" name="直接连接符 15"/>
          <p:cNvCxnSpPr>
            <a:cxnSpLocks/>
          </p:cNvCxnSpPr>
          <p:nvPr/>
        </p:nvCxnSpPr>
        <p:spPr>
          <a:xfrm>
            <a:off x="4074527" y="2645799"/>
            <a:ext cx="102235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任意多边形 22"/>
          <p:cNvSpPr/>
          <p:nvPr/>
        </p:nvSpPr>
        <p:spPr>
          <a:xfrm>
            <a:off x="2496968" y="-465601"/>
            <a:ext cx="4171119" cy="2085559"/>
          </a:xfrm>
          <a:custGeom>
            <a:avLst/>
            <a:gdLst>
              <a:gd name="connsiteX0" fmla="*/ 0 w 3557939"/>
              <a:gd name="connsiteY0" fmla="*/ 0 h 1778969"/>
              <a:gd name="connsiteX1" fmla="*/ 3557939 w 3557939"/>
              <a:gd name="connsiteY1" fmla="*/ 0 h 1778969"/>
              <a:gd name="connsiteX2" fmla="*/ 1778970 w 3557939"/>
              <a:gd name="connsiteY2" fmla="*/ 1778969 h 1778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7939" h="1778969">
                <a:moveTo>
                  <a:pt x="0" y="0"/>
                </a:moveTo>
                <a:lnTo>
                  <a:pt x="3557939" y="0"/>
                </a:lnTo>
                <a:lnTo>
                  <a:pt x="1778970" y="1778969"/>
                </a:lnTo>
                <a:close/>
              </a:path>
            </a:pathLst>
          </a:cu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微软雅黑 Light"/>
              <a:cs typeface="+mn-cs"/>
            </a:endParaRPr>
          </a:p>
        </p:txBody>
      </p:sp>
      <p:sp>
        <p:nvSpPr>
          <p:cNvPr id="25" name="菱形 24"/>
          <p:cNvSpPr/>
          <p:nvPr/>
        </p:nvSpPr>
        <p:spPr>
          <a:xfrm>
            <a:off x="2184101" y="229604"/>
            <a:ext cx="4775798" cy="4775798"/>
          </a:xfrm>
          <a:prstGeom prst="diamond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微软雅黑 Light"/>
              <a:cs typeface="+mn-cs"/>
            </a:endParaRPr>
          </a:p>
        </p:txBody>
      </p:sp>
      <p:sp>
        <p:nvSpPr>
          <p:cNvPr id="4" name="投影片編號版面配置區 2">
            <a:extLst>
              <a:ext uri="{FF2B5EF4-FFF2-40B4-BE49-F238E27FC236}">
                <a16:creationId xmlns:a16="http://schemas.microsoft.com/office/drawing/2014/main" id="{B3BC0147-6B21-0CA5-3070-C30E183F50A2}"/>
              </a:ext>
            </a:extLst>
          </p:cNvPr>
          <p:cNvSpPr txBox="1">
            <a:spLocks noGrp="1"/>
          </p:cNvSpPr>
          <p:nvPr/>
        </p:nvSpPr>
        <p:spPr>
          <a:xfrm>
            <a:off x="8648753" y="4718050"/>
            <a:ext cx="495247" cy="425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 w="12700">
                  <a:solidFill>
                    <a:srgbClr val="EEF2F5">
                      <a:satMod val="155000"/>
                    </a:srgbClr>
                  </a:solidFill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fld id="{8C20784B-E193-4A71-B927-042B0992C117}" type="slidenum">
              <a:rPr kumimoji="0" lang="en-US" altLang="zh-TW" sz="1600" b="1" i="0" u="none" strike="noStrike" kern="1200" cap="none" spc="0" normalizeH="0" baseline="0" noProof="0" smtClean="0">
                <a:ln w="12700">
                  <a:solidFill>
                    <a:srgbClr val="EEF2F5">
                      <a:satMod val="155000"/>
                    </a:srgbClr>
                  </a:solidFill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pPr marL="0" marR="0" lvl="0" indent="0" algn="l" defTabSz="6858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zh-TW" sz="1600" b="1" i="0" u="none" strike="noStrike" kern="1200" cap="none" spc="0" normalizeH="0" baseline="0" noProof="0" dirty="0">
              <a:ln w="12700">
                <a:solidFill>
                  <a:srgbClr val="EEF2F5">
                    <a:satMod val="155000"/>
                  </a:srgbClr>
                </a:solidFill>
                <a:prstDash val="solid"/>
              </a:ln>
              <a:solidFill>
                <a:prstClr val="black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2E974C60-E811-8720-4287-1CD9B64A006A}"/>
              </a:ext>
            </a:extLst>
          </p:cNvPr>
          <p:cNvSpPr>
            <a:spLocks noEditPoints="1"/>
          </p:cNvSpPr>
          <p:nvPr/>
        </p:nvSpPr>
        <p:spPr bwMode="auto">
          <a:xfrm>
            <a:off x="4350419" y="682601"/>
            <a:ext cx="443161" cy="501780"/>
          </a:xfrm>
          <a:custGeom>
            <a:avLst/>
            <a:gdLst>
              <a:gd name="T0" fmla="*/ 41 w 706"/>
              <a:gd name="T1" fmla="*/ 680 h 800"/>
              <a:gd name="T2" fmla="*/ 39 w 706"/>
              <a:gd name="T3" fmla="*/ 273 h 800"/>
              <a:gd name="T4" fmla="*/ 243 w 706"/>
              <a:gd name="T5" fmla="*/ 109 h 800"/>
              <a:gd name="T6" fmla="*/ 237 w 706"/>
              <a:gd name="T7" fmla="*/ 90 h 800"/>
              <a:gd name="T8" fmla="*/ 545 w 706"/>
              <a:gd name="T9" fmla="*/ 40 h 800"/>
              <a:gd name="T10" fmla="*/ 600 w 706"/>
              <a:gd name="T11" fmla="*/ 95 h 800"/>
              <a:gd name="T12" fmla="*/ 640 w 706"/>
              <a:gd name="T13" fmla="*/ 231 h 800"/>
              <a:gd name="T14" fmla="*/ 611 w 706"/>
              <a:gd name="T15" fmla="*/ 28 h 800"/>
              <a:gd name="T16" fmla="*/ 600 w 706"/>
              <a:gd name="T17" fmla="*/ 17 h 800"/>
              <a:gd name="T18" fmla="*/ 586 w 706"/>
              <a:gd name="T19" fmla="*/ 10 h 800"/>
              <a:gd name="T20" fmla="*/ 570 w 706"/>
              <a:gd name="T21" fmla="*/ 3 h 800"/>
              <a:gd name="T22" fmla="*/ 554 w 706"/>
              <a:gd name="T23" fmla="*/ 0 h 800"/>
              <a:gd name="T24" fmla="*/ 127 w 706"/>
              <a:gd name="T25" fmla="*/ 0 h 800"/>
              <a:gd name="T26" fmla="*/ 122 w 706"/>
              <a:gd name="T27" fmla="*/ 1 h 800"/>
              <a:gd name="T28" fmla="*/ 115 w 706"/>
              <a:gd name="T29" fmla="*/ 4 h 800"/>
              <a:gd name="T30" fmla="*/ 109 w 706"/>
              <a:gd name="T31" fmla="*/ 14 h 800"/>
              <a:gd name="T32" fmla="*/ 0 w 706"/>
              <a:gd name="T33" fmla="*/ 288 h 800"/>
              <a:gd name="T34" fmla="*/ 28 w 706"/>
              <a:gd name="T35" fmla="*/ 732 h 800"/>
              <a:gd name="T36" fmla="*/ 199 w 706"/>
              <a:gd name="T37" fmla="*/ 760 h 800"/>
              <a:gd name="T38" fmla="*/ 94 w 706"/>
              <a:gd name="T39" fmla="*/ 720 h 800"/>
              <a:gd name="T40" fmla="*/ 47 w 706"/>
              <a:gd name="T41" fmla="*/ 693 h 800"/>
              <a:gd name="T42" fmla="*/ 480 w 706"/>
              <a:gd name="T43" fmla="*/ 320 h 800"/>
              <a:gd name="T44" fmla="*/ 146 w 706"/>
              <a:gd name="T45" fmla="*/ 360 h 800"/>
              <a:gd name="T46" fmla="*/ 400 w 706"/>
              <a:gd name="T47" fmla="*/ 413 h 800"/>
              <a:gd name="T48" fmla="*/ 146 w 706"/>
              <a:gd name="T49" fmla="*/ 453 h 800"/>
              <a:gd name="T50" fmla="*/ 400 w 706"/>
              <a:gd name="T51" fmla="*/ 413 h 800"/>
              <a:gd name="T52" fmla="*/ 306 w 706"/>
              <a:gd name="T53" fmla="*/ 547 h 800"/>
              <a:gd name="T54" fmla="*/ 146 w 706"/>
              <a:gd name="T55" fmla="*/ 507 h 800"/>
              <a:gd name="T56" fmla="*/ 146 w 706"/>
              <a:gd name="T57" fmla="*/ 227 h 800"/>
              <a:gd name="T58" fmla="*/ 533 w 706"/>
              <a:gd name="T59" fmla="*/ 267 h 800"/>
              <a:gd name="T60" fmla="*/ 146 w 706"/>
              <a:gd name="T61" fmla="*/ 227 h 800"/>
              <a:gd name="T62" fmla="*/ 339 w 706"/>
              <a:gd name="T63" fmla="*/ 591 h 800"/>
              <a:gd name="T64" fmla="*/ 603 w 706"/>
              <a:gd name="T65" fmla="*/ 337 h 800"/>
              <a:gd name="T66" fmla="*/ 638 w 706"/>
              <a:gd name="T67" fmla="*/ 337 h 800"/>
              <a:gd name="T68" fmla="*/ 693 w 706"/>
              <a:gd name="T69" fmla="*/ 385 h 800"/>
              <a:gd name="T70" fmla="*/ 693 w 706"/>
              <a:gd name="T71" fmla="*/ 450 h 800"/>
              <a:gd name="T72" fmla="*/ 339 w 706"/>
              <a:gd name="T73" fmla="*/ 591 h 800"/>
              <a:gd name="T74" fmla="*/ 270 w 706"/>
              <a:gd name="T75" fmla="*/ 658 h 800"/>
              <a:gd name="T76" fmla="*/ 226 w 706"/>
              <a:gd name="T77" fmla="*/ 800 h 800"/>
              <a:gd name="T78" fmla="*/ 414 w 706"/>
              <a:gd name="T79" fmla="*/ 723 h 800"/>
              <a:gd name="T80" fmla="*/ 594 w 706"/>
              <a:gd name="T81" fmla="*/ 703 h 800"/>
              <a:gd name="T82" fmla="*/ 460 w 706"/>
              <a:gd name="T83" fmla="*/ 719 h 800"/>
              <a:gd name="T84" fmla="*/ 553 w 706"/>
              <a:gd name="T85" fmla="*/ 760 h 800"/>
              <a:gd name="T86" fmla="*/ 653 w 706"/>
              <a:gd name="T87" fmla="*/ 663 h 800"/>
              <a:gd name="T88" fmla="*/ 611 w 706"/>
              <a:gd name="T89" fmla="*/ 587 h 800"/>
              <a:gd name="T90" fmla="*/ 594 w 706"/>
              <a:gd name="T91" fmla="*/ 703 h 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706" h="800">
                <a:moveTo>
                  <a:pt x="47" y="693"/>
                </a:moveTo>
                <a:cubicBezTo>
                  <a:pt x="44" y="689"/>
                  <a:pt x="43" y="684"/>
                  <a:pt x="41" y="680"/>
                </a:cubicBezTo>
                <a:cubicBezTo>
                  <a:pt x="40" y="675"/>
                  <a:pt x="39" y="670"/>
                  <a:pt x="39" y="665"/>
                </a:cubicBezTo>
                <a:cubicBezTo>
                  <a:pt x="39" y="273"/>
                  <a:pt x="39" y="273"/>
                  <a:pt x="39" y="273"/>
                </a:cubicBezTo>
                <a:cubicBezTo>
                  <a:pt x="238" y="119"/>
                  <a:pt x="238" y="119"/>
                  <a:pt x="238" y="119"/>
                </a:cubicBezTo>
                <a:cubicBezTo>
                  <a:pt x="241" y="115"/>
                  <a:pt x="243" y="112"/>
                  <a:pt x="243" y="109"/>
                </a:cubicBezTo>
                <a:cubicBezTo>
                  <a:pt x="244" y="105"/>
                  <a:pt x="244" y="102"/>
                  <a:pt x="242" y="98"/>
                </a:cubicBezTo>
                <a:cubicBezTo>
                  <a:pt x="241" y="95"/>
                  <a:pt x="239" y="92"/>
                  <a:pt x="237" y="90"/>
                </a:cubicBezTo>
                <a:cubicBezTo>
                  <a:pt x="179" y="40"/>
                  <a:pt x="179" y="40"/>
                  <a:pt x="179" y="40"/>
                </a:cubicBezTo>
                <a:cubicBezTo>
                  <a:pt x="545" y="40"/>
                  <a:pt x="545" y="40"/>
                  <a:pt x="545" y="40"/>
                </a:cubicBezTo>
                <a:cubicBezTo>
                  <a:pt x="560" y="40"/>
                  <a:pt x="573" y="45"/>
                  <a:pt x="584" y="56"/>
                </a:cubicBezTo>
                <a:cubicBezTo>
                  <a:pt x="595" y="67"/>
                  <a:pt x="600" y="80"/>
                  <a:pt x="600" y="95"/>
                </a:cubicBezTo>
                <a:cubicBezTo>
                  <a:pt x="600" y="270"/>
                  <a:pt x="600" y="270"/>
                  <a:pt x="600" y="270"/>
                </a:cubicBezTo>
                <a:cubicBezTo>
                  <a:pt x="640" y="231"/>
                  <a:pt x="640" y="231"/>
                  <a:pt x="640" y="231"/>
                </a:cubicBezTo>
                <a:cubicBezTo>
                  <a:pt x="640" y="95"/>
                  <a:pt x="640" y="95"/>
                  <a:pt x="640" y="95"/>
                </a:cubicBezTo>
                <a:cubicBezTo>
                  <a:pt x="640" y="69"/>
                  <a:pt x="630" y="47"/>
                  <a:pt x="611" y="28"/>
                </a:cubicBezTo>
                <a:cubicBezTo>
                  <a:pt x="609" y="26"/>
                  <a:pt x="607" y="24"/>
                  <a:pt x="606" y="22"/>
                </a:cubicBezTo>
                <a:cubicBezTo>
                  <a:pt x="604" y="21"/>
                  <a:pt x="602" y="19"/>
                  <a:pt x="600" y="17"/>
                </a:cubicBezTo>
                <a:cubicBezTo>
                  <a:pt x="592" y="13"/>
                  <a:pt x="592" y="13"/>
                  <a:pt x="592" y="13"/>
                </a:cubicBezTo>
                <a:cubicBezTo>
                  <a:pt x="590" y="11"/>
                  <a:pt x="588" y="10"/>
                  <a:pt x="586" y="10"/>
                </a:cubicBezTo>
                <a:cubicBezTo>
                  <a:pt x="578" y="6"/>
                  <a:pt x="578" y="6"/>
                  <a:pt x="578" y="6"/>
                </a:cubicBezTo>
                <a:cubicBezTo>
                  <a:pt x="576" y="5"/>
                  <a:pt x="573" y="4"/>
                  <a:pt x="570" y="3"/>
                </a:cubicBezTo>
                <a:cubicBezTo>
                  <a:pt x="567" y="2"/>
                  <a:pt x="565" y="2"/>
                  <a:pt x="562" y="1"/>
                </a:cubicBezTo>
                <a:cubicBezTo>
                  <a:pt x="559" y="1"/>
                  <a:pt x="557" y="1"/>
                  <a:pt x="554" y="0"/>
                </a:cubicBezTo>
                <a:cubicBezTo>
                  <a:pt x="551" y="0"/>
                  <a:pt x="548" y="0"/>
                  <a:pt x="545" y="0"/>
                </a:cubicBezTo>
                <a:cubicBezTo>
                  <a:pt x="127" y="0"/>
                  <a:pt x="127" y="0"/>
                  <a:pt x="127" y="0"/>
                </a:cubicBezTo>
                <a:cubicBezTo>
                  <a:pt x="124" y="0"/>
                  <a:pt x="124" y="0"/>
                  <a:pt x="124" y="0"/>
                </a:cubicBezTo>
                <a:cubicBezTo>
                  <a:pt x="122" y="1"/>
                  <a:pt x="122" y="1"/>
                  <a:pt x="122" y="1"/>
                </a:cubicBezTo>
                <a:cubicBezTo>
                  <a:pt x="120" y="2"/>
                  <a:pt x="118" y="2"/>
                  <a:pt x="118" y="2"/>
                </a:cubicBezTo>
                <a:cubicBezTo>
                  <a:pt x="117" y="3"/>
                  <a:pt x="116" y="3"/>
                  <a:pt x="115" y="4"/>
                </a:cubicBezTo>
                <a:cubicBezTo>
                  <a:pt x="110" y="10"/>
                  <a:pt x="110" y="10"/>
                  <a:pt x="110" y="10"/>
                </a:cubicBezTo>
                <a:cubicBezTo>
                  <a:pt x="109" y="12"/>
                  <a:pt x="109" y="13"/>
                  <a:pt x="109" y="14"/>
                </a:cubicBezTo>
                <a:cubicBezTo>
                  <a:pt x="2" y="280"/>
                  <a:pt x="2" y="280"/>
                  <a:pt x="2" y="280"/>
                </a:cubicBezTo>
                <a:cubicBezTo>
                  <a:pt x="0" y="283"/>
                  <a:pt x="0" y="285"/>
                  <a:pt x="0" y="288"/>
                </a:cubicBezTo>
                <a:cubicBezTo>
                  <a:pt x="0" y="665"/>
                  <a:pt x="0" y="665"/>
                  <a:pt x="0" y="665"/>
                </a:cubicBezTo>
                <a:cubicBezTo>
                  <a:pt x="0" y="691"/>
                  <a:pt x="9" y="713"/>
                  <a:pt x="28" y="732"/>
                </a:cubicBezTo>
                <a:cubicBezTo>
                  <a:pt x="46" y="751"/>
                  <a:pt x="68" y="760"/>
                  <a:pt x="94" y="760"/>
                </a:cubicBezTo>
                <a:cubicBezTo>
                  <a:pt x="199" y="760"/>
                  <a:pt x="199" y="760"/>
                  <a:pt x="199" y="760"/>
                </a:cubicBezTo>
                <a:cubicBezTo>
                  <a:pt x="214" y="720"/>
                  <a:pt x="214" y="720"/>
                  <a:pt x="214" y="720"/>
                </a:cubicBezTo>
                <a:cubicBezTo>
                  <a:pt x="94" y="720"/>
                  <a:pt x="94" y="720"/>
                  <a:pt x="94" y="720"/>
                </a:cubicBezTo>
                <a:cubicBezTo>
                  <a:pt x="79" y="720"/>
                  <a:pt x="66" y="715"/>
                  <a:pt x="56" y="704"/>
                </a:cubicBezTo>
                <a:cubicBezTo>
                  <a:pt x="52" y="700"/>
                  <a:pt x="50" y="696"/>
                  <a:pt x="47" y="693"/>
                </a:cubicBezTo>
                <a:close/>
                <a:moveTo>
                  <a:pt x="146" y="320"/>
                </a:moveTo>
                <a:cubicBezTo>
                  <a:pt x="480" y="320"/>
                  <a:pt x="480" y="320"/>
                  <a:pt x="480" y="320"/>
                </a:cubicBezTo>
                <a:cubicBezTo>
                  <a:pt x="480" y="360"/>
                  <a:pt x="480" y="360"/>
                  <a:pt x="480" y="360"/>
                </a:cubicBezTo>
                <a:cubicBezTo>
                  <a:pt x="146" y="360"/>
                  <a:pt x="146" y="360"/>
                  <a:pt x="146" y="360"/>
                </a:cubicBezTo>
                <a:cubicBezTo>
                  <a:pt x="146" y="320"/>
                  <a:pt x="146" y="320"/>
                  <a:pt x="146" y="320"/>
                </a:cubicBezTo>
                <a:close/>
                <a:moveTo>
                  <a:pt x="400" y="413"/>
                </a:moveTo>
                <a:cubicBezTo>
                  <a:pt x="400" y="453"/>
                  <a:pt x="400" y="453"/>
                  <a:pt x="400" y="453"/>
                </a:cubicBezTo>
                <a:cubicBezTo>
                  <a:pt x="146" y="453"/>
                  <a:pt x="146" y="453"/>
                  <a:pt x="146" y="453"/>
                </a:cubicBezTo>
                <a:cubicBezTo>
                  <a:pt x="146" y="413"/>
                  <a:pt x="146" y="413"/>
                  <a:pt x="146" y="413"/>
                </a:cubicBezTo>
                <a:lnTo>
                  <a:pt x="400" y="413"/>
                </a:lnTo>
                <a:close/>
                <a:moveTo>
                  <a:pt x="306" y="507"/>
                </a:moveTo>
                <a:cubicBezTo>
                  <a:pt x="306" y="547"/>
                  <a:pt x="306" y="547"/>
                  <a:pt x="306" y="547"/>
                </a:cubicBezTo>
                <a:cubicBezTo>
                  <a:pt x="146" y="547"/>
                  <a:pt x="146" y="547"/>
                  <a:pt x="146" y="547"/>
                </a:cubicBezTo>
                <a:cubicBezTo>
                  <a:pt x="146" y="507"/>
                  <a:pt x="146" y="507"/>
                  <a:pt x="146" y="507"/>
                </a:cubicBezTo>
                <a:lnTo>
                  <a:pt x="306" y="507"/>
                </a:lnTo>
                <a:close/>
                <a:moveTo>
                  <a:pt x="146" y="227"/>
                </a:moveTo>
                <a:cubicBezTo>
                  <a:pt x="533" y="227"/>
                  <a:pt x="533" y="227"/>
                  <a:pt x="533" y="227"/>
                </a:cubicBezTo>
                <a:cubicBezTo>
                  <a:pt x="533" y="267"/>
                  <a:pt x="533" y="267"/>
                  <a:pt x="533" y="267"/>
                </a:cubicBezTo>
                <a:cubicBezTo>
                  <a:pt x="146" y="267"/>
                  <a:pt x="146" y="267"/>
                  <a:pt x="146" y="267"/>
                </a:cubicBezTo>
                <a:cubicBezTo>
                  <a:pt x="146" y="227"/>
                  <a:pt x="146" y="227"/>
                  <a:pt x="146" y="227"/>
                </a:cubicBezTo>
                <a:cubicBezTo>
                  <a:pt x="146" y="227"/>
                  <a:pt x="146" y="227"/>
                  <a:pt x="146" y="227"/>
                </a:cubicBezTo>
                <a:close/>
                <a:moveTo>
                  <a:pt x="339" y="591"/>
                </a:moveTo>
                <a:cubicBezTo>
                  <a:pt x="588" y="347"/>
                  <a:pt x="588" y="347"/>
                  <a:pt x="588" y="347"/>
                </a:cubicBezTo>
                <a:cubicBezTo>
                  <a:pt x="592" y="342"/>
                  <a:pt x="597" y="339"/>
                  <a:pt x="603" y="337"/>
                </a:cubicBezTo>
                <a:cubicBezTo>
                  <a:pt x="609" y="334"/>
                  <a:pt x="615" y="333"/>
                  <a:pt x="621" y="333"/>
                </a:cubicBezTo>
                <a:cubicBezTo>
                  <a:pt x="627" y="333"/>
                  <a:pt x="632" y="335"/>
                  <a:pt x="638" y="337"/>
                </a:cubicBezTo>
                <a:cubicBezTo>
                  <a:pt x="644" y="339"/>
                  <a:pt x="649" y="343"/>
                  <a:pt x="653" y="347"/>
                </a:cubicBezTo>
                <a:cubicBezTo>
                  <a:pt x="693" y="385"/>
                  <a:pt x="693" y="385"/>
                  <a:pt x="693" y="385"/>
                </a:cubicBezTo>
                <a:cubicBezTo>
                  <a:pt x="702" y="394"/>
                  <a:pt x="706" y="405"/>
                  <a:pt x="706" y="418"/>
                </a:cubicBezTo>
                <a:cubicBezTo>
                  <a:pt x="706" y="430"/>
                  <a:pt x="702" y="441"/>
                  <a:pt x="693" y="450"/>
                </a:cubicBezTo>
                <a:cubicBezTo>
                  <a:pt x="443" y="695"/>
                  <a:pt x="443" y="695"/>
                  <a:pt x="443" y="695"/>
                </a:cubicBezTo>
                <a:lnTo>
                  <a:pt x="339" y="591"/>
                </a:lnTo>
                <a:close/>
                <a:moveTo>
                  <a:pt x="310" y="619"/>
                </a:moveTo>
                <a:cubicBezTo>
                  <a:pt x="270" y="658"/>
                  <a:pt x="270" y="658"/>
                  <a:pt x="270" y="658"/>
                </a:cubicBezTo>
                <a:cubicBezTo>
                  <a:pt x="232" y="782"/>
                  <a:pt x="232" y="782"/>
                  <a:pt x="232" y="782"/>
                </a:cubicBezTo>
                <a:cubicBezTo>
                  <a:pt x="226" y="800"/>
                  <a:pt x="226" y="800"/>
                  <a:pt x="226" y="800"/>
                </a:cubicBezTo>
                <a:cubicBezTo>
                  <a:pt x="377" y="760"/>
                  <a:pt x="377" y="760"/>
                  <a:pt x="377" y="760"/>
                </a:cubicBezTo>
                <a:cubicBezTo>
                  <a:pt x="414" y="723"/>
                  <a:pt x="414" y="723"/>
                  <a:pt x="414" y="723"/>
                </a:cubicBezTo>
                <a:lnTo>
                  <a:pt x="310" y="619"/>
                </a:lnTo>
                <a:close/>
                <a:moveTo>
                  <a:pt x="594" y="703"/>
                </a:moveTo>
                <a:cubicBezTo>
                  <a:pt x="583" y="714"/>
                  <a:pt x="569" y="719"/>
                  <a:pt x="553" y="719"/>
                </a:cubicBezTo>
                <a:cubicBezTo>
                  <a:pt x="460" y="719"/>
                  <a:pt x="460" y="719"/>
                  <a:pt x="460" y="719"/>
                </a:cubicBezTo>
                <a:cubicBezTo>
                  <a:pt x="440" y="760"/>
                  <a:pt x="440" y="760"/>
                  <a:pt x="440" y="760"/>
                </a:cubicBezTo>
                <a:cubicBezTo>
                  <a:pt x="553" y="760"/>
                  <a:pt x="553" y="760"/>
                  <a:pt x="553" y="760"/>
                </a:cubicBezTo>
                <a:cubicBezTo>
                  <a:pt x="580" y="760"/>
                  <a:pt x="604" y="750"/>
                  <a:pt x="624" y="731"/>
                </a:cubicBezTo>
                <a:cubicBezTo>
                  <a:pt x="643" y="712"/>
                  <a:pt x="653" y="689"/>
                  <a:pt x="653" y="663"/>
                </a:cubicBezTo>
                <a:cubicBezTo>
                  <a:pt x="653" y="547"/>
                  <a:pt x="653" y="547"/>
                  <a:pt x="653" y="547"/>
                </a:cubicBezTo>
                <a:cubicBezTo>
                  <a:pt x="611" y="587"/>
                  <a:pt x="611" y="587"/>
                  <a:pt x="611" y="587"/>
                </a:cubicBezTo>
                <a:cubicBezTo>
                  <a:pt x="611" y="663"/>
                  <a:pt x="611" y="663"/>
                  <a:pt x="611" y="663"/>
                </a:cubicBezTo>
                <a:cubicBezTo>
                  <a:pt x="611" y="678"/>
                  <a:pt x="605" y="692"/>
                  <a:pt x="594" y="70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111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51000"/>
            <a:duotone>
              <a:prstClr val="black"/>
              <a:schemeClr val="tx2">
                <a:tint val="45000"/>
                <a:satMod val="40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2">
            <a:extLst>
              <a:ext uri="{FF2B5EF4-FFF2-40B4-BE49-F238E27FC236}">
                <a16:creationId xmlns:a16="http://schemas.microsoft.com/office/drawing/2014/main" id="{B3BC0147-6B21-0CA5-3070-C30E183F50A2}"/>
              </a:ext>
            </a:extLst>
          </p:cNvPr>
          <p:cNvSpPr txBox="1">
            <a:spLocks noGrp="1"/>
          </p:cNvSpPr>
          <p:nvPr/>
        </p:nvSpPr>
        <p:spPr>
          <a:xfrm>
            <a:off x="8648753" y="4718050"/>
            <a:ext cx="495247" cy="425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 w="12700">
                  <a:solidFill>
                    <a:srgbClr val="EEF2F5">
                      <a:satMod val="155000"/>
                    </a:srgbClr>
                  </a:solidFill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fld id="{8C20784B-E193-4A71-B927-042B0992C117}" type="slidenum">
              <a:rPr kumimoji="0" lang="en-US" altLang="zh-TW" sz="1600" b="1" i="0" u="none" strike="noStrike" kern="1200" cap="none" spc="0" normalizeH="0" baseline="0" noProof="0" smtClean="0">
                <a:ln w="12700">
                  <a:solidFill>
                    <a:srgbClr val="EEF2F5">
                      <a:satMod val="155000"/>
                    </a:srgbClr>
                  </a:solidFill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pPr marL="0" marR="0" lvl="0" indent="0" algn="l" defTabSz="6858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zh-TW" sz="1600" b="1" i="0" u="none" strike="noStrike" kern="1200" cap="none" spc="0" normalizeH="0" baseline="0" noProof="0" dirty="0">
              <a:ln w="12700">
                <a:solidFill>
                  <a:srgbClr val="EEF2F5">
                    <a:satMod val="155000"/>
                  </a:srgbClr>
                </a:solidFill>
                <a:prstDash val="solid"/>
              </a:ln>
              <a:solidFill>
                <a:prstClr val="black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012DC5D-ABC2-8F74-D571-1F279A637198}"/>
              </a:ext>
            </a:extLst>
          </p:cNvPr>
          <p:cNvSpPr txBox="1">
            <a:spLocks/>
          </p:cNvSpPr>
          <p:nvPr/>
        </p:nvSpPr>
        <p:spPr>
          <a:xfrm>
            <a:off x="0" y="371475"/>
            <a:ext cx="9144000" cy="5365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26B2286-1611-1E3B-E480-6BF3F4B0251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0962" y="939120"/>
                <a:ext cx="8473991" cy="399165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50000"/>
                  </a:lnSpc>
                </a:pP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presents an algorithm with excellent performance in system identification, namely, with a very small estimation error, thanks to the </a:t>
                </a:r>
                <a:r>
                  <a:rPr lang="en-US" altLang="zh-TW" sz="18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carefully selected step size </a:t>
                </a: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the LMS algorithm.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obtain estimates of coefficients error variance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 dirty="0" err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TW" sz="18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measurement noise variance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 dirty="0" err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TW" sz="18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a short time, it is required to </a:t>
                </a:r>
                <a:r>
                  <a:rPr lang="en-US" altLang="zh-TW" sz="18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model the decreases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TW" sz="18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the convergence of the filter.</a:t>
                </a:r>
                <a:endParaRPr lang="zh-TW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26B2286-1611-1E3B-E480-6BF3F4B025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962" y="939120"/>
                <a:ext cx="8473991" cy="3991655"/>
              </a:xfrm>
              <a:prstGeom prst="rect">
                <a:avLst/>
              </a:prstGeom>
              <a:blipFill>
                <a:blip r:embed="rId3"/>
                <a:stretch>
                  <a:fillRect l="-432" r="-6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5439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51000"/>
            <a:duotone>
              <a:prstClr val="black"/>
              <a:schemeClr val="tx2">
                <a:tint val="45000"/>
                <a:satMod val="40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3">
            <a:extLst>
              <a:ext uri="{FF2B5EF4-FFF2-40B4-BE49-F238E27FC236}">
                <a16:creationId xmlns:a16="http://schemas.microsoft.com/office/drawing/2014/main" id="{6A5F0DD3-762E-D2D3-1CAD-267A3CA01F0B}"/>
              </a:ext>
            </a:extLst>
          </p:cNvPr>
          <p:cNvSpPr txBox="1">
            <a:spLocks/>
          </p:cNvSpPr>
          <p:nvPr/>
        </p:nvSpPr>
        <p:spPr>
          <a:xfrm>
            <a:off x="0" y="1870908"/>
            <a:ext cx="9143999" cy="106445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4000" b="1" dirty="0">
                <a:latin typeface="Times-Roman"/>
              </a:rPr>
              <a:t>End of My Presentation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DA8213D-40B4-0023-F907-133A87065077}"/>
              </a:ext>
            </a:extLst>
          </p:cNvPr>
          <p:cNvSpPr txBox="1"/>
          <p:nvPr/>
        </p:nvSpPr>
        <p:spPr>
          <a:xfrm>
            <a:off x="2673350" y="2635284"/>
            <a:ext cx="29527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0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listening</a:t>
            </a:r>
            <a:endParaRPr lang="zh-TW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050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主题">
  <a:themeElements>
    <a:clrScheme name="蓝色清新答辩1">
      <a:dk1>
        <a:sysClr val="windowText" lastClr="000000"/>
      </a:dk1>
      <a:lt1>
        <a:sysClr val="window" lastClr="FFFFFF"/>
      </a:lt1>
      <a:dk2>
        <a:srgbClr val="EEF2F5"/>
      </a:dk2>
      <a:lt2>
        <a:srgbClr val="E7E6E6"/>
      </a:lt2>
      <a:accent1>
        <a:srgbClr val="304371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00"/>
      </a:hlink>
      <a:folHlink>
        <a:srgbClr val="954F72"/>
      </a:folHlink>
    </a:clrScheme>
    <a:fontScheme name="标准3">
      <a:majorFont>
        <a:latin typeface="Arial"/>
        <a:ea typeface="微软雅黑"/>
        <a:cs typeface=""/>
      </a:majorFont>
      <a:minorFont>
        <a:latin typeface="Calibri Light"/>
        <a:ea typeface="微软雅黑 Light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9763</TotalTime>
  <Words>1140</Words>
  <Application>Microsoft Office PowerPoint</Application>
  <PresentationFormat>如螢幕大小 (16:9)</PresentationFormat>
  <Paragraphs>190</Paragraphs>
  <Slides>25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34" baseType="lpstr">
      <vt:lpstr>Times-Roman</vt:lpstr>
      <vt:lpstr>標楷體</vt:lpstr>
      <vt:lpstr>Arial</vt:lpstr>
      <vt:lpstr>Calibri</vt:lpstr>
      <vt:lpstr>Calibri Light</vt:lpstr>
      <vt:lpstr>Cambria Math</vt:lpstr>
      <vt:lpstr>Times New Roman</vt:lpstr>
      <vt:lpstr>Wingdings</vt:lpstr>
      <vt:lpstr>Office 主题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cp:keywords>http:/www.ypppt.com</cp:keywords>
  <cp:lastModifiedBy>shes222233@gmail.com</cp:lastModifiedBy>
  <cp:revision>268</cp:revision>
  <dcterms:created xsi:type="dcterms:W3CDTF">2017-05-01T12:27:00Z</dcterms:created>
  <dcterms:modified xsi:type="dcterms:W3CDTF">2024-05-31T03:28:44Z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2052-10.1.0.6490</vt:lpwstr>
  </property>
</Properties>
</file>